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2008" r:id="rId2"/>
    <p:sldId id="330" r:id="rId3"/>
    <p:sldId id="2962" r:id="rId4"/>
    <p:sldId id="2327" r:id="rId5"/>
    <p:sldId id="2362" r:id="rId6"/>
    <p:sldId id="2361" r:id="rId7"/>
    <p:sldId id="2372" r:id="rId8"/>
    <p:sldId id="2363" r:id="rId9"/>
    <p:sldId id="2366" r:id="rId10"/>
    <p:sldId id="2371" r:id="rId11"/>
    <p:sldId id="2373" r:id="rId12"/>
    <p:sldId id="2375" r:id="rId13"/>
    <p:sldId id="2376" r:id="rId14"/>
    <p:sldId id="2377" r:id="rId15"/>
    <p:sldId id="2378" r:id="rId16"/>
    <p:sldId id="2379" r:id="rId17"/>
    <p:sldId id="2395" r:id="rId18"/>
    <p:sldId id="2403" r:id="rId19"/>
    <p:sldId id="2417" r:id="rId20"/>
    <p:sldId id="2382" r:id="rId21"/>
    <p:sldId id="2383" r:id="rId22"/>
    <p:sldId id="2384" r:id="rId23"/>
    <p:sldId id="2964" r:id="rId24"/>
    <p:sldId id="2416" r:id="rId25"/>
    <p:sldId id="2385" r:id="rId26"/>
    <p:sldId id="2399" r:id="rId27"/>
    <p:sldId id="2400" r:id="rId28"/>
    <p:sldId id="2386" r:id="rId29"/>
    <p:sldId id="2407" r:id="rId30"/>
    <p:sldId id="2404" r:id="rId31"/>
    <p:sldId id="2408" r:id="rId32"/>
    <p:sldId id="2409" r:id="rId33"/>
    <p:sldId id="2963" r:id="rId34"/>
    <p:sldId id="2387" r:id="rId35"/>
    <p:sldId id="2388" r:id="rId36"/>
    <p:sldId id="2389" r:id="rId37"/>
    <p:sldId id="2410" r:id="rId38"/>
    <p:sldId id="2401" r:id="rId39"/>
    <p:sldId id="2411" r:id="rId40"/>
    <p:sldId id="2412" r:id="rId41"/>
    <p:sldId id="2390" r:id="rId42"/>
    <p:sldId id="2420" r:id="rId43"/>
    <p:sldId id="2414" r:id="rId44"/>
    <p:sldId id="2421" r:id="rId45"/>
    <p:sldId id="2413" r:id="rId46"/>
    <p:sldId id="2392" r:id="rId47"/>
    <p:sldId id="2393" r:id="rId48"/>
    <p:sldId id="2394" r:id="rId49"/>
    <p:sldId id="2254" r:id="rId5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" id="{1878F53C-9E4B-4921-8583-C4E1B7E94B9C}">
          <p14:sldIdLst>
            <p14:sldId id="2008"/>
            <p14:sldId id="330"/>
            <p14:sldId id="2962"/>
          </p14:sldIdLst>
        </p14:section>
        <p14:section name="00.와이어프레임" id="{2CD65EDD-9ABD-40A5-9E81-FCC2D9225843}">
          <p14:sldIdLst>
            <p14:sldId id="2327"/>
            <p14:sldId id="2362"/>
            <p14:sldId id="2361"/>
            <p14:sldId id="2372"/>
            <p14:sldId id="2363"/>
            <p14:sldId id="2366"/>
            <p14:sldId id="2371"/>
            <p14:sldId id="2373"/>
            <p14:sldId id="2375"/>
            <p14:sldId id="2376"/>
          </p14:sldIdLst>
        </p14:section>
        <p14:section name="06.채널관리" id="{43EC770A-F53D-4B8D-9844-F845B18E284F}">
          <p14:sldIdLst>
            <p14:sldId id="2377"/>
            <p14:sldId id="2378"/>
            <p14:sldId id="2379"/>
            <p14:sldId id="2395"/>
            <p14:sldId id="2403"/>
            <p14:sldId id="2417"/>
          </p14:sldIdLst>
        </p14:section>
        <p14:section name="07.회원관리" id="{F6FFAEAF-7DF7-47F7-B82D-D26A74B73346}">
          <p14:sldIdLst>
            <p14:sldId id="2382"/>
            <p14:sldId id="2383"/>
            <p14:sldId id="2384"/>
            <p14:sldId id="2964"/>
            <p14:sldId id="2416"/>
            <p14:sldId id="2385"/>
            <p14:sldId id="2399"/>
            <p14:sldId id="2400"/>
            <p14:sldId id="2386"/>
            <p14:sldId id="2407"/>
            <p14:sldId id="2404"/>
            <p14:sldId id="2408"/>
            <p14:sldId id="2409"/>
            <p14:sldId id="2963"/>
          </p14:sldIdLst>
        </p14:section>
        <p14:section name="08.시스템관리" id="{4855056F-F7AE-40CB-B0CC-C8CB9F15E11B}">
          <p14:sldIdLst>
            <p14:sldId id="2387"/>
            <p14:sldId id="2388"/>
            <p14:sldId id="2389"/>
            <p14:sldId id="2410"/>
            <p14:sldId id="2401"/>
            <p14:sldId id="2411"/>
            <p14:sldId id="2412"/>
            <p14:sldId id="2390"/>
            <p14:sldId id="2420"/>
            <p14:sldId id="2414"/>
            <p14:sldId id="2421"/>
            <p14:sldId id="2413"/>
          </p14:sldIdLst>
        </p14:section>
        <p14:section name="09.로그인" id="{7D710FAF-96C0-48A6-822C-D8AD8B901213}">
          <p14:sldIdLst>
            <p14:sldId id="2392"/>
            <p14:sldId id="2393"/>
            <p14:sldId id="2394"/>
          </p14:sldIdLst>
        </p14:section>
        <p14:section name="기본" id="{330C29A4-9560-43BF-A288-E52B11719315}">
          <p14:sldIdLst>
            <p14:sldId id="2254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userDrawn="1">
          <p15:clr>
            <a:srgbClr val="A4A3A4"/>
          </p15:clr>
        </p15:guide>
        <p15:guide id="5" pos="149">
          <p15:clr>
            <a:srgbClr val="A4A3A4"/>
          </p15:clr>
        </p15:guide>
        <p15:guide id="6" pos="4345" userDrawn="1">
          <p15:clr>
            <a:srgbClr val="A4A3A4"/>
          </p15:clr>
        </p15:guide>
        <p15:guide id="8" pos="6091" userDrawn="1">
          <p15:clr>
            <a:srgbClr val="A4A3A4"/>
          </p15:clr>
        </p15:guide>
        <p15:guide id="9" orient="horz" pos="867">
          <p15:clr>
            <a:srgbClr val="A4A3A4"/>
          </p15:clr>
        </p15:guide>
        <p15:guide id="10" orient="horz" pos="323">
          <p15:clr>
            <a:srgbClr val="A4A3A4"/>
          </p15:clr>
        </p15:guide>
        <p15:guide id="11" orient="horz" pos="4133">
          <p15:clr>
            <a:srgbClr val="A4A3A4"/>
          </p15:clr>
        </p15:guide>
        <p15:guide id="12" orient="horz" pos="4110">
          <p15:clr>
            <a:srgbClr val="A4A3A4"/>
          </p15:clr>
        </p15:guide>
        <p15:guide id="13" pos="4390" userDrawn="1">
          <p15:clr>
            <a:srgbClr val="A4A3A4"/>
          </p15:clr>
        </p15:guide>
        <p15:guide id="14" orient="horz" pos="1525" userDrawn="1">
          <p15:clr>
            <a:srgbClr val="A4A3A4"/>
          </p15:clr>
        </p15:guide>
        <p15:guide id="15" orient="horz" pos="1139" userDrawn="1">
          <p15:clr>
            <a:srgbClr val="A4A3A4"/>
          </p15:clr>
        </p15:guide>
        <p15:guide id="16" orient="horz" pos="10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66FF66"/>
    <a:srgbClr val="009688"/>
    <a:srgbClr val="D9FCB6"/>
    <a:srgbClr val="00B0F0"/>
    <a:srgbClr val="FF9999"/>
    <a:srgbClr val="0070C0"/>
    <a:srgbClr val="A7A7A7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29" autoAdjust="0"/>
    <p:restoredTop sz="96279" autoAdjust="0"/>
  </p:normalViewPr>
  <p:slideViewPr>
    <p:cSldViewPr>
      <p:cViewPr varScale="1">
        <p:scale>
          <a:sx n="110" d="100"/>
          <a:sy n="110" d="100"/>
        </p:scale>
        <p:origin x="3162" y="114"/>
      </p:cViewPr>
      <p:guideLst>
        <p:guide orient="horz"/>
        <p:guide pos="149"/>
        <p:guide pos="4345"/>
        <p:guide pos="6091"/>
        <p:guide orient="horz" pos="867"/>
        <p:guide orient="horz" pos="323"/>
        <p:guide orient="horz" pos="4133"/>
        <p:guide orient="horz" pos="4110"/>
        <p:guide pos="4390"/>
        <p:guide orient="horz" pos="1525"/>
        <p:guide orient="horz" pos="1139"/>
        <p:guide orient="horz" pos="10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2026-03-16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405437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간지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2026-03-16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97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2026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391167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09460113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15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6241914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76BD67F-D565-9BB1-7E32-4E2766536470}"/>
              </a:ext>
            </a:extLst>
          </p:cNvPr>
          <p:cNvSpPr/>
          <p:nvPr userDrawn="1"/>
        </p:nvSpPr>
        <p:spPr>
          <a:xfrm>
            <a:off x="165388" y="1379575"/>
            <a:ext cx="3311736" cy="50736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491EEB-AA09-FBBF-E975-ABD58FA5EBE7}"/>
              </a:ext>
            </a:extLst>
          </p:cNvPr>
          <p:cNvSpPr/>
          <p:nvPr userDrawn="1"/>
        </p:nvSpPr>
        <p:spPr>
          <a:xfrm>
            <a:off x="3588276" y="1379575"/>
            <a:ext cx="3311736" cy="50736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5">
            <a:extLst>
              <a:ext uri="{FF2B5EF4-FFF2-40B4-BE49-F238E27FC236}">
                <a16:creationId xmlns:a16="http://schemas.microsoft.com/office/drawing/2014/main" id="{4F1DCFFA-00DD-9974-A693-3E3AF6682C59}"/>
              </a:ext>
            </a:extLst>
          </p:cNvPr>
          <p:cNvSpPr/>
          <p:nvPr userDrawn="1"/>
        </p:nvSpPr>
        <p:spPr>
          <a:xfrm>
            <a:off x="165388" y="1381582"/>
            <a:ext cx="3311448" cy="5071606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모서리가 둥근 직사각형 55">
            <a:extLst>
              <a:ext uri="{FF2B5EF4-FFF2-40B4-BE49-F238E27FC236}">
                <a16:creationId xmlns:a16="http://schemas.microsoft.com/office/drawing/2014/main" id="{EF362183-981A-20BD-FAFA-B57E919FD3D7}"/>
              </a:ext>
            </a:extLst>
          </p:cNvPr>
          <p:cNvSpPr/>
          <p:nvPr userDrawn="1"/>
        </p:nvSpPr>
        <p:spPr>
          <a:xfrm>
            <a:off x="3588276" y="1381582"/>
            <a:ext cx="3311448" cy="5071606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3085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92338572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76BD67F-D565-9BB1-7E32-4E2766536470}"/>
              </a:ext>
            </a:extLst>
          </p:cNvPr>
          <p:cNvSpPr/>
          <p:nvPr userDrawn="1"/>
        </p:nvSpPr>
        <p:spPr>
          <a:xfrm>
            <a:off x="165388" y="1379575"/>
            <a:ext cx="3311736" cy="507361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모서리가 둥근 직사각형 55">
            <a:extLst>
              <a:ext uri="{FF2B5EF4-FFF2-40B4-BE49-F238E27FC236}">
                <a16:creationId xmlns:a16="http://schemas.microsoft.com/office/drawing/2014/main" id="{4F1DCFFA-00DD-9974-A693-3E3AF6682C59}"/>
              </a:ext>
            </a:extLst>
          </p:cNvPr>
          <p:cNvSpPr/>
          <p:nvPr userDrawn="1"/>
        </p:nvSpPr>
        <p:spPr>
          <a:xfrm>
            <a:off x="165388" y="1381582"/>
            <a:ext cx="3311448" cy="5071606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832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2026 WIZWIG CO., LTD. All rights reserved</a:t>
            </a:r>
          </a:p>
        </p:txBody>
      </p: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44769558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스토리보드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WIZ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SHOP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맑은 고딕" pitchFamily="50" charset="-127"/>
                          <a:ea typeface="맑은 고딕" pitchFamily="50" charset="-127"/>
                        </a:rPr>
                        <a:t>이성학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2026.03.16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0.3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 userDrawn="1"/>
        </p:nvSpPr>
        <p:spPr>
          <a:xfrm>
            <a:off x="9003243" y="188650"/>
            <a:ext cx="7906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dirty="0">
                <a:latin typeface="나눔고딕" pitchFamily="50" charset="-127"/>
                <a:ea typeface="나눔고딕" pitchFamily="50" charset="-127"/>
              </a:rPr>
              <a:t>WIZ SHOP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212A0F0-C261-B197-F053-6BABA09FDA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56" y="66773"/>
            <a:ext cx="1525804" cy="35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9" r:id="rId2"/>
    <p:sldLayoutId id="2147483682" r:id="rId3"/>
    <p:sldLayoutId id="2147483662" r:id="rId4"/>
    <p:sldLayoutId id="2147483691" r:id="rId5"/>
    <p:sldLayoutId id="2147483692" r:id="rId6"/>
    <p:sldLayoutId id="2147483693" r:id="rId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236476" y="550335"/>
            <a:ext cx="4597757" cy="1412579"/>
          </a:xfrm>
          <a:prstGeom prst="rect">
            <a:avLst/>
          </a:prstGeom>
        </p:spPr>
        <p:txBody>
          <a:bodyPr/>
          <a:lstStyle/>
          <a:p>
            <a:pPr latinLnBrk="0"/>
            <a:r>
              <a:rPr lang="en-US" altLang="ko-KR" sz="3200" b="1" dirty="0">
                <a:latin typeface="나눔고딕" pitchFamily="50" charset="-127"/>
                <a:ea typeface="나눔고딕" pitchFamily="50" charset="-127"/>
              </a:rPr>
              <a:t>WIZ SHOP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</a:rPr>
              <a:t>Copyright ⓒ 2023 WIZWIG CO., LTD., All rights reserved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468" y="2348880"/>
            <a:ext cx="50045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Wizbuilder</a:t>
            </a:r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 전용 쇼핑몰</a:t>
            </a:r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BackOffice</a:t>
            </a:r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와이어프레임 </a:t>
            </a:r>
          </a:p>
        </p:txBody>
      </p:sp>
    </p:spTree>
    <p:extLst>
      <p:ext uri="{BB962C8B-B14F-4D97-AF65-F5344CB8AC3E}">
        <p14:creationId xmlns:p14="http://schemas.microsoft.com/office/powerpoint/2010/main" val="412360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5447650"/>
              </p:ext>
            </p:extLst>
          </p:nvPr>
        </p:nvGraphicFramePr>
        <p:xfrm>
          <a:off x="165106" y="1183340"/>
          <a:ext cx="9575801" cy="3515471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WIZ SHOP_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스토리보드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2026.03.05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와이어프레임 초안 작성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0.2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2026.03.07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작업진행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로그인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시스템관리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회원관리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채널관리 작성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0.3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2026.03.16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사용자 회원관리 작성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풀버전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b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소속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or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사이트 관리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: 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사이트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정보 추가 작성 필요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b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소셜 로그인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0.3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2026.03.16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사용자 회원관리 작성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간소화버전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b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</a:b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자체 로그인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이성학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99F5-3022-76BC-5243-5557A6DE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1091">
            <a:extLst>
              <a:ext uri="{FF2B5EF4-FFF2-40B4-BE49-F238E27FC236}">
                <a16:creationId xmlns:a16="http://schemas.microsoft.com/office/drawing/2014/main" id="{FD5B3D73-6D24-16C6-C6CB-053A40450A14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799" cy="237482"/>
        </p:xfrm>
        <a:graphic>
          <a:graphicData uri="http://schemas.openxmlformats.org/drawingml/2006/table">
            <a:tbl>
              <a:tblPr/>
              <a:tblGrid>
                <a:gridCol w="9575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메뉴구조도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" name="모서리가 둥근 직사각형 74">
            <a:extLst>
              <a:ext uri="{FF2B5EF4-FFF2-40B4-BE49-F238E27FC236}">
                <a16:creationId xmlns:a16="http://schemas.microsoft.com/office/drawing/2014/main" id="{425E45FD-FDF3-F4FB-686D-3E0DAE76943C}"/>
              </a:ext>
            </a:extLst>
          </p:cNvPr>
          <p:cNvSpPr/>
          <p:nvPr/>
        </p:nvSpPr>
        <p:spPr>
          <a:xfrm>
            <a:off x="2324708" y="1628800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주문관리</a:t>
            </a:r>
          </a:p>
        </p:txBody>
      </p:sp>
      <p:sp>
        <p:nvSpPr>
          <p:cNvPr id="66" name="모서리가 둥근 직사각형 74">
            <a:extLst>
              <a:ext uri="{FF2B5EF4-FFF2-40B4-BE49-F238E27FC236}">
                <a16:creationId xmlns:a16="http://schemas.microsoft.com/office/drawing/2014/main" id="{BD690985-E782-E3A5-5804-C69C2CE20DE7}"/>
              </a:ext>
            </a:extLst>
          </p:cNvPr>
          <p:cNvSpPr/>
          <p:nvPr/>
        </p:nvSpPr>
        <p:spPr>
          <a:xfrm>
            <a:off x="164468" y="1623341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</a:p>
        </p:txBody>
      </p:sp>
      <p:sp>
        <p:nvSpPr>
          <p:cNvPr id="67" name="모서리가 둥근 직사각형 74">
            <a:extLst>
              <a:ext uri="{FF2B5EF4-FFF2-40B4-BE49-F238E27FC236}">
                <a16:creationId xmlns:a16="http://schemas.microsoft.com/office/drawing/2014/main" id="{9C5B3B0D-D1EC-B82B-7F5D-ACC72B389119}"/>
              </a:ext>
            </a:extLst>
          </p:cNvPr>
          <p:cNvSpPr/>
          <p:nvPr/>
        </p:nvSpPr>
        <p:spPr>
          <a:xfrm>
            <a:off x="1244588" y="162600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채널별</a:t>
            </a:r>
            <a:endParaRPr lang="en-US" altLang="ko-KR" sz="9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소속관리</a:t>
            </a:r>
          </a:p>
        </p:txBody>
      </p:sp>
      <p:sp>
        <p:nvSpPr>
          <p:cNvPr id="68" name="모서리가 둥근 직사각형 74">
            <a:extLst>
              <a:ext uri="{FF2B5EF4-FFF2-40B4-BE49-F238E27FC236}">
                <a16:creationId xmlns:a16="http://schemas.microsoft.com/office/drawing/2014/main" id="{12F7BA79-7C3B-D577-3A94-88D8D6F13A3C}"/>
              </a:ext>
            </a:extLst>
          </p:cNvPr>
          <p:cNvSpPr/>
          <p:nvPr/>
        </p:nvSpPr>
        <p:spPr>
          <a:xfrm>
            <a:off x="5565068" y="1618924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채널관리</a:t>
            </a:r>
          </a:p>
        </p:txBody>
      </p:sp>
      <p:sp>
        <p:nvSpPr>
          <p:cNvPr id="69" name="모서리가 둥근 직사각형 74">
            <a:extLst>
              <a:ext uri="{FF2B5EF4-FFF2-40B4-BE49-F238E27FC236}">
                <a16:creationId xmlns:a16="http://schemas.microsoft.com/office/drawing/2014/main" id="{8D7172C9-369F-1B75-C4D2-6F2732C807A5}"/>
              </a:ext>
            </a:extLst>
          </p:cNvPr>
          <p:cNvSpPr/>
          <p:nvPr/>
        </p:nvSpPr>
        <p:spPr>
          <a:xfrm>
            <a:off x="3404828" y="161346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운영관리</a:t>
            </a:r>
          </a:p>
        </p:txBody>
      </p:sp>
      <p:sp>
        <p:nvSpPr>
          <p:cNvPr id="70" name="모서리가 둥근 직사각형 74">
            <a:extLst>
              <a:ext uri="{FF2B5EF4-FFF2-40B4-BE49-F238E27FC236}">
                <a16:creationId xmlns:a16="http://schemas.microsoft.com/office/drawing/2014/main" id="{B89E3052-586C-CDF8-6C47-9FB0883530A2}"/>
              </a:ext>
            </a:extLst>
          </p:cNvPr>
          <p:cNvSpPr/>
          <p:nvPr/>
        </p:nvSpPr>
        <p:spPr>
          <a:xfrm>
            <a:off x="4484948" y="1616129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설정관리</a:t>
            </a:r>
          </a:p>
        </p:txBody>
      </p:sp>
      <p:sp>
        <p:nvSpPr>
          <p:cNvPr id="71" name="모서리가 둥근 직사각형 74">
            <a:extLst>
              <a:ext uri="{FF2B5EF4-FFF2-40B4-BE49-F238E27FC236}">
                <a16:creationId xmlns:a16="http://schemas.microsoft.com/office/drawing/2014/main" id="{F4B70673-0E68-7E04-1578-C8A3B4657FF0}"/>
              </a:ext>
            </a:extLst>
          </p:cNvPr>
          <p:cNvSpPr/>
          <p:nvPr/>
        </p:nvSpPr>
        <p:spPr>
          <a:xfrm>
            <a:off x="6645188" y="161346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6" name="모서리가 둥근 직사각형 74">
            <a:extLst>
              <a:ext uri="{FF2B5EF4-FFF2-40B4-BE49-F238E27FC236}">
                <a16:creationId xmlns:a16="http://schemas.microsoft.com/office/drawing/2014/main" id="{818FF01E-CC6E-962C-5BC2-4BBF98920406}"/>
              </a:ext>
            </a:extLst>
          </p:cNvPr>
          <p:cNvSpPr/>
          <p:nvPr/>
        </p:nvSpPr>
        <p:spPr>
          <a:xfrm>
            <a:off x="7725308" y="1613465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</a:t>
            </a:r>
          </a:p>
        </p:txBody>
      </p:sp>
      <p:sp>
        <p:nvSpPr>
          <p:cNvPr id="8" name="모서리가 둥근 직사각형 74">
            <a:extLst>
              <a:ext uri="{FF2B5EF4-FFF2-40B4-BE49-F238E27FC236}">
                <a16:creationId xmlns:a16="http://schemas.microsoft.com/office/drawing/2014/main" id="{A92F2B78-D786-6779-71B3-C042E5532319}"/>
              </a:ext>
            </a:extLst>
          </p:cNvPr>
          <p:cNvSpPr/>
          <p:nvPr/>
        </p:nvSpPr>
        <p:spPr>
          <a:xfrm>
            <a:off x="8799469" y="1595538"/>
            <a:ext cx="1025214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cxnSp>
        <p:nvCxnSpPr>
          <p:cNvPr id="33" name="꺾인 연결선 103">
            <a:extLst>
              <a:ext uri="{FF2B5EF4-FFF2-40B4-BE49-F238E27FC236}">
                <a16:creationId xmlns:a16="http://schemas.microsoft.com/office/drawing/2014/main" id="{2B470197-13FB-B170-AF3F-A6A6673E5A42}"/>
              </a:ext>
            </a:extLst>
          </p:cNvPr>
          <p:cNvCxnSpPr>
            <a:cxnSpLocks/>
            <a:stCxn id="34" idx="0"/>
            <a:endCxn id="6" idx="2"/>
          </p:cNvCxnSpPr>
          <p:nvPr/>
        </p:nvCxnSpPr>
        <p:spPr>
          <a:xfrm rot="16200000" flipV="1">
            <a:off x="8052417" y="2028079"/>
            <a:ext cx="471194" cy="10019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75">
            <a:extLst>
              <a:ext uri="{FF2B5EF4-FFF2-40B4-BE49-F238E27FC236}">
                <a16:creationId xmlns:a16="http://schemas.microsoft.com/office/drawing/2014/main" id="{56DC850E-9111-22D5-0126-EEC185EBC039}"/>
              </a:ext>
            </a:extLst>
          </p:cNvPr>
          <p:cNvSpPr/>
          <p:nvPr/>
        </p:nvSpPr>
        <p:spPr>
          <a:xfrm>
            <a:off x="7882662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공통코드</a:t>
            </a:r>
          </a:p>
        </p:txBody>
      </p:sp>
      <p:sp>
        <p:nvSpPr>
          <p:cNvPr id="36" name="모서리가 둥근 직사각형 75">
            <a:extLst>
              <a:ext uri="{FF2B5EF4-FFF2-40B4-BE49-F238E27FC236}">
                <a16:creationId xmlns:a16="http://schemas.microsoft.com/office/drawing/2014/main" id="{17D62909-F40B-12FF-5A76-831E2E0AD443}"/>
              </a:ext>
            </a:extLst>
          </p:cNvPr>
          <p:cNvSpPr/>
          <p:nvPr/>
        </p:nvSpPr>
        <p:spPr>
          <a:xfrm>
            <a:off x="7882355" y="257404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메뉴관리</a:t>
            </a:r>
          </a:p>
        </p:txBody>
      </p:sp>
      <p:sp>
        <p:nvSpPr>
          <p:cNvPr id="37" name="모서리가 둥근 직사각형 75">
            <a:extLst>
              <a:ext uri="{FF2B5EF4-FFF2-40B4-BE49-F238E27FC236}">
                <a16:creationId xmlns:a16="http://schemas.microsoft.com/office/drawing/2014/main" id="{6986417C-0734-1F4E-7934-75508BF79F27}"/>
              </a:ext>
            </a:extLst>
          </p:cNvPr>
          <p:cNvSpPr/>
          <p:nvPr/>
        </p:nvSpPr>
        <p:spPr>
          <a:xfrm>
            <a:off x="8028949" y="2817413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관리자 메뉴관리</a:t>
            </a:r>
          </a:p>
        </p:txBody>
      </p:sp>
      <p:sp>
        <p:nvSpPr>
          <p:cNvPr id="42" name="모서리가 둥근 직사각형 75">
            <a:extLst>
              <a:ext uri="{FF2B5EF4-FFF2-40B4-BE49-F238E27FC236}">
                <a16:creationId xmlns:a16="http://schemas.microsoft.com/office/drawing/2014/main" id="{F563ED88-7270-B90C-CE40-20EF4F6188B1}"/>
              </a:ext>
            </a:extLst>
          </p:cNvPr>
          <p:cNvSpPr/>
          <p:nvPr/>
        </p:nvSpPr>
        <p:spPr>
          <a:xfrm>
            <a:off x="8044893" y="306577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사용자 메뉴관리</a:t>
            </a:r>
          </a:p>
        </p:txBody>
      </p:sp>
      <p:cxnSp>
        <p:nvCxnSpPr>
          <p:cNvPr id="43" name="꺾인 연결선 103">
            <a:extLst>
              <a:ext uri="{FF2B5EF4-FFF2-40B4-BE49-F238E27FC236}">
                <a16:creationId xmlns:a16="http://schemas.microsoft.com/office/drawing/2014/main" id="{4B8BF49D-B934-B891-9CC7-93CCE0760500}"/>
              </a:ext>
            </a:extLst>
          </p:cNvPr>
          <p:cNvCxnSpPr>
            <a:cxnSpLocks/>
            <a:stCxn id="44" idx="0"/>
            <a:endCxn id="67" idx="2"/>
          </p:cNvCxnSpPr>
          <p:nvPr/>
        </p:nvCxnSpPr>
        <p:spPr>
          <a:xfrm rot="5400000" flipH="1" flipV="1">
            <a:off x="1427282" y="1983862"/>
            <a:ext cx="458654" cy="20117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75">
            <a:extLst>
              <a:ext uri="{FF2B5EF4-FFF2-40B4-BE49-F238E27FC236}">
                <a16:creationId xmlns:a16="http://schemas.microsoft.com/office/drawing/2014/main" id="{35A77BB6-7B60-BF1F-8B4E-4BCDBB14770C}"/>
              </a:ext>
            </a:extLst>
          </p:cNvPr>
          <p:cNvSpPr/>
          <p:nvPr/>
        </p:nvSpPr>
        <p:spPr>
          <a:xfrm>
            <a:off x="1100572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소속정보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모서리가 둥근 직사각형 75">
            <a:extLst>
              <a:ext uri="{FF2B5EF4-FFF2-40B4-BE49-F238E27FC236}">
                <a16:creationId xmlns:a16="http://schemas.microsoft.com/office/drawing/2014/main" id="{3D69F8D5-6487-02A4-2D93-31CD1A3B9892}"/>
              </a:ext>
            </a:extLst>
          </p:cNvPr>
          <p:cNvSpPr/>
          <p:nvPr/>
        </p:nvSpPr>
        <p:spPr>
          <a:xfrm>
            <a:off x="1100572" y="2816932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주문관리</a:t>
            </a:r>
          </a:p>
        </p:txBody>
      </p:sp>
      <p:sp>
        <p:nvSpPr>
          <p:cNvPr id="47" name="모서리가 둥근 직사각형 75">
            <a:extLst>
              <a:ext uri="{FF2B5EF4-FFF2-40B4-BE49-F238E27FC236}">
                <a16:creationId xmlns:a16="http://schemas.microsoft.com/office/drawing/2014/main" id="{F67E7539-BDE2-3122-4946-E848D1F49E67}"/>
              </a:ext>
            </a:extLst>
          </p:cNvPr>
          <p:cNvSpPr/>
          <p:nvPr/>
        </p:nvSpPr>
        <p:spPr>
          <a:xfrm>
            <a:off x="1100572" y="3060301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견적관리</a:t>
            </a:r>
          </a:p>
        </p:txBody>
      </p:sp>
      <p:sp>
        <p:nvSpPr>
          <p:cNvPr id="48" name="모서리가 둥근 직사각형 75">
            <a:extLst>
              <a:ext uri="{FF2B5EF4-FFF2-40B4-BE49-F238E27FC236}">
                <a16:creationId xmlns:a16="http://schemas.microsoft.com/office/drawing/2014/main" id="{1A3696DF-3D43-B961-3EC0-64460CDF9E1D}"/>
              </a:ext>
            </a:extLst>
          </p:cNvPr>
          <p:cNvSpPr/>
          <p:nvPr/>
        </p:nvSpPr>
        <p:spPr>
          <a:xfrm>
            <a:off x="1116516" y="3308667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선결제신청관리</a:t>
            </a:r>
          </a:p>
        </p:txBody>
      </p:sp>
      <p:sp>
        <p:nvSpPr>
          <p:cNvPr id="49" name="모서리가 둥근 직사각형 75">
            <a:extLst>
              <a:ext uri="{FF2B5EF4-FFF2-40B4-BE49-F238E27FC236}">
                <a16:creationId xmlns:a16="http://schemas.microsoft.com/office/drawing/2014/main" id="{EE1585D9-5769-2AC5-C6E9-8649252FDFB6}"/>
              </a:ext>
            </a:extLst>
          </p:cNvPr>
          <p:cNvSpPr/>
          <p:nvPr/>
        </p:nvSpPr>
        <p:spPr>
          <a:xfrm>
            <a:off x="1103037" y="3564118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일반문의관리</a:t>
            </a:r>
          </a:p>
        </p:txBody>
      </p:sp>
      <p:sp>
        <p:nvSpPr>
          <p:cNvPr id="50" name="모서리가 둥근 직사각형 75">
            <a:extLst>
              <a:ext uri="{FF2B5EF4-FFF2-40B4-BE49-F238E27FC236}">
                <a16:creationId xmlns:a16="http://schemas.microsoft.com/office/drawing/2014/main" id="{FC978920-73D3-C19A-72CE-FE14A18F562A}"/>
              </a:ext>
            </a:extLst>
          </p:cNvPr>
          <p:cNvSpPr/>
          <p:nvPr/>
        </p:nvSpPr>
        <p:spPr>
          <a:xfrm>
            <a:off x="1103037" y="379323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작업진행문의</a:t>
            </a:r>
          </a:p>
        </p:txBody>
      </p:sp>
      <p:sp>
        <p:nvSpPr>
          <p:cNvPr id="51" name="모서리가 둥근 직사각형 75">
            <a:extLst>
              <a:ext uri="{FF2B5EF4-FFF2-40B4-BE49-F238E27FC236}">
                <a16:creationId xmlns:a16="http://schemas.microsoft.com/office/drawing/2014/main" id="{C159C464-20E4-0FDD-C7EE-E9EEE6987502}"/>
              </a:ext>
            </a:extLst>
          </p:cNvPr>
          <p:cNvSpPr/>
          <p:nvPr/>
        </p:nvSpPr>
        <p:spPr>
          <a:xfrm>
            <a:off x="1103037" y="4027731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52" name="모서리가 둥근 직사각형 75">
            <a:extLst>
              <a:ext uri="{FF2B5EF4-FFF2-40B4-BE49-F238E27FC236}">
                <a16:creationId xmlns:a16="http://schemas.microsoft.com/office/drawing/2014/main" id="{0D7B185B-5275-AB71-37BA-8F33619657FF}"/>
              </a:ext>
            </a:extLst>
          </p:cNvPr>
          <p:cNvSpPr/>
          <p:nvPr/>
        </p:nvSpPr>
        <p:spPr>
          <a:xfrm>
            <a:off x="1251478" y="427110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권한승계</a:t>
            </a:r>
          </a:p>
        </p:txBody>
      </p:sp>
      <p:sp>
        <p:nvSpPr>
          <p:cNvPr id="53" name="모서리가 둥근 직사각형 75">
            <a:extLst>
              <a:ext uri="{FF2B5EF4-FFF2-40B4-BE49-F238E27FC236}">
                <a16:creationId xmlns:a16="http://schemas.microsoft.com/office/drawing/2014/main" id="{EB612D33-B59D-59C9-CBD4-8DD7CDD508D9}"/>
              </a:ext>
            </a:extLst>
          </p:cNvPr>
          <p:cNvSpPr/>
          <p:nvPr/>
        </p:nvSpPr>
        <p:spPr>
          <a:xfrm>
            <a:off x="1267422" y="4519466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 공유</a:t>
            </a:r>
          </a:p>
        </p:txBody>
      </p:sp>
      <p:cxnSp>
        <p:nvCxnSpPr>
          <p:cNvPr id="55" name="꺾인 연결선 103">
            <a:extLst>
              <a:ext uri="{FF2B5EF4-FFF2-40B4-BE49-F238E27FC236}">
                <a16:creationId xmlns:a16="http://schemas.microsoft.com/office/drawing/2014/main" id="{3DF369B1-1CFC-546B-6B89-CDC82B2148AE}"/>
              </a:ext>
            </a:extLst>
          </p:cNvPr>
          <p:cNvCxnSpPr>
            <a:cxnSpLocks/>
            <a:stCxn id="56" idx="0"/>
            <a:endCxn id="8" idx="2"/>
          </p:cNvCxnSpPr>
          <p:nvPr/>
        </p:nvCxnSpPr>
        <p:spPr>
          <a:xfrm rot="16200000" flipV="1">
            <a:off x="9095924" y="2040807"/>
            <a:ext cx="489121" cy="5681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모서리가 둥근 직사각형 75">
            <a:extLst>
              <a:ext uri="{FF2B5EF4-FFF2-40B4-BE49-F238E27FC236}">
                <a16:creationId xmlns:a16="http://schemas.microsoft.com/office/drawing/2014/main" id="{9C36E9DB-D0E9-2651-0A1F-DDC433ED806A}"/>
              </a:ext>
            </a:extLst>
          </p:cNvPr>
          <p:cNvSpPr/>
          <p:nvPr/>
        </p:nvSpPr>
        <p:spPr>
          <a:xfrm>
            <a:off x="8913440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anose="020B0503020000020004" pitchFamily="50" charset="-127"/>
              </a:rPr>
              <a:t>로그인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59" name="꺾인 연결선 103">
            <a:extLst>
              <a:ext uri="{FF2B5EF4-FFF2-40B4-BE49-F238E27FC236}">
                <a16:creationId xmlns:a16="http://schemas.microsoft.com/office/drawing/2014/main" id="{3274CF4B-E6CC-E2CB-BD87-4489B8898F91}"/>
              </a:ext>
            </a:extLst>
          </p:cNvPr>
          <p:cNvCxnSpPr>
            <a:cxnSpLocks/>
            <a:stCxn id="60" idx="0"/>
            <a:endCxn id="66" idx="2"/>
          </p:cNvCxnSpPr>
          <p:nvPr/>
        </p:nvCxnSpPr>
        <p:spPr>
          <a:xfrm rot="5400000" flipH="1" flipV="1">
            <a:off x="394650" y="2031350"/>
            <a:ext cx="461318" cy="10353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75">
            <a:extLst>
              <a:ext uri="{FF2B5EF4-FFF2-40B4-BE49-F238E27FC236}">
                <a16:creationId xmlns:a16="http://schemas.microsoft.com/office/drawing/2014/main" id="{86DFA695-3A47-33FC-CBC6-5139E4774C14}"/>
              </a:ext>
            </a:extLst>
          </p:cNvPr>
          <p:cNvSpPr/>
          <p:nvPr/>
        </p:nvSpPr>
        <p:spPr>
          <a:xfrm>
            <a:off x="118092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대시보드</a:t>
            </a:r>
          </a:p>
        </p:txBody>
      </p:sp>
      <p:sp>
        <p:nvSpPr>
          <p:cNvPr id="93" name="모서리가 둥근 직사각형 75">
            <a:extLst>
              <a:ext uri="{FF2B5EF4-FFF2-40B4-BE49-F238E27FC236}">
                <a16:creationId xmlns:a16="http://schemas.microsoft.com/office/drawing/2014/main" id="{EDA584A0-02FB-79AC-0BD8-ACE2A86D2D48}"/>
              </a:ext>
            </a:extLst>
          </p:cNvPr>
          <p:cNvSpPr/>
          <p:nvPr/>
        </p:nvSpPr>
        <p:spPr>
          <a:xfrm>
            <a:off x="1242219" y="25649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이용중인 사이트</a:t>
            </a:r>
          </a:p>
        </p:txBody>
      </p:sp>
      <p:cxnSp>
        <p:nvCxnSpPr>
          <p:cNvPr id="94" name="꺾인 연결선 103">
            <a:extLst>
              <a:ext uri="{FF2B5EF4-FFF2-40B4-BE49-F238E27FC236}">
                <a16:creationId xmlns:a16="http://schemas.microsoft.com/office/drawing/2014/main" id="{86A7764B-FC14-0D1B-8C73-954314667CD8}"/>
              </a:ext>
            </a:extLst>
          </p:cNvPr>
          <p:cNvCxnSpPr>
            <a:cxnSpLocks/>
            <a:stCxn id="99" idx="0"/>
            <a:endCxn id="65" idx="2"/>
          </p:cNvCxnSpPr>
          <p:nvPr/>
        </p:nvCxnSpPr>
        <p:spPr>
          <a:xfrm rot="5400000" flipH="1" flipV="1">
            <a:off x="2544804" y="2021264"/>
            <a:ext cx="455859" cy="129164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모서리가 둥근 직사각형 75">
            <a:extLst>
              <a:ext uri="{FF2B5EF4-FFF2-40B4-BE49-F238E27FC236}">
                <a16:creationId xmlns:a16="http://schemas.microsoft.com/office/drawing/2014/main" id="{56A8434A-7D55-F493-2298-22A24D659EB9}"/>
              </a:ext>
            </a:extLst>
          </p:cNvPr>
          <p:cNvSpPr/>
          <p:nvPr/>
        </p:nvSpPr>
        <p:spPr>
          <a:xfrm>
            <a:off x="2252700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주문관리</a:t>
            </a:r>
          </a:p>
        </p:txBody>
      </p:sp>
      <p:sp>
        <p:nvSpPr>
          <p:cNvPr id="102" name="모서리가 둥근 직사각형 75">
            <a:extLst>
              <a:ext uri="{FF2B5EF4-FFF2-40B4-BE49-F238E27FC236}">
                <a16:creationId xmlns:a16="http://schemas.microsoft.com/office/drawing/2014/main" id="{80CB4B69-6F4B-5FA1-CA6E-662B952455B8}"/>
              </a:ext>
            </a:extLst>
          </p:cNvPr>
          <p:cNvSpPr/>
          <p:nvPr/>
        </p:nvSpPr>
        <p:spPr>
          <a:xfrm>
            <a:off x="2402737" y="258084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주문관리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5B5BFE65-AF5C-9C33-94AC-29D3D97AAAF4}"/>
              </a:ext>
            </a:extLst>
          </p:cNvPr>
          <p:cNvCxnSpPr>
            <a:cxnSpLocks/>
            <a:stCxn id="105" idx="0"/>
            <a:endCxn id="69" idx="2"/>
          </p:cNvCxnSpPr>
          <p:nvPr/>
        </p:nvCxnSpPr>
        <p:spPr>
          <a:xfrm rot="5400000" flipH="1" flipV="1">
            <a:off x="3647859" y="2044200"/>
            <a:ext cx="471194" cy="679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모서리가 둥근 직사각형 75">
            <a:extLst>
              <a:ext uri="{FF2B5EF4-FFF2-40B4-BE49-F238E27FC236}">
                <a16:creationId xmlns:a16="http://schemas.microsoft.com/office/drawing/2014/main" id="{B2A4FF86-34F4-4872-109F-66C52FAAD75E}"/>
              </a:ext>
            </a:extLst>
          </p:cNvPr>
          <p:cNvSpPr/>
          <p:nvPr/>
        </p:nvSpPr>
        <p:spPr>
          <a:xfrm>
            <a:off x="3394027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견적관리</a:t>
            </a:r>
          </a:p>
        </p:txBody>
      </p:sp>
      <p:sp>
        <p:nvSpPr>
          <p:cNvPr id="110" name="모서리가 둥근 직사각형 75">
            <a:extLst>
              <a:ext uri="{FF2B5EF4-FFF2-40B4-BE49-F238E27FC236}">
                <a16:creationId xmlns:a16="http://schemas.microsoft.com/office/drawing/2014/main" id="{F079AC71-3D87-3FA2-B8B9-AB670B698D0C}"/>
              </a:ext>
            </a:extLst>
          </p:cNvPr>
          <p:cNvSpPr/>
          <p:nvPr/>
        </p:nvSpPr>
        <p:spPr>
          <a:xfrm>
            <a:off x="3404828" y="25649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선결제신청관리</a:t>
            </a:r>
          </a:p>
        </p:txBody>
      </p:sp>
      <p:sp>
        <p:nvSpPr>
          <p:cNvPr id="111" name="모서리가 둥근 직사각형 75">
            <a:extLst>
              <a:ext uri="{FF2B5EF4-FFF2-40B4-BE49-F238E27FC236}">
                <a16:creationId xmlns:a16="http://schemas.microsoft.com/office/drawing/2014/main" id="{73ACBD96-92C1-CA78-8EA1-9F0713E9109D}"/>
              </a:ext>
            </a:extLst>
          </p:cNvPr>
          <p:cNvSpPr/>
          <p:nvPr/>
        </p:nvSpPr>
        <p:spPr>
          <a:xfrm>
            <a:off x="3420772" y="281327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일반문의관리</a:t>
            </a:r>
          </a:p>
        </p:txBody>
      </p:sp>
      <p:sp>
        <p:nvSpPr>
          <p:cNvPr id="112" name="모서리가 둥근 직사각형 75">
            <a:extLst>
              <a:ext uri="{FF2B5EF4-FFF2-40B4-BE49-F238E27FC236}">
                <a16:creationId xmlns:a16="http://schemas.microsoft.com/office/drawing/2014/main" id="{1B5B6AAA-A636-0FD4-E4DD-16FA45F2344D}"/>
              </a:ext>
            </a:extLst>
          </p:cNvPr>
          <p:cNvSpPr/>
          <p:nvPr/>
        </p:nvSpPr>
        <p:spPr>
          <a:xfrm>
            <a:off x="3407293" y="3068721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작업진행문의</a:t>
            </a:r>
          </a:p>
        </p:txBody>
      </p:sp>
      <p:sp>
        <p:nvSpPr>
          <p:cNvPr id="113" name="모서리가 둥근 직사각형 75">
            <a:extLst>
              <a:ext uri="{FF2B5EF4-FFF2-40B4-BE49-F238E27FC236}">
                <a16:creationId xmlns:a16="http://schemas.microsoft.com/office/drawing/2014/main" id="{0B1CCAD0-95F5-070D-2046-EC10ADF5C922}"/>
              </a:ext>
            </a:extLst>
          </p:cNvPr>
          <p:cNvSpPr/>
          <p:nvPr/>
        </p:nvSpPr>
        <p:spPr>
          <a:xfrm>
            <a:off x="3407293" y="3297838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115" name="꺾인 연결선 103">
            <a:extLst>
              <a:ext uri="{FF2B5EF4-FFF2-40B4-BE49-F238E27FC236}">
                <a16:creationId xmlns:a16="http://schemas.microsoft.com/office/drawing/2014/main" id="{3D8B4E42-1D36-A4FB-BE12-8B937524DE00}"/>
              </a:ext>
            </a:extLst>
          </p:cNvPr>
          <p:cNvCxnSpPr>
            <a:cxnSpLocks/>
            <a:stCxn id="116" idx="0"/>
            <a:endCxn id="70" idx="2"/>
          </p:cNvCxnSpPr>
          <p:nvPr/>
        </p:nvCxnSpPr>
        <p:spPr>
          <a:xfrm rot="16200000" flipV="1">
            <a:off x="4801320" y="2041480"/>
            <a:ext cx="468530" cy="7605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모서리가 둥근 직사각형 75">
            <a:extLst>
              <a:ext uri="{FF2B5EF4-FFF2-40B4-BE49-F238E27FC236}">
                <a16:creationId xmlns:a16="http://schemas.microsoft.com/office/drawing/2014/main" id="{59DB8D39-A4A9-08D1-22F4-F78E3E45A819}"/>
              </a:ext>
            </a:extLst>
          </p:cNvPr>
          <p:cNvSpPr/>
          <p:nvPr/>
        </p:nvSpPr>
        <p:spPr>
          <a:xfrm>
            <a:off x="4618163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상품관리</a:t>
            </a:r>
          </a:p>
        </p:txBody>
      </p:sp>
      <p:sp>
        <p:nvSpPr>
          <p:cNvPr id="118" name="모서리가 둥근 직사각형 75">
            <a:extLst>
              <a:ext uri="{FF2B5EF4-FFF2-40B4-BE49-F238E27FC236}">
                <a16:creationId xmlns:a16="http://schemas.microsoft.com/office/drawing/2014/main" id="{72A0DCAF-0C6B-EC4D-2971-7A454D4B082B}"/>
              </a:ext>
            </a:extLst>
          </p:cNvPr>
          <p:cNvSpPr/>
          <p:nvPr/>
        </p:nvSpPr>
        <p:spPr>
          <a:xfrm>
            <a:off x="4618163" y="25522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0000FF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채널별 상품관리</a:t>
            </a:r>
          </a:p>
        </p:txBody>
      </p:sp>
      <p:sp>
        <p:nvSpPr>
          <p:cNvPr id="119" name="모서리가 둥근 직사각형 75">
            <a:extLst>
              <a:ext uri="{FF2B5EF4-FFF2-40B4-BE49-F238E27FC236}">
                <a16:creationId xmlns:a16="http://schemas.microsoft.com/office/drawing/2014/main" id="{142B369B-6551-9212-187A-39AEA79017F9}"/>
              </a:ext>
            </a:extLst>
          </p:cNvPr>
          <p:cNvSpPr/>
          <p:nvPr/>
        </p:nvSpPr>
        <p:spPr>
          <a:xfrm>
            <a:off x="4618163" y="280057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견적서 설정</a:t>
            </a:r>
          </a:p>
        </p:txBody>
      </p:sp>
      <p:cxnSp>
        <p:nvCxnSpPr>
          <p:cNvPr id="122" name="꺾인 연결선 103">
            <a:extLst>
              <a:ext uri="{FF2B5EF4-FFF2-40B4-BE49-F238E27FC236}">
                <a16:creationId xmlns:a16="http://schemas.microsoft.com/office/drawing/2014/main" id="{43E9E97A-D269-D49F-3636-21193E2C9802}"/>
              </a:ext>
            </a:extLst>
          </p:cNvPr>
          <p:cNvCxnSpPr>
            <a:cxnSpLocks/>
            <a:stCxn id="123" idx="0"/>
            <a:endCxn id="68" idx="2"/>
          </p:cNvCxnSpPr>
          <p:nvPr/>
        </p:nvCxnSpPr>
        <p:spPr>
          <a:xfrm rot="16200000" flipV="1">
            <a:off x="5881616" y="2044100"/>
            <a:ext cx="468179" cy="7605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모서리가 둥근 직사각형 75">
            <a:extLst>
              <a:ext uri="{FF2B5EF4-FFF2-40B4-BE49-F238E27FC236}">
                <a16:creationId xmlns:a16="http://schemas.microsoft.com/office/drawing/2014/main" id="{9FC41E05-1752-EC6A-5C61-B9EF78226593}"/>
              </a:ext>
            </a:extLst>
          </p:cNvPr>
          <p:cNvSpPr/>
          <p:nvPr/>
        </p:nvSpPr>
        <p:spPr>
          <a:xfrm>
            <a:off x="5698283" y="2316219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채널관리</a:t>
            </a:r>
          </a:p>
        </p:txBody>
      </p:sp>
      <p:sp>
        <p:nvSpPr>
          <p:cNvPr id="125" name="모서리가 둥근 직사각형 75">
            <a:extLst>
              <a:ext uri="{FF2B5EF4-FFF2-40B4-BE49-F238E27FC236}">
                <a16:creationId xmlns:a16="http://schemas.microsoft.com/office/drawing/2014/main" id="{AD473F74-2666-9A5E-EFEB-DC44816E2671}"/>
              </a:ext>
            </a:extLst>
          </p:cNvPr>
          <p:cNvSpPr/>
          <p:nvPr/>
        </p:nvSpPr>
        <p:spPr>
          <a:xfrm>
            <a:off x="5806295" y="25649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채널별 소속관리</a:t>
            </a:r>
          </a:p>
        </p:txBody>
      </p:sp>
      <p:sp>
        <p:nvSpPr>
          <p:cNvPr id="126" name="모서리가 둥근 직사각형 75">
            <a:extLst>
              <a:ext uri="{FF2B5EF4-FFF2-40B4-BE49-F238E27FC236}">
                <a16:creationId xmlns:a16="http://schemas.microsoft.com/office/drawing/2014/main" id="{2A6E7197-A0CC-5859-27BD-E5576AEDEA4E}"/>
              </a:ext>
            </a:extLst>
          </p:cNvPr>
          <p:cNvSpPr/>
          <p:nvPr/>
        </p:nvSpPr>
        <p:spPr>
          <a:xfrm>
            <a:off x="5806295" y="281327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이용중인 사이트</a:t>
            </a:r>
          </a:p>
        </p:txBody>
      </p:sp>
      <p:cxnSp>
        <p:nvCxnSpPr>
          <p:cNvPr id="131" name="꺾인 연결선 103">
            <a:extLst>
              <a:ext uri="{FF2B5EF4-FFF2-40B4-BE49-F238E27FC236}">
                <a16:creationId xmlns:a16="http://schemas.microsoft.com/office/drawing/2014/main" id="{DE8E3B8B-BA79-0746-EEAF-04B1AE1A3328}"/>
              </a:ext>
            </a:extLst>
          </p:cNvPr>
          <p:cNvCxnSpPr>
            <a:cxnSpLocks/>
            <a:stCxn id="132" idx="0"/>
            <a:endCxn id="71" idx="2"/>
          </p:cNvCxnSpPr>
          <p:nvPr/>
        </p:nvCxnSpPr>
        <p:spPr>
          <a:xfrm rot="16200000" flipV="1">
            <a:off x="6968936" y="2031440"/>
            <a:ext cx="471194" cy="9347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모서리가 둥근 직사각형 75">
            <a:extLst>
              <a:ext uri="{FF2B5EF4-FFF2-40B4-BE49-F238E27FC236}">
                <a16:creationId xmlns:a16="http://schemas.microsoft.com/office/drawing/2014/main" id="{DD578EC6-7D5E-BE4B-E0B4-D8E55F377CF9}"/>
              </a:ext>
            </a:extLst>
          </p:cNvPr>
          <p:cNvSpPr/>
          <p:nvPr/>
        </p:nvSpPr>
        <p:spPr>
          <a:xfrm>
            <a:off x="6795819" y="231377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사용자 회원관리</a:t>
            </a:r>
          </a:p>
        </p:txBody>
      </p:sp>
      <p:sp>
        <p:nvSpPr>
          <p:cNvPr id="134" name="모서리가 둥근 직사각형 75">
            <a:extLst>
              <a:ext uri="{FF2B5EF4-FFF2-40B4-BE49-F238E27FC236}">
                <a16:creationId xmlns:a16="http://schemas.microsoft.com/office/drawing/2014/main" id="{2F2164CE-C54B-72C6-F06C-3C9B7F552C37}"/>
              </a:ext>
            </a:extLst>
          </p:cNvPr>
          <p:cNvSpPr/>
          <p:nvPr/>
        </p:nvSpPr>
        <p:spPr>
          <a:xfrm>
            <a:off x="6797855" y="256490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관리자관리</a:t>
            </a:r>
          </a:p>
        </p:txBody>
      </p:sp>
      <p:sp>
        <p:nvSpPr>
          <p:cNvPr id="135" name="모서리가 둥근 직사각형 75">
            <a:extLst>
              <a:ext uri="{FF2B5EF4-FFF2-40B4-BE49-F238E27FC236}">
                <a16:creationId xmlns:a16="http://schemas.microsoft.com/office/drawing/2014/main" id="{5706EBB7-263D-6C17-31F9-0CC76C69D8BD}"/>
              </a:ext>
            </a:extLst>
          </p:cNvPr>
          <p:cNvSpPr/>
          <p:nvPr/>
        </p:nvSpPr>
        <p:spPr>
          <a:xfrm>
            <a:off x="6813799" y="281327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0000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내정보관리</a:t>
            </a:r>
          </a:p>
        </p:txBody>
      </p:sp>
      <p:sp>
        <p:nvSpPr>
          <p:cNvPr id="140" name="모서리가 둥근 직사각형 75">
            <a:extLst>
              <a:ext uri="{FF2B5EF4-FFF2-40B4-BE49-F238E27FC236}">
                <a16:creationId xmlns:a16="http://schemas.microsoft.com/office/drawing/2014/main" id="{9AA18BCC-5593-779E-2FAB-82479B77600F}"/>
              </a:ext>
            </a:extLst>
          </p:cNvPr>
          <p:cNvSpPr/>
          <p:nvPr/>
        </p:nvSpPr>
        <p:spPr>
          <a:xfrm>
            <a:off x="7882355" y="3314145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권한관리</a:t>
            </a:r>
          </a:p>
        </p:txBody>
      </p:sp>
      <p:sp>
        <p:nvSpPr>
          <p:cNvPr id="141" name="모서리가 둥근 직사각형 75">
            <a:extLst>
              <a:ext uri="{FF2B5EF4-FFF2-40B4-BE49-F238E27FC236}">
                <a16:creationId xmlns:a16="http://schemas.microsoft.com/office/drawing/2014/main" id="{525C17DB-6539-3376-4C31-83DE1CCA1221}"/>
              </a:ext>
            </a:extLst>
          </p:cNvPr>
          <p:cNvSpPr/>
          <p:nvPr/>
        </p:nvSpPr>
        <p:spPr>
          <a:xfrm>
            <a:off x="8044893" y="355751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그룹권힌관리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모서리가 둥근 직사각형 75">
            <a:extLst>
              <a:ext uri="{FF2B5EF4-FFF2-40B4-BE49-F238E27FC236}">
                <a16:creationId xmlns:a16="http://schemas.microsoft.com/office/drawing/2014/main" id="{041D3BD7-9DC3-05DD-49EA-D2C7F23BC796}"/>
              </a:ext>
            </a:extLst>
          </p:cNvPr>
          <p:cNvSpPr/>
          <p:nvPr/>
        </p:nvSpPr>
        <p:spPr>
          <a:xfrm>
            <a:off x="8044893" y="3805880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개별권한관리</a:t>
            </a:r>
          </a:p>
        </p:txBody>
      </p:sp>
      <p:sp>
        <p:nvSpPr>
          <p:cNvPr id="143" name="모서리가 둥근 직사각형 75">
            <a:extLst>
              <a:ext uri="{FF2B5EF4-FFF2-40B4-BE49-F238E27FC236}">
                <a16:creationId xmlns:a16="http://schemas.microsoft.com/office/drawing/2014/main" id="{C7DA5327-F26C-F9DA-79E5-BDFAF7B38D05}"/>
              </a:ext>
            </a:extLst>
          </p:cNvPr>
          <p:cNvSpPr/>
          <p:nvPr/>
        </p:nvSpPr>
        <p:spPr>
          <a:xfrm>
            <a:off x="8044893" y="4054403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계정별별권한관리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4" name="모서리가 둥근 직사각형 75">
            <a:extLst>
              <a:ext uri="{FF2B5EF4-FFF2-40B4-BE49-F238E27FC236}">
                <a16:creationId xmlns:a16="http://schemas.microsoft.com/office/drawing/2014/main" id="{832A41B5-C760-8A1C-D60D-EF0C5BD7F4E0}"/>
              </a:ext>
            </a:extLst>
          </p:cNvPr>
          <p:cNvSpPr/>
          <p:nvPr/>
        </p:nvSpPr>
        <p:spPr>
          <a:xfrm>
            <a:off x="7875674" y="4283764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알림설정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모서리가 둥근 직사각형 75">
            <a:extLst>
              <a:ext uri="{FF2B5EF4-FFF2-40B4-BE49-F238E27FC236}">
                <a16:creationId xmlns:a16="http://schemas.microsoft.com/office/drawing/2014/main" id="{CC806A33-79F0-FAF0-90AD-AB1CF5291819}"/>
              </a:ext>
            </a:extLst>
          </p:cNvPr>
          <p:cNvSpPr/>
          <p:nvPr/>
        </p:nvSpPr>
        <p:spPr>
          <a:xfrm>
            <a:off x="7882355" y="4535792"/>
            <a:ext cx="910901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메일폼관리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5A1747B-E0D2-D2F4-0F65-AB1EE5DC95F5}"/>
              </a:ext>
            </a:extLst>
          </p:cNvPr>
          <p:cNvSpPr txBox="1"/>
          <p:nvPr/>
        </p:nvSpPr>
        <p:spPr>
          <a:xfrm>
            <a:off x="118092" y="5641208"/>
            <a:ext cx="24356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&lt;&lt; </a:t>
            </a:r>
            <a:r>
              <a:rPr lang="ko-KR" altLang="en-US" sz="1000" b="1" dirty="0"/>
              <a:t>작업 진행 표기 </a:t>
            </a:r>
            <a:r>
              <a:rPr lang="en-US" altLang="ko-KR" sz="1000" b="1" dirty="0"/>
              <a:t>&gt;&gt;</a:t>
            </a:r>
          </a:p>
          <a:p>
            <a:endParaRPr lang="en-US" altLang="ko-KR" sz="1000" b="1" dirty="0"/>
          </a:p>
          <a:p>
            <a:r>
              <a:rPr lang="en-US" altLang="ko-KR" sz="1000" b="1" dirty="0">
                <a:solidFill>
                  <a:srgbClr val="FF0000"/>
                </a:solidFill>
              </a:rPr>
              <a:t>1) </a:t>
            </a:r>
            <a:r>
              <a:rPr lang="ko-KR" altLang="en-US" sz="1000" b="1" dirty="0">
                <a:solidFill>
                  <a:srgbClr val="FF0000"/>
                </a:solidFill>
              </a:rPr>
              <a:t>작업완료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b="1" dirty="0">
                <a:solidFill>
                  <a:srgbClr val="0000FF"/>
                </a:solidFill>
              </a:rPr>
              <a:t>2) </a:t>
            </a:r>
            <a:r>
              <a:rPr lang="ko-KR" altLang="en-US" sz="1000" b="1" dirty="0">
                <a:solidFill>
                  <a:srgbClr val="0000FF"/>
                </a:solidFill>
              </a:rPr>
              <a:t>작업 진행 예정</a:t>
            </a:r>
            <a:endParaRPr lang="en-US" altLang="ko-KR" sz="1000" b="1" dirty="0">
              <a:solidFill>
                <a:srgbClr val="0000FF"/>
              </a:solidFill>
            </a:endParaRPr>
          </a:p>
          <a:p>
            <a:r>
              <a:rPr lang="en-US" altLang="ko-KR" sz="1000" b="1" dirty="0"/>
              <a:t>3) </a:t>
            </a:r>
            <a:r>
              <a:rPr lang="ko-KR" altLang="en-US" sz="1000" b="1" dirty="0"/>
              <a:t>대기</a:t>
            </a:r>
            <a:endParaRPr lang="en-US" alt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70024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1591-1557-A4AC-7AAB-46F945D2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460FA74-E8EF-FA57-8FFE-AD5EEFA2E80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4AFD68BF-8B74-A6E1-FF57-0388DFA25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WIZ SHOP FrontOffice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 와이어프레임 작성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기본 페이지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1F82AC42-B7CC-00F9-E40E-438392D28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와이어프레임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D5CE0DD-C158-C407-981E-08D87341A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00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89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E83C-C497-7974-5DAA-B480736E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E612B62-660E-0DFE-AD5A-34619CA23C9C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30637B4D-11B9-7DCF-CB7B-1A69174FD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WIZ SHOP BackOffice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 와이어프레임 작성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기본 페이지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D73968FE-012E-A36D-5E07-9CF606D78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PC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0A33380-428F-1D6B-B9A4-51F9E037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98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F2C5-9724-A144-2888-55F63B786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B5D0FB1-F29E-51AC-3E6F-B848F5CB6096}"/>
              </a:ext>
            </a:extLst>
          </p:cNvPr>
          <p:cNvCxnSpPr/>
          <p:nvPr/>
        </p:nvCxnSpPr>
        <p:spPr>
          <a:xfrm>
            <a:off x="2001616" y="2312876"/>
            <a:ext cx="486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0C6A203-EC9E-2E70-7C16-8211BD54DE0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5C2FF410-920E-68F7-8C7B-BBB4AAD7D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311733"/>
              </p:ext>
            </p:extLst>
          </p:nvPr>
        </p:nvGraphicFramePr>
        <p:xfrm>
          <a:off x="6969418" y="2548005"/>
          <a:ext cx="2772114" cy="375361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메뉴 구성 등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BI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BI 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명칭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대시보드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대상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담당자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로그아웃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로그아웃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GNB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endParaRPr kumimoji="1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텍스트 부분 활성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- 1~2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아웃시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비활성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현재 위치 메뉴 활성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GNB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플라이아웃 방식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- 2~3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아웃시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숨김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- 2~3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텍스트 부분 활성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LNB 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아코디언 방식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타이틀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- 2~3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노출된 하위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숨김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현재 위치 메뉴 활성 노출 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마우스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오버시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텍스트 부분 활성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5E4870-1EF3-9555-17C3-882CC28BB8A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63D36AC-A332-BC36-C9C1-993CAC47C058}"/>
              </a:ext>
            </a:extLst>
          </p:cNvPr>
          <p:cNvGrpSpPr/>
          <p:nvPr/>
        </p:nvGrpSpPr>
        <p:grpSpPr>
          <a:xfrm>
            <a:off x="191992" y="2008956"/>
            <a:ext cx="1746663" cy="4444380"/>
            <a:chOff x="191992" y="2008956"/>
            <a:chExt cx="1746663" cy="4444380"/>
          </a:xfrm>
        </p:grpSpPr>
        <p:sp>
          <p:nvSpPr>
            <p:cNvPr id="74" name="Nav Pane Background">
              <a:extLst>
                <a:ext uri="{FF2B5EF4-FFF2-40B4-BE49-F238E27FC236}">
                  <a16:creationId xmlns:a16="http://schemas.microsoft.com/office/drawing/2014/main" id="{28AB4D4B-CEC2-E629-16A7-C05C1FF9B37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91992" y="2008956"/>
              <a:ext cx="1746663" cy="44443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D45BC4A-2B2B-E342-BA79-32F5AA7E2B7E}"/>
                </a:ext>
              </a:extLst>
            </p:cNvPr>
            <p:cNvSpPr txBox="1"/>
            <p:nvPr/>
          </p:nvSpPr>
          <p:spPr>
            <a:xfrm>
              <a:off x="236476" y="2073804"/>
              <a:ext cx="15841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설정관리</a:t>
              </a:r>
              <a:endParaRPr lang="ko-KR" altLang="en-US" sz="900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1954C3-DBEC-2C93-7682-17069DAF31B5}"/>
                </a:ext>
              </a:extLst>
            </p:cNvPr>
            <p:cNvSpPr txBox="1"/>
            <p:nvPr/>
          </p:nvSpPr>
          <p:spPr>
            <a:xfrm>
              <a:off x="236476" y="2369484"/>
              <a:ext cx="1673924" cy="68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>
                  <a:highlight>
                    <a:srgbClr val="D9FCB6"/>
                  </a:highlight>
                </a:rPr>
                <a:t>상품관리</a:t>
              </a:r>
              <a:endParaRPr lang="en-US" altLang="ko-KR" sz="900" dirty="0">
                <a:highlight>
                  <a:srgbClr val="D9FCB6"/>
                </a:highlight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b="1" u="sng" dirty="0">
                  <a:solidFill>
                    <a:srgbClr val="0000FF"/>
                  </a:solidFill>
                </a:rPr>
                <a:t>채널별 상품관리</a:t>
              </a:r>
              <a:endParaRPr lang="en-US" altLang="ko-KR" sz="900" b="1" u="sng" dirty="0">
                <a:solidFill>
                  <a:srgbClr val="0000FF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dirty="0"/>
                <a:t>견적서 설정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4B7E474B-EB31-532D-0D0B-2C5B4D3D1CDF}"/>
              </a:ext>
            </a:extLst>
          </p:cNvPr>
          <p:cNvGrpSpPr/>
          <p:nvPr/>
        </p:nvGrpSpPr>
        <p:grpSpPr>
          <a:xfrm>
            <a:off x="188904" y="1340768"/>
            <a:ext cx="6708311" cy="666936"/>
            <a:chOff x="188904" y="1340768"/>
            <a:chExt cx="6708311" cy="666936"/>
          </a:xfrm>
        </p:grpSpPr>
        <p:sp>
          <p:nvSpPr>
            <p:cNvPr id="19" name="Nav Pane Background">
              <a:extLst>
                <a:ext uri="{FF2B5EF4-FFF2-40B4-BE49-F238E27FC236}">
                  <a16:creationId xmlns:a16="http://schemas.microsoft.com/office/drawing/2014/main" id="{6861A290-0EE3-7C94-DDF4-76368A7C5E30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188904" y="1340768"/>
              <a:ext cx="6708311" cy="666936"/>
            </a:xfrm>
            <a:prstGeom prst="rect">
              <a:avLst/>
            </a:prstGeom>
            <a:solidFill>
              <a:srgbClr val="2B2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Command Bar Background">
              <a:extLst>
                <a:ext uri="{FF2B5EF4-FFF2-40B4-BE49-F238E27FC236}">
                  <a16:creationId xmlns:a16="http://schemas.microsoft.com/office/drawing/2014/main" id="{35A22A28-193D-FBAF-0367-C89A70EC307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72480" y="1356618"/>
              <a:ext cx="2252816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Wiz Shop Admin</a:t>
              </a: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A12DD81C-6C30-A966-C063-655C5E24F6CE}"/>
                </a:ext>
              </a:extLst>
            </p:cNvPr>
            <p:cNvCxnSpPr>
              <a:cxnSpLocks/>
            </p:cNvCxnSpPr>
            <p:nvPr/>
          </p:nvCxnSpPr>
          <p:spPr>
            <a:xfrm>
              <a:off x="236476" y="1664804"/>
              <a:ext cx="6588000" cy="0"/>
            </a:xfrm>
            <a:prstGeom prst="line">
              <a:avLst/>
            </a:prstGeom>
            <a:ln w="6350" cmpd="sng">
              <a:solidFill>
                <a:schemeClr val="bg1">
                  <a:lumMod val="95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ommand Bar Background">
              <a:extLst>
                <a:ext uri="{FF2B5EF4-FFF2-40B4-BE49-F238E27FC236}">
                  <a16:creationId xmlns:a16="http://schemas.microsoft.com/office/drawing/2014/main" id="{D70D9F99-F44F-6A20-E24C-FBC5D772DC3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45076" y="1664804"/>
              <a:ext cx="6579400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대시보드    채널별 소속관리    주문관리    운영관리    </a:t>
              </a:r>
              <a:r>
                <a:rPr lang="ko-KR" altLang="en-US" sz="900" b="1" cap="all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설정관리</a:t>
              </a:r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</a:t>
              </a:r>
              <a:r>
                <a:rPr lang="ko-KR" altLang="en-US" sz="900" b="1" cap="all" dirty="0">
                  <a:solidFill>
                    <a:srgbClr val="0000FF"/>
                  </a:solidFill>
                  <a:highlight>
                    <a:srgbClr val="D9FCB6"/>
                  </a:highlight>
                  <a:latin typeface="Segoe UI" panose="020B0502040204020203" pitchFamily="34" charset="0"/>
                  <a:cs typeface="Segoe UI" panose="020B0502040204020203" pitchFamily="34" charset="0"/>
                </a:rPr>
                <a:t>채널관리</a:t>
              </a:r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회원관리    시스템관리   </a:t>
              </a:r>
              <a:endParaRPr lang="en-US" sz="900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6F75484-BFD8-F0F6-8AB3-68A2B42CF81A}"/>
                </a:ext>
              </a:extLst>
            </p:cNvPr>
            <p:cNvGrpSpPr/>
            <p:nvPr/>
          </p:nvGrpSpPr>
          <p:grpSpPr>
            <a:xfrm>
              <a:off x="5779938" y="1376440"/>
              <a:ext cx="1045270" cy="254000"/>
              <a:chOff x="5529064" y="1376440"/>
              <a:chExt cx="1045270" cy="254000"/>
            </a:xfrm>
          </p:grpSpPr>
          <p:sp>
            <p:nvSpPr>
              <p:cNvPr id="34" name="Avatar Placeholder">
                <a:extLst>
                  <a:ext uri="{FF2B5EF4-FFF2-40B4-BE49-F238E27FC236}">
                    <a16:creationId xmlns:a16="http://schemas.microsoft.com/office/drawing/2014/main" id="{3D7E017B-137D-C8E6-0656-8A93FDB8A4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29064" y="1376440"/>
                <a:ext cx="254000" cy="254000"/>
              </a:xfrm>
              <a:prstGeom prst="ellipse">
                <a:avLst/>
              </a:prstGeom>
              <a:solidFill>
                <a:srgbClr val="00968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AE0D1AF-A7D4-BFDB-4DC6-12FF736AE128}"/>
                  </a:ext>
                </a:extLst>
              </p:cNvPr>
              <p:cNvSpPr txBox="1"/>
              <p:nvPr/>
            </p:nvSpPr>
            <p:spPr>
              <a:xfrm>
                <a:off x="5773204" y="1392120"/>
                <a:ext cx="68334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chemeClr val="bg1"/>
                    </a:solidFill>
                  </a:rPr>
                  <a:t>홍길동</a:t>
                </a:r>
                <a:r>
                  <a:rPr lang="en-US" altLang="ko-KR" sz="900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900" dirty="0">
                    <a:solidFill>
                      <a:schemeClr val="bg1"/>
                    </a:solidFill>
                  </a:rPr>
                  <a:t>님</a:t>
                </a:r>
              </a:p>
            </p:txBody>
          </p:sp>
          <p:sp>
            <p:nvSpPr>
              <p:cNvPr id="71" name="User">
                <a:extLst>
                  <a:ext uri="{FF2B5EF4-FFF2-40B4-BE49-F238E27FC236}">
                    <a16:creationId xmlns:a16="http://schemas.microsoft.com/office/drawing/2014/main" id="{7E6DC907-BFF5-9CC2-04DD-3795C7E14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582557" y="1426574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2" name="Exit">
                <a:extLst>
                  <a:ext uri="{FF2B5EF4-FFF2-40B4-BE49-F238E27FC236}">
                    <a16:creationId xmlns:a16="http://schemas.microsoft.com/office/drawing/2014/main" id="{F9C279F5-AADA-DAC6-AF86-A420D937408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6439396" y="1425706"/>
                <a:ext cx="134938" cy="161925"/>
              </a:xfrm>
              <a:custGeom>
                <a:avLst/>
                <a:gdLst>
                  <a:gd name="T0" fmla="*/ 163 w 1167"/>
                  <a:gd name="T1" fmla="*/ 0 h 1411"/>
                  <a:gd name="T2" fmla="*/ 0 w 1167"/>
                  <a:gd name="T3" fmla="*/ 163 h 1411"/>
                  <a:gd name="T4" fmla="*/ 0 w 1167"/>
                  <a:gd name="T5" fmla="*/ 1248 h 1411"/>
                  <a:gd name="T6" fmla="*/ 163 w 1167"/>
                  <a:gd name="T7" fmla="*/ 1411 h 1411"/>
                  <a:gd name="T8" fmla="*/ 923 w 1167"/>
                  <a:gd name="T9" fmla="*/ 1411 h 1411"/>
                  <a:gd name="T10" fmla="*/ 1085 w 1167"/>
                  <a:gd name="T11" fmla="*/ 1248 h 1411"/>
                  <a:gd name="T12" fmla="*/ 1085 w 1167"/>
                  <a:gd name="T13" fmla="*/ 967 h 1411"/>
                  <a:gd name="T14" fmla="*/ 977 w 1167"/>
                  <a:gd name="T15" fmla="*/ 1062 h 1411"/>
                  <a:gd name="T16" fmla="*/ 977 w 1167"/>
                  <a:gd name="T17" fmla="*/ 1248 h 1411"/>
                  <a:gd name="T18" fmla="*/ 923 w 1167"/>
                  <a:gd name="T19" fmla="*/ 1303 h 1411"/>
                  <a:gd name="T20" fmla="*/ 163 w 1167"/>
                  <a:gd name="T21" fmla="*/ 1303 h 1411"/>
                  <a:gd name="T22" fmla="*/ 109 w 1167"/>
                  <a:gd name="T23" fmla="*/ 1248 h 1411"/>
                  <a:gd name="T24" fmla="*/ 109 w 1167"/>
                  <a:gd name="T25" fmla="*/ 163 h 1411"/>
                  <a:gd name="T26" fmla="*/ 163 w 1167"/>
                  <a:gd name="T27" fmla="*/ 109 h 1411"/>
                  <a:gd name="T28" fmla="*/ 923 w 1167"/>
                  <a:gd name="T29" fmla="*/ 109 h 1411"/>
                  <a:gd name="T30" fmla="*/ 977 w 1167"/>
                  <a:gd name="T31" fmla="*/ 163 h 1411"/>
                  <a:gd name="T32" fmla="*/ 977 w 1167"/>
                  <a:gd name="T33" fmla="*/ 351 h 1411"/>
                  <a:gd name="T34" fmla="*/ 1085 w 1167"/>
                  <a:gd name="T35" fmla="*/ 444 h 1411"/>
                  <a:gd name="T36" fmla="*/ 1085 w 1167"/>
                  <a:gd name="T37" fmla="*/ 163 h 1411"/>
                  <a:gd name="T38" fmla="*/ 923 w 1167"/>
                  <a:gd name="T39" fmla="*/ 0 h 1411"/>
                  <a:gd name="T40" fmla="*/ 163 w 1167"/>
                  <a:gd name="T41" fmla="*/ 0 h 1411"/>
                  <a:gd name="T42" fmla="*/ 751 w 1167"/>
                  <a:gd name="T43" fmla="*/ 351 h 1411"/>
                  <a:gd name="T44" fmla="*/ 706 w 1167"/>
                  <a:gd name="T45" fmla="*/ 405 h 1411"/>
                  <a:gd name="T46" fmla="*/ 706 w 1167"/>
                  <a:gd name="T47" fmla="*/ 543 h 1411"/>
                  <a:gd name="T48" fmla="*/ 380 w 1167"/>
                  <a:gd name="T49" fmla="*/ 543 h 1411"/>
                  <a:gd name="T50" fmla="*/ 326 w 1167"/>
                  <a:gd name="T51" fmla="*/ 597 h 1411"/>
                  <a:gd name="T52" fmla="*/ 326 w 1167"/>
                  <a:gd name="T53" fmla="*/ 814 h 1411"/>
                  <a:gd name="T54" fmla="*/ 380 w 1167"/>
                  <a:gd name="T55" fmla="*/ 869 h 1411"/>
                  <a:gd name="T56" fmla="*/ 706 w 1167"/>
                  <a:gd name="T57" fmla="*/ 869 h 1411"/>
                  <a:gd name="T58" fmla="*/ 706 w 1167"/>
                  <a:gd name="T59" fmla="*/ 1004 h 1411"/>
                  <a:gd name="T60" fmla="*/ 760 w 1167"/>
                  <a:gd name="T61" fmla="*/ 1058 h 1411"/>
                  <a:gd name="T62" fmla="*/ 1167 w 1167"/>
                  <a:gd name="T63" fmla="*/ 706 h 1411"/>
                  <a:gd name="T64" fmla="*/ 760 w 1167"/>
                  <a:gd name="T65" fmla="*/ 353 h 1411"/>
                  <a:gd name="T66" fmla="*/ 751 w 1167"/>
                  <a:gd name="T67" fmla="*/ 351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67" h="1411">
                    <a:moveTo>
                      <a:pt x="163" y="0"/>
                    </a:moveTo>
                    <a:cubicBezTo>
                      <a:pt x="73" y="0"/>
                      <a:pt x="0" y="73"/>
                      <a:pt x="0" y="163"/>
                    </a:cubicBezTo>
                    <a:lnTo>
                      <a:pt x="0" y="1248"/>
                    </a:lnTo>
                    <a:cubicBezTo>
                      <a:pt x="0" y="1338"/>
                      <a:pt x="73" y="1411"/>
                      <a:pt x="163" y="1411"/>
                    </a:cubicBezTo>
                    <a:lnTo>
                      <a:pt x="923" y="1411"/>
                    </a:lnTo>
                    <a:cubicBezTo>
                      <a:pt x="1013" y="1411"/>
                      <a:pt x="1085" y="1338"/>
                      <a:pt x="1085" y="1248"/>
                    </a:cubicBezTo>
                    <a:lnTo>
                      <a:pt x="1085" y="967"/>
                    </a:lnTo>
                    <a:lnTo>
                      <a:pt x="977" y="1062"/>
                    </a:lnTo>
                    <a:lnTo>
                      <a:pt x="977" y="1248"/>
                    </a:lnTo>
                    <a:cubicBezTo>
                      <a:pt x="977" y="1278"/>
                      <a:pt x="953" y="1303"/>
                      <a:pt x="923" y="1303"/>
                    </a:cubicBezTo>
                    <a:lnTo>
                      <a:pt x="163" y="1303"/>
                    </a:lnTo>
                    <a:cubicBezTo>
                      <a:pt x="133" y="1303"/>
                      <a:pt x="109" y="1278"/>
                      <a:pt x="109" y="1248"/>
                    </a:cubicBezTo>
                    <a:lnTo>
                      <a:pt x="109" y="163"/>
                    </a:lnTo>
                    <a:cubicBezTo>
                      <a:pt x="109" y="133"/>
                      <a:pt x="133" y="109"/>
                      <a:pt x="163" y="109"/>
                    </a:cubicBezTo>
                    <a:lnTo>
                      <a:pt x="923" y="109"/>
                    </a:lnTo>
                    <a:cubicBezTo>
                      <a:pt x="953" y="109"/>
                      <a:pt x="977" y="133"/>
                      <a:pt x="977" y="163"/>
                    </a:cubicBezTo>
                    <a:lnTo>
                      <a:pt x="977" y="351"/>
                    </a:lnTo>
                    <a:lnTo>
                      <a:pt x="1085" y="444"/>
                    </a:lnTo>
                    <a:lnTo>
                      <a:pt x="1085" y="163"/>
                    </a:lnTo>
                    <a:cubicBezTo>
                      <a:pt x="1085" y="73"/>
                      <a:pt x="1013" y="0"/>
                      <a:pt x="923" y="0"/>
                    </a:cubicBezTo>
                    <a:lnTo>
                      <a:pt x="163" y="0"/>
                    </a:lnTo>
                    <a:close/>
                    <a:moveTo>
                      <a:pt x="751" y="351"/>
                    </a:moveTo>
                    <a:cubicBezTo>
                      <a:pt x="736" y="349"/>
                      <a:pt x="706" y="351"/>
                      <a:pt x="706" y="405"/>
                    </a:cubicBezTo>
                    <a:lnTo>
                      <a:pt x="706" y="543"/>
                    </a:lnTo>
                    <a:lnTo>
                      <a:pt x="380" y="543"/>
                    </a:lnTo>
                    <a:cubicBezTo>
                      <a:pt x="350" y="543"/>
                      <a:pt x="326" y="567"/>
                      <a:pt x="326" y="597"/>
                    </a:cubicBezTo>
                    <a:lnTo>
                      <a:pt x="326" y="814"/>
                    </a:lnTo>
                    <a:cubicBezTo>
                      <a:pt x="326" y="844"/>
                      <a:pt x="350" y="869"/>
                      <a:pt x="380" y="869"/>
                    </a:cubicBezTo>
                    <a:lnTo>
                      <a:pt x="706" y="869"/>
                    </a:lnTo>
                    <a:lnTo>
                      <a:pt x="706" y="1004"/>
                    </a:lnTo>
                    <a:cubicBezTo>
                      <a:pt x="706" y="1074"/>
                      <a:pt x="760" y="1058"/>
                      <a:pt x="760" y="1058"/>
                    </a:cubicBezTo>
                    <a:lnTo>
                      <a:pt x="1167" y="706"/>
                    </a:lnTo>
                    <a:lnTo>
                      <a:pt x="760" y="353"/>
                    </a:lnTo>
                    <a:cubicBezTo>
                      <a:pt x="760" y="353"/>
                      <a:pt x="756" y="352"/>
                      <a:pt x="751" y="35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79DB95DA-B317-B212-74BE-C668312857A9}"/>
                </a:ext>
              </a:extLst>
            </p:cNvPr>
            <p:cNvSpPr/>
            <p:nvPr/>
          </p:nvSpPr>
          <p:spPr>
            <a:xfrm>
              <a:off x="3000075" y="1960539"/>
              <a:ext cx="504056" cy="45719"/>
            </a:xfrm>
            <a:prstGeom prst="rect">
              <a:avLst/>
            </a:prstGeom>
            <a:solidFill>
              <a:srgbClr val="00B0F0"/>
            </a:solidFill>
            <a:ln w="6350">
              <a:noFill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F120FD89-CD51-A10C-B490-4DAE4CC518EE}"/>
              </a:ext>
            </a:extLst>
          </p:cNvPr>
          <p:cNvGrpSpPr/>
          <p:nvPr/>
        </p:nvGrpSpPr>
        <p:grpSpPr>
          <a:xfrm>
            <a:off x="1983139" y="2073804"/>
            <a:ext cx="4888702" cy="230832"/>
            <a:chOff x="1983139" y="2073804"/>
            <a:chExt cx="4888702" cy="23083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B0B4F8C-9B24-EBCA-925A-D4434CE03937}"/>
                </a:ext>
              </a:extLst>
            </p:cNvPr>
            <p:cNvGrpSpPr/>
            <p:nvPr/>
          </p:nvGrpSpPr>
          <p:grpSpPr>
            <a:xfrm>
              <a:off x="5078348" y="2073804"/>
              <a:ext cx="1793493" cy="230832"/>
              <a:chOff x="5078348" y="2073804"/>
              <a:chExt cx="1793493" cy="230832"/>
            </a:xfrm>
          </p:grpSpPr>
          <p:sp>
            <p:nvSpPr>
              <p:cNvPr id="78" name="Go Home">
                <a:extLst>
                  <a:ext uri="{FF2B5EF4-FFF2-40B4-BE49-F238E27FC236}">
                    <a16:creationId xmlns:a16="http://schemas.microsoft.com/office/drawing/2014/main" id="{E93B3F73-DB75-B79D-8CED-80DB8FDE99B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078348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B6882DF-4D49-AE61-DA6B-1BFB5A052196}"/>
                  </a:ext>
                </a:extLst>
              </p:cNvPr>
              <p:cNvSpPr txBox="1"/>
              <p:nvPr/>
            </p:nvSpPr>
            <p:spPr>
              <a:xfrm>
                <a:off x="5210720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설정관리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채널별 상품관리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2FBFFC3-669D-E3D2-8C0B-954E1F247518}"/>
                </a:ext>
              </a:extLst>
            </p:cNvPr>
            <p:cNvSpPr txBox="1"/>
            <p:nvPr/>
          </p:nvSpPr>
          <p:spPr>
            <a:xfrm>
              <a:off x="1983139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채널별 상품관리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68547F0-27F5-8B83-8D25-66B869F3E758}"/>
              </a:ext>
            </a:extLst>
          </p:cNvPr>
          <p:cNvGrpSpPr/>
          <p:nvPr/>
        </p:nvGrpSpPr>
        <p:grpSpPr>
          <a:xfrm>
            <a:off x="3504131" y="1989272"/>
            <a:ext cx="1235292" cy="827658"/>
            <a:chOff x="3504131" y="1989272"/>
            <a:chExt cx="1235292" cy="827658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69F15719-3E44-8E33-3F74-A7466E2524EA}"/>
                </a:ext>
              </a:extLst>
            </p:cNvPr>
            <p:cNvSpPr/>
            <p:nvPr/>
          </p:nvSpPr>
          <p:spPr>
            <a:xfrm>
              <a:off x="3504131" y="1989272"/>
              <a:ext cx="1235292" cy="827658"/>
            </a:xfrm>
            <a:prstGeom prst="roundRect">
              <a:avLst>
                <a:gd name="adj" fmla="val 3628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D74D977-B8C5-E711-F96C-C3E535F55CED}"/>
                </a:ext>
              </a:extLst>
            </p:cNvPr>
            <p:cNvSpPr txBox="1"/>
            <p:nvPr/>
          </p:nvSpPr>
          <p:spPr>
            <a:xfrm>
              <a:off x="3517375" y="2025095"/>
              <a:ext cx="1196364" cy="68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/>
                <a:t>채널 정보 관리</a:t>
              </a:r>
              <a:endParaRPr lang="en-US" altLang="ko-KR" sz="900" dirty="0"/>
            </a:p>
            <a:p>
              <a:pPr>
                <a:lnSpc>
                  <a:spcPct val="150000"/>
                </a:lnSpc>
              </a:pPr>
              <a:r>
                <a:rPr lang="ko-KR" altLang="en-US" sz="900" b="1" dirty="0">
                  <a:solidFill>
                    <a:srgbClr val="00B0F0"/>
                  </a:solidFill>
                </a:rPr>
                <a:t>채널별 소속 관리</a:t>
              </a:r>
              <a:endParaRPr lang="en-US" altLang="ko-KR" sz="900" b="1" dirty="0">
                <a:solidFill>
                  <a:srgbClr val="00B0F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dirty="0"/>
                <a:t>이용중인 사이트</a:t>
              </a:r>
            </a:p>
          </p:txBody>
        </p: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FDD040D7-43FD-EF31-49AF-37E0D9519148}"/>
              </a:ext>
            </a:extLst>
          </p:cNvPr>
          <p:cNvSpPr/>
          <p:nvPr/>
        </p:nvSpPr>
        <p:spPr>
          <a:xfrm>
            <a:off x="2892075" y="155555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2684309-ACB7-8C45-0CA6-572933B7FDB0}"/>
              </a:ext>
            </a:extLst>
          </p:cNvPr>
          <p:cNvSpPr/>
          <p:nvPr/>
        </p:nvSpPr>
        <p:spPr>
          <a:xfrm>
            <a:off x="3436655" y="193837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802A2B8-C77E-8B9D-5F7F-768761DF2380}"/>
              </a:ext>
            </a:extLst>
          </p:cNvPr>
          <p:cNvSpPr/>
          <p:nvPr/>
        </p:nvSpPr>
        <p:spPr>
          <a:xfrm>
            <a:off x="94738" y="199613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12B525A-A1C9-DCC3-532B-94BCE60D36E1}"/>
              </a:ext>
            </a:extLst>
          </p:cNvPr>
          <p:cNvSpPr/>
          <p:nvPr/>
        </p:nvSpPr>
        <p:spPr>
          <a:xfrm>
            <a:off x="202738" y="125015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94322AB-09B3-C18F-D9D4-C46CA31D25E3}"/>
              </a:ext>
            </a:extLst>
          </p:cNvPr>
          <p:cNvSpPr/>
          <p:nvPr/>
        </p:nvSpPr>
        <p:spPr>
          <a:xfrm>
            <a:off x="5698370" y="120932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C2550FC-A495-8A90-4DAA-DCA935EF1903}"/>
              </a:ext>
            </a:extLst>
          </p:cNvPr>
          <p:cNvSpPr/>
          <p:nvPr/>
        </p:nvSpPr>
        <p:spPr>
          <a:xfrm>
            <a:off x="6570702" y="121175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E31AA2-E44D-A030-9DC0-3160728C81F9}"/>
              </a:ext>
            </a:extLst>
          </p:cNvPr>
          <p:cNvSpPr txBox="1"/>
          <p:nvPr/>
        </p:nvSpPr>
        <p:spPr>
          <a:xfrm>
            <a:off x="227511" y="3953178"/>
            <a:ext cx="1673924" cy="151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메뉴관리                       ▼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0000FF"/>
                </a:solidFill>
              </a:rPr>
              <a:t>권한관리                       ▲</a:t>
            </a:r>
            <a:endParaRPr lang="en-US" altLang="ko-KR" sz="90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900" b="1" u="sng" dirty="0">
                <a:solidFill>
                  <a:srgbClr val="0000FF"/>
                </a:solidFill>
              </a:rPr>
              <a:t>* </a:t>
            </a:r>
            <a:r>
              <a:rPr lang="ko-KR" altLang="en-US" sz="900" b="1" u="sng" dirty="0">
                <a:solidFill>
                  <a:srgbClr val="0000FF"/>
                </a:solidFill>
              </a:rPr>
              <a:t>그룹 권한 관리</a:t>
            </a:r>
            <a:endParaRPr lang="en-US" altLang="ko-KR" sz="900" b="1" u="sng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/>
              <a:t>* </a:t>
            </a:r>
            <a:r>
              <a:rPr lang="ko-KR" altLang="en-US" sz="900" dirty="0"/>
              <a:t>개별 권한 관리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en-US" altLang="ko-KR" sz="900" dirty="0"/>
              <a:t>* </a:t>
            </a:r>
            <a:r>
              <a:rPr lang="ko-KR" altLang="en-US" sz="900" dirty="0"/>
              <a:t>계정별 권한 관리</a:t>
            </a: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ko-KR" altLang="en-US" sz="900" dirty="0" err="1">
                <a:highlight>
                  <a:srgbClr val="D9FCB6"/>
                </a:highlight>
              </a:rPr>
              <a:t>알림설정</a:t>
            </a:r>
            <a:endParaRPr lang="en-US" altLang="ko-KR" sz="900" dirty="0">
              <a:highlight>
                <a:srgbClr val="D9FCB6"/>
              </a:highlight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 err="1"/>
              <a:t>메일폼관리</a:t>
            </a:r>
            <a:endParaRPr lang="en-US" altLang="ko-KR" sz="9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E078C12-B68A-B486-1C71-716A0E9D7CFA}"/>
              </a:ext>
            </a:extLst>
          </p:cNvPr>
          <p:cNvSpPr/>
          <p:nvPr/>
        </p:nvSpPr>
        <p:spPr>
          <a:xfrm>
            <a:off x="79484" y="2407073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C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C5210BD-1A5F-49D2-3D61-21243877F5F3}"/>
              </a:ext>
            </a:extLst>
          </p:cNvPr>
          <p:cNvSpPr/>
          <p:nvPr/>
        </p:nvSpPr>
        <p:spPr>
          <a:xfrm>
            <a:off x="75027" y="4003767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D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465C1F-645F-F92E-6484-9442E558E1E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BF292B-7380-BCE7-A519-266A41F7401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3A93B0-9E38-E500-858B-73E29BA202EA}"/>
              </a:ext>
            </a:extLst>
          </p:cNvPr>
          <p:cNvGrpSpPr/>
          <p:nvPr/>
        </p:nvGrpSpPr>
        <p:grpSpPr>
          <a:xfrm>
            <a:off x="3497911" y="3878749"/>
            <a:ext cx="1235292" cy="1026418"/>
            <a:chOff x="3504131" y="1989273"/>
            <a:chExt cx="1235292" cy="68375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CB21B05-041D-2248-DE7D-FBB3681BF241}"/>
                </a:ext>
              </a:extLst>
            </p:cNvPr>
            <p:cNvSpPr/>
            <p:nvPr/>
          </p:nvSpPr>
          <p:spPr>
            <a:xfrm>
              <a:off x="3504131" y="1989273"/>
              <a:ext cx="1235292" cy="683753"/>
            </a:xfrm>
            <a:prstGeom prst="roundRect">
              <a:avLst>
                <a:gd name="adj" fmla="val 3628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5103269-6B98-05AB-DAB4-AC63F69191AA}"/>
                </a:ext>
              </a:extLst>
            </p:cNvPr>
            <p:cNvSpPr txBox="1"/>
            <p:nvPr/>
          </p:nvSpPr>
          <p:spPr>
            <a:xfrm>
              <a:off x="3517375" y="2025095"/>
              <a:ext cx="1196364" cy="597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메뉴관리            </a:t>
              </a:r>
              <a:r>
                <a:rPr lang="en-US" altLang="ko-KR" sz="9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900" dirty="0"/>
                <a:t>권한관리            </a:t>
              </a:r>
              <a:r>
                <a:rPr lang="en-US" altLang="ko-KR" sz="900" dirty="0"/>
                <a:t>&gt;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900" dirty="0" err="1"/>
                <a:t>알림설정</a:t>
              </a:r>
              <a:endParaRPr lang="en-US" altLang="ko-KR" sz="900" dirty="0"/>
            </a:p>
            <a:p>
              <a:pPr>
                <a:lnSpc>
                  <a:spcPct val="150000"/>
                </a:lnSpc>
              </a:pPr>
              <a:r>
                <a:rPr lang="ko-KR" altLang="en-US" sz="900" dirty="0" err="1"/>
                <a:t>메일폼관리</a:t>
              </a:r>
              <a:endParaRPr lang="ko-KR" altLang="en-US" sz="9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CAAA0D1-A2A7-4E45-0CD5-6957ACF45DC4}"/>
              </a:ext>
            </a:extLst>
          </p:cNvPr>
          <p:cNvGrpSpPr/>
          <p:nvPr/>
        </p:nvGrpSpPr>
        <p:grpSpPr>
          <a:xfrm>
            <a:off x="4666401" y="3908793"/>
            <a:ext cx="1235292" cy="557827"/>
            <a:chOff x="3504131" y="1989273"/>
            <a:chExt cx="1235292" cy="37159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B9F52F41-F24B-6CDE-00DA-CE763BDBE69E}"/>
                </a:ext>
              </a:extLst>
            </p:cNvPr>
            <p:cNvSpPr/>
            <p:nvPr/>
          </p:nvSpPr>
          <p:spPr>
            <a:xfrm>
              <a:off x="3504131" y="1989273"/>
              <a:ext cx="1235292" cy="371599"/>
            </a:xfrm>
            <a:prstGeom prst="roundRect">
              <a:avLst>
                <a:gd name="adj" fmla="val 3628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2CB6323-AC0B-1A29-DB2E-0E94EFA17AA1}"/>
                </a:ext>
              </a:extLst>
            </p:cNvPr>
            <p:cNvSpPr txBox="1"/>
            <p:nvPr/>
          </p:nvSpPr>
          <p:spPr>
            <a:xfrm>
              <a:off x="3517375" y="2025095"/>
              <a:ext cx="1196364" cy="320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관리자 메뉴 관리</a:t>
              </a:r>
              <a:endParaRPr lang="en-US" altLang="ko-KR" sz="9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dirty="0"/>
                <a:t>사용자 메뉴 관리</a:t>
              </a:r>
            </a:p>
          </p:txBody>
        </p:sp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D53FB832-B914-1FA7-30B4-09593B898B75}"/>
              </a:ext>
            </a:extLst>
          </p:cNvPr>
          <p:cNvSpPr/>
          <p:nvPr/>
        </p:nvSpPr>
        <p:spPr>
          <a:xfrm>
            <a:off x="4628284" y="1988488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FE4CDB2-73A5-DBBF-9CA9-04EC4E1707B1}"/>
              </a:ext>
            </a:extLst>
          </p:cNvPr>
          <p:cNvSpPr/>
          <p:nvPr/>
        </p:nvSpPr>
        <p:spPr>
          <a:xfrm>
            <a:off x="4599519" y="3729636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70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6B60-E7E8-CE02-EE00-CCC38F8D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54A7C5F-4839-B94E-356E-4880F07E0F48}"/>
              </a:ext>
            </a:extLst>
          </p:cNvPr>
          <p:cNvCxnSpPr/>
          <p:nvPr/>
        </p:nvCxnSpPr>
        <p:spPr>
          <a:xfrm>
            <a:off x="2001616" y="2312876"/>
            <a:ext cx="4860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D5B7BA-44C3-A7A3-008B-75C429B4794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896E14D7-5B21-F004-F72B-50815167D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743515"/>
              </p:ext>
            </p:extLst>
          </p:nvPr>
        </p:nvGraphicFramePr>
        <p:xfrm>
          <a:off x="6969418" y="2548005"/>
          <a:ext cx="2772114" cy="10903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페이지 구성 등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타이틀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타이틀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로케이션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현재 메뉴 로케이션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링크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X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FA09D0-3ED7-9D87-63B8-6DC81D414D54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EDD7D78-5D4B-34A9-8164-18FADB4A2682}"/>
              </a:ext>
            </a:extLst>
          </p:cNvPr>
          <p:cNvGrpSpPr/>
          <p:nvPr/>
        </p:nvGrpSpPr>
        <p:grpSpPr>
          <a:xfrm>
            <a:off x="191992" y="2008956"/>
            <a:ext cx="1746663" cy="4444380"/>
            <a:chOff x="191992" y="2008956"/>
            <a:chExt cx="1746663" cy="4444380"/>
          </a:xfrm>
        </p:grpSpPr>
        <p:sp>
          <p:nvSpPr>
            <p:cNvPr id="74" name="Nav Pane Background">
              <a:extLst>
                <a:ext uri="{FF2B5EF4-FFF2-40B4-BE49-F238E27FC236}">
                  <a16:creationId xmlns:a16="http://schemas.microsoft.com/office/drawing/2014/main" id="{DD752A2C-0BFA-6BEA-B496-1BA5B91A42BC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91992" y="2008956"/>
              <a:ext cx="1746663" cy="44443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CA5EBE3-63B1-6F62-B55C-611BDE835242}"/>
                </a:ext>
              </a:extLst>
            </p:cNvPr>
            <p:cNvSpPr txBox="1"/>
            <p:nvPr/>
          </p:nvSpPr>
          <p:spPr>
            <a:xfrm>
              <a:off x="236476" y="2073804"/>
              <a:ext cx="15841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/>
                <a:t>설정관리</a:t>
              </a:r>
              <a:endParaRPr lang="ko-KR" altLang="en-US" sz="900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FC097DE-2F68-B921-10AB-B3A95934C32C}"/>
                </a:ext>
              </a:extLst>
            </p:cNvPr>
            <p:cNvSpPr txBox="1"/>
            <p:nvPr/>
          </p:nvSpPr>
          <p:spPr>
            <a:xfrm>
              <a:off x="236476" y="2369484"/>
              <a:ext cx="1673924" cy="68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/>
                <a:t>상품관리</a:t>
              </a:r>
              <a:endParaRPr lang="en-US" altLang="ko-KR" sz="900" dirty="0"/>
            </a:p>
            <a:p>
              <a:pPr>
                <a:lnSpc>
                  <a:spcPct val="150000"/>
                </a:lnSpc>
              </a:pPr>
              <a:r>
                <a:rPr lang="ko-KR" altLang="en-US" sz="900" b="1" u="sng" dirty="0">
                  <a:solidFill>
                    <a:srgbClr val="0000FF"/>
                  </a:solidFill>
                </a:rPr>
                <a:t>채널별 상품관리</a:t>
              </a:r>
              <a:endParaRPr lang="en-US" altLang="ko-KR" sz="900" b="1" u="sng" dirty="0">
                <a:solidFill>
                  <a:srgbClr val="0000FF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900" dirty="0"/>
                <a:t>견적서 설정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E837C4E7-6CAB-F27B-1513-583A84F2059F}"/>
              </a:ext>
            </a:extLst>
          </p:cNvPr>
          <p:cNvGrpSpPr/>
          <p:nvPr/>
        </p:nvGrpSpPr>
        <p:grpSpPr>
          <a:xfrm>
            <a:off x="188904" y="1340768"/>
            <a:ext cx="6708311" cy="666936"/>
            <a:chOff x="188904" y="1340768"/>
            <a:chExt cx="6708311" cy="666936"/>
          </a:xfrm>
        </p:grpSpPr>
        <p:sp>
          <p:nvSpPr>
            <p:cNvPr id="19" name="Nav Pane Background">
              <a:extLst>
                <a:ext uri="{FF2B5EF4-FFF2-40B4-BE49-F238E27FC236}">
                  <a16:creationId xmlns:a16="http://schemas.microsoft.com/office/drawing/2014/main" id="{E12A586A-AAD1-DF02-5C91-94E8D30496DA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188904" y="1340768"/>
              <a:ext cx="6708311" cy="666936"/>
            </a:xfrm>
            <a:prstGeom prst="rect">
              <a:avLst/>
            </a:prstGeom>
            <a:solidFill>
              <a:srgbClr val="2B2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Command Bar Background">
              <a:extLst>
                <a:ext uri="{FF2B5EF4-FFF2-40B4-BE49-F238E27FC236}">
                  <a16:creationId xmlns:a16="http://schemas.microsoft.com/office/drawing/2014/main" id="{F11C762C-032A-1326-50AC-464DF01CC0C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72480" y="1356618"/>
              <a:ext cx="2252816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Wiz Shop Admin</a:t>
              </a: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477582D0-4EE4-8C69-3152-B722660D0A4D}"/>
                </a:ext>
              </a:extLst>
            </p:cNvPr>
            <p:cNvCxnSpPr>
              <a:cxnSpLocks/>
            </p:cNvCxnSpPr>
            <p:nvPr/>
          </p:nvCxnSpPr>
          <p:spPr>
            <a:xfrm>
              <a:off x="236476" y="1664804"/>
              <a:ext cx="6588000" cy="0"/>
            </a:xfrm>
            <a:prstGeom prst="line">
              <a:avLst/>
            </a:prstGeom>
            <a:ln w="6350" cmpd="sng">
              <a:solidFill>
                <a:schemeClr val="bg1">
                  <a:lumMod val="95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ommand Bar Background">
              <a:extLst>
                <a:ext uri="{FF2B5EF4-FFF2-40B4-BE49-F238E27FC236}">
                  <a16:creationId xmlns:a16="http://schemas.microsoft.com/office/drawing/2014/main" id="{154A3D80-5B78-D355-DDD7-CC9FB00F21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45076" y="1664804"/>
              <a:ext cx="6579400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대시보드    채널별 소속관리    주문관리    운영관리    </a:t>
              </a:r>
              <a:r>
                <a:rPr lang="ko-KR" altLang="en-US" sz="900" b="1" cap="all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설정관리</a:t>
              </a:r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</a:t>
              </a:r>
              <a:r>
                <a:rPr lang="ko-KR" altLang="en-US" sz="900" b="1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채널관리</a:t>
              </a:r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회원관리    시스템관리   </a:t>
              </a:r>
              <a:endParaRPr lang="en-US" sz="900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327ECF9D-AC00-7D34-ED7B-1D87C9865DE7}"/>
                </a:ext>
              </a:extLst>
            </p:cNvPr>
            <p:cNvGrpSpPr/>
            <p:nvPr/>
          </p:nvGrpSpPr>
          <p:grpSpPr>
            <a:xfrm>
              <a:off x="5779938" y="1376440"/>
              <a:ext cx="1045270" cy="254000"/>
              <a:chOff x="5529064" y="1376440"/>
              <a:chExt cx="1045270" cy="254000"/>
            </a:xfrm>
          </p:grpSpPr>
          <p:sp>
            <p:nvSpPr>
              <p:cNvPr id="34" name="Avatar Placeholder">
                <a:extLst>
                  <a:ext uri="{FF2B5EF4-FFF2-40B4-BE49-F238E27FC236}">
                    <a16:creationId xmlns:a16="http://schemas.microsoft.com/office/drawing/2014/main" id="{50DF58AF-6F28-37C5-340C-AED9953548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29064" y="1376440"/>
                <a:ext cx="254000" cy="254000"/>
              </a:xfrm>
              <a:prstGeom prst="ellipse">
                <a:avLst/>
              </a:prstGeom>
              <a:solidFill>
                <a:srgbClr val="00968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9EB221A-0FFD-ED68-DE9C-4E98857272B2}"/>
                  </a:ext>
                </a:extLst>
              </p:cNvPr>
              <p:cNvSpPr txBox="1"/>
              <p:nvPr/>
            </p:nvSpPr>
            <p:spPr>
              <a:xfrm>
                <a:off x="5773204" y="1392120"/>
                <a:ext cx="68334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chemeClr val="bg1"/>
                    </a:solidFill>
                  </a:rPr>
                  <a:t>홍길동</a:t>
                </a:r>
                <a:r>
                  <a:rPr lang="en-US" altLang="ko-KR" sz="900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900" dirty="0">
                    <a:solidFill>
                      <a:schemeClr val="bg1"/>
                    </a:solidFill>
                  </a:rPr>
                  <a:t>님</a:t>
                </a:r>
              </a:p>
            </p:txBody>
          </p:sp>
          <p:sp>
            <p:nvSpPr>
              <p:cNvPr id="71" name="User">
                <a:extLst>
                  <a:ext uri="{FF2B5EF4-FFF2-40B4-BE49-F238E27FC236}">
                    <a16:creationId xmlns:a16="http://schemas.microsoft.com/office/drawing/2014/main" id="{C131AADB-6B0A-F51B-2481-22B3FB9358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582557" y="1426574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2" name="Exit">
                <a:extLst>
                  <a:ext uri="{FF2B5EF4-FFF2-40B4-BE49-F238E27FC236}">
                    <a16:creationId xmlns:a16="http://schemas.microsoft.com/office/drawing/2014/main" id="{54BCBA6F-D645-56C6-861A-18D46D5BB24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6439396" y="1425706"/>
                <a:ext cx="134938" cy="161925"/>
              </a:xfrm>
              <a:custGeom>
                <a:avLst/>
                <a:gdLst>
                  <a:gd name="T0" fmla="*/ 163 w 1167"/>
                  <a:gd name="T1" fmla="*/ 0 h 1411"/>
                  <a:gd name="T2" fmla="*/ 0 w 1167"/>
                  <a:gd name="T3" fmla="*/ 163 h 1411"/>
                  <a:gd name="T4" fmla="*/ 0 w 1167"/>
                  <a:gd name="T5" fmla="*/ 1248 h 1411"/>
                  <a:gd name="T6" fmla="*/ 163 w 1167"/>
                  <a:gd name="T7" fmla="*/ 1411 h 1411"/>
                  <a:gd name="T8" fmla="*/ 923 w 1167"/>
                  <a:gd name="T9" fmla="*/ 1411 h 1411"/>
                  <a:gd name="T10" fmla="*/ 1085 w 1167"/>
                  <a:gd name="T11" fmla="*/ 1248 h 1411"/>
                  <a:gd name="T12" fmla="*/ 1085 w 1167"/>
                  <a:gd name="T13" fmla="*/ 967 h 1411"/>
                  <a:gd name="T14" fmla="*/ 977 w 1167"/>
                  <a:gd name="T15" fmla="*/ 1062 h 1411"/>
                  <a:gd name="T16" fmla="*/ 977 w 1167"/>
                  <a:gd name="T17" fmla="*/ 1248 h 1411"/>
                  <a:gd name="T18" fmla="*/ 923 w 1167"/>
                  <a:gd name="T19" fmla="*/ 1303 h 1411"/>
                  <a:gd name="T20" fmla="*/ 163 w 1167"/>
                  <a:gd name="T21" fmla="*/ 1303 h 1411"/>
                  <a:gd name="T22" fmla="*/ 109 w 1167"/>
                  <a:gd name="T23" fmla="*/ 1248 h 1411"/>
                  <a:gd name="T24" fmla="*/ 109 w 1167"/>
                  <a:gd name="T25" fmla="*/ 163 h 1411"/>
                  <a:gd name="T26" fmla="*/ 163 w 1167"/>
                  <a:gd name="T27" fmla="*/ 109 h 1411"/>
                  <a:gd name="T28" fmla="*/ 923 w 1167"/>
                  <a:gd name="T29" fmla="*/ 109 h 1411"/>
                  <a:gd name="T30" fmla="*/ 977 w 1167"/>
                  <a:gd name="T31" fmla="*/ 163 h 1411"/>
                  <a:gd name="T32" fmla="*/ 977 w 1167"/>
                  <a:gd name="T33" fmla="*/ 351 h 1411"/>
                  <a:gd name="T34" fmla="*/ 1085 w 1167"/>
                  <a:gd name="T35" fmla="*/ 444 h 1411"/>
                  <a:gd name="T36" fmla="*/ 1085 w 1167"/>
                  <a:gd name="T37" fmla="*/ 163 h 1411"/>
                  <a:gd name="T38" fmla="*/ 923 w 1167"/>
                  <a:gd name="T39" fmla="*/ 0 h 1411"/>
                  <a:gd name="T40" fmla="*/ 163 w 1167"/>
                  <a:gd name="T41" fmla="*/ 0 h 1411"/>
                  <a:gd name="T42" fmla="*/ 751 w 1167"/>
                  <a:gd name="T43" fmla="*/ 351 h 1411"/>
                  <a:gd name="T44" fmla="*/ 706 w 1167"/>
                  <a:gd name="T45" fmla="*/ 405 h 1411"/>
                  <a:gd name="T46" fmla="*/ 706 w 1167"/>
                  <a:gd name="T47" fmla="*/ 543 h 1411"/>
                  <a:gd name="T48" fmla="*/ 380 w 1167"/>
                  <a:gd name="T49" fmla="*/ 543 h 1411"/>
                  <a:gd name="T50" fmla="*/ 326 w 1167"/>
                  <a:gd name="T51" fmla="*/ 597 h 1411"/>
                  <a:gd name="T52" fmla="*/ 326 w 1167"/>
                  <a:gd name="T53" fmla="*/ 814 h 1411"/>
                  <a:gd name="T54" fmla="*/ 380 w 1167"/>
                  <a:gd name="T55" fmla="*/ 869 h 1411"/>
                  <a:gd name="T56" fmla="*/ 706 w 1167"/>
                  <a:gd name="T57" fmla="*/ 869 h 1411"/>
                  <a:gd name="T58" fmla="*/ 706 w 1167"/>
                  <a:gd name="T59" fmla="*/ 1004 h 1411"/>
                  <a:gd name="T60" fmla="*/ 760 w 1167"/>
                  <a:gd name="T61" fmla="*/ 1058 h 1411"/>
                  <a:gd name="T62" fmla="*/ 1167 w 1167"/>
                  <a:gd name="T63" fmla="*/ 706 h 1411"/>
                  <a:gd name="T64" fmla="*/ 760 w 1167"/>
                  <a:gd name="T65" fmla="*/ 353 h 1411"/>
                  <a:gd name="T66" fmla="*/ 751 w 1167"/>
                  <a:gd name="T67" fmla="*/ 351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67" h="1411">
                    <a:moveTo>
                      <a:pt x="163" y="0"/>
                    </a:moveTo>
                    <a:cubicBezTo>
                      <a:pt x="73" y="0"/>
                      <a:pt x="0" y="73"/>
                      <a:pt x="0" y="163"/>
                    </a:cubicBezTo>
                    <a:lnTo>
                      <a:pt x="0" y="1248"/>
                    </a:lnTo>
                    <a:cubicBezTo>
                      <a:pt x="0" y="1338"/>
                      <a:pt x="73" y="1411"/>
                      <a:pt x="163" y="1411"/>
                    </a:cubicBezTo>
                    <a:lnTo>
                      <a:pt x="923" y="1411"/>
                    </a:lnTo>
                    <a:cubicBezTo>
                      <a:pt x="1013" y="1411"/>
                      <a:pt x="1085" y="1338"/>
                      <a:pt x="1085" y="1248"/>
                    </a:cubicBezTo>
                    <a:lnTo>
                      <a:pt x="1085" y="967"/>
                    </a:lnTo>
                    <a:lnTo>
                      <a:pt x="977" y="1062"/>
                    </a:lnTo>
                    <a:lnTo>
                      <a:pt x="977" y="1248"/>
                    </a:lnTo>
                    <a:cubicBezTo>
                      <a:pt x="977" y="1278"/>
                      <a:pt x="953" y="1303"/>
                      <a:pt x="923" y="1303"/>
                    </a:cubicBezTo>
                    <a:lnTo>
                      <a:pt x="163" y="1303"/>
                    </a:lnTo>
                    <a:cubicBezTo>
                      <a:pt x="133" y="1303"/>
                      <a:pt x="109" y="1278"/>
                      <a:pt x="109" y="1248"/>
                    </a:cubicBezTo>
                    <a:lnTo>
                      <a:pt x="109" y="163"/>
                    </a:lnTo>
                    <a:cubicBezTo>
                      <a:pt x="109" y="133"/>
                      <a:pt x="133" y="109"/>
                      <a:pt x="163" y="109"/>
                    </a:cubicBezTo>
                    <a:lnTo>
                      <a:pt x="923" y="109"/>
                    </a:lnTo>
                    <a:cubicBezTo>
                      <a:pt x="953" y="109"/>
                      <a:pt x="977" y="133"/>
                      <a:pt x="977" y="163"/>
                    </a:cubicBezTo>
                    <a:lnTo>
                      <a:pt x="977" y="351"/>
                    </a:lnTo>
                    <a:lnTo>
                      <a:pt x="1085" y="444"/>
                    </a:lnTo>
                    <a:lnTo>
                      <a:pt x="1085" y="163"/>
                    </a:lnTo>
                    <a:cubicBezTo>
                      <a:pt x="1085" y="73"/>
                      <a:pt x="1013" y="0"/>
                      <a:pt x="923" y="0"/>
                    </a:cubicBezTo>
                    <a:lnTo>
                      <a:pt x="163" y="0"/>
                    </a:lnTo>
                    <a:close/>
                    <a:moveTo>
                      <a:pt x="751" y="351"/>
                    </a:moveTo>
                    <a:cubicBezTo>
                      <a:pt x="736" y="349"/>
                      <a:pt x="706" y="351"/>
                      <a:pt x="706" y="405"/>
                    </a:cubicBezTo>
                    <a:lnTo>
                      <a:pt x="706" y="543"/>
                    </a:lnTo>
                    <a:lnTo>
                      <a:pt x="380" y="543"/>
                    </a:lnTo>
                    <a:cubicBezTo>
                      <a:pt x="350" y="543"/>
                      <a:pt x="326" y="567"/>
                      <a:pt x="326" y="597"/>
                    </a:cubicBezTo>
                    <a:lnTo>
                      <a:pt x="326" y="814"/>
                    </a:lnTo>
                    <a:cubicBezTo>
                      <a:pt x="326" y="844"/>
                      <a:pt x="350" y="869"/>
                      <a:pt x="380" y="869"/>
                    </a:cubicBezTo>
                    <a:lnTo>
                      <a:pt x="706" y="869"/>
                    </a:lnTo>
                    <a:lnTo>
                      <a:pt x="706" y="1004"/>
                    </a:lnTo>
                    <a:cubicBezTo>
                      <a:pt x="706" y="1074"/>
                      <a:pt x="760" y="1058"/>
                      <a:pt x="760" y="1058"/>
                    </a:cubicBezTo>
                    <a:lnTo>
                      <a:pt x="1167" y="706"/>
                    </a:lnTo>
                    <a:lnTo>
                      <a:pt x="760" y="353"/>
                    </a:lnTo>
                    <a:cubicBezTo>
                      <a:pt x="760" y="353"/>
                      <a:pt x="756" y="352"/>
                      <a:pt x="751" y="35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CA5D0944-15E4-CEBD-14C9-C625897EC6C1}"/>
                </a:ext>
              </a:extLst>
            </p:cNvPr>
            <p:cNvSpPr/>
            <p:nvPr/>
          </p:nvSpPr>
          <p:spPr>
            <a:xfrm>
              <a:off x="3000075" y="1960539"/>
              <a:ext cx="504056" cy="45719"/>
            </a:xfrm>
            <a:prstGeom prst="rect">
              <a:avLst/>
            </a:prstGeom>
            <a:solidFill>
              <a:srgbClr val="00B0F0"/>
            </a:solidFill>
            <a:ln w="6350">
              <a:noFill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CAEC6547-D758-6C84-3BED-A69DF8717962}"/>
              </a:ext>
            </a:extLst>
          </p:cNvPr>
          <p:cNvGrpSpPr/>
          <p:nvPr/>
        </p:nvGrpSpPr>
        <p:grpSpPr>
          <a:xfrm>
            <a:off x="1983139" y="2073804"/>
            <a:ext cx="4888702" cy="230832"/>
            <a:chOff x="1983139" y="2073804"/>
            <a:chExt cx="4888702" cy="230832"/>
          </a:xfrm>
        </p:grpSpPr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4EDF739-8873-D3F3-0BA9-E67DDA3C7FBF}"/>
                </a:ext>
              </a:extLst>
            </p:cNvPr>
            <p:cNvGrpSpPr/>
            <p:nvPr/>
          </p:nvGrpSpPr>
          <p:grpSpPr>
            <a:xfrm>
              <a:off x="5078348" y="2073804"/>
              <a:ext cx="1793493" cy="230832"/>
              <a:chOff x="5078348" y="2073804"/>
              <a:chExt cx="1793493" cy="230832"/>
            </a:xfrm>
          </p:grpSpPr>
          <p:sp>
            <p:nvSpPr>
              <p:cNvPr id="78" name="Go Home">
                <a:extLst>
                  <a:ext uri="{FF2B5EF4-FFF2-40B4-BE49-F238E27FC236}">
                    <a16:creationId xmlns:a16="http://schemas.microsoft.com/office/drawing/2014/main" id="{465BA865-F321-27BC-F6FF-03ECFA7D642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078348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C7DA844-AE8D-8B53-E4F4-F0DA19E511D8}"/>
                  </a:ext>
                </a:extLst>
              </p:cNvPr>
              <p:cNvSpPr txBox="1"/>
              <p:nvPr/>
            </p:nvSpPr>
            <p:spPr>
              <a:xfrm>
                <a:off x="5210720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설정관리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채널별 상품관리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4FE127F-E527-5F80-2BD1-7A1FF906DEF3}"/>
                </a:ext>
              </a:extLst>
            </p:cNvPr>
            <p:cNvSpPr txBox="1"/>
            <p:nvPr/>
          </p:nvSpPr>
          <p:spPr>
            <a:xfrm>
              <a:off x="1983139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채널별 상품관리</a:t>
              </a: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A0612689-52A3-CCEA-DD9A-514ACF3C2A7F}"/>
              </a:ext>
            </a:extLst>
          </p:cNvPr>
          <p:cNvSpPr/>
          <p:nvPr/>
        </p:nvSpPr>
        <p:spPr>
          <a:xfrm>
            <a:off x="1910400" y="195126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039AAC8-10AB-8EF4-A24A-B1C17A701273}"/>
              </a:ext>
            </a:extLst>
          </p:cNvPr>
          <p:cNvSpPr/>
          <p:nvPr/>
        </p:nvSpPr>
        <p:spPr>
          <a:xfrm>
            <a:off x="4928534" y="19170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8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B8855-DDCD-454D-E084-00028313920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4059F-0AE3-0724-28F8-4083583C79F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8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467DD-EC52-3B0D-1FF2-CDE97B4D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33E12-0ACE-6D5F-9059-6801317EFCD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47F5E716-A383-EF00-78D8-89667A85E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89513"/>
              </p:ext>
            </p:extLst>
          </p:nvPr>
        </p:nvGraphicFramePr>
        <p:xfrm>
          <a:off x="6969418" y="2548005"/>
          <a:ext cx="2772114" cy="7666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페이지 구성 등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대시보드 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대시보드는 하위 메뉴 없음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대시보드는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LNB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메뉴 없음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1A2DCF0-D01F-9D44-5AB0-FE505D7FAE75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pic>
        <p:nvPicPr>
          <p:cNvPr id="6" name="그림 5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91EDC7-1949-790D-6D00-880FAB1C52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837"/>
          <a:stretch>
            <a:fillRect/>
          </a:stretch>
        </p:blipFill>
        <p:spPr>
          <a:xfrm>
            <a:off x="211678" y="2375192"/>
            <a:ext cx="6662762" cy="1629248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ABF53EB5-416F-C632-08A9-24C7EFB810D3}"/>
              </a:ext>
            </a:extLst>
          </p:cNvPr>
          <p:cNvGrpSpPr/>
          <p:nvPr/>
        </p:nvGrpSpPr>
        <p:grpSpPr>
          <a:xfrm>
            <a:off x="188904" y="1340768"/>
            <a:ext cx="6708311" cy="666936"/>
            <a:chOff x="188904" y="1340768"/>
            <a:chExt cx="6708311" cy="666936"/>
          </a:xfrm>
        </p:grpSpPr>
        <p:sp>
          <p:nvSpPr>
            <p:cNvPr id="7" name="Nav Pane Background">
              <a:extLst>
                <a:ext uri="{FF2B5EF4-FFF2-40B4-BE49-F238E27FC236}">
                  <a16:creationId xmlns:a16="http://schemas.microsoft.com/office/drawing/2014/main" id="{88CAC51B-B91C-5650-1B7D-B4741E39AADB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>
            <a:xfrm>
              <a:off x="188904" y="1340768"/>
              <a:ext cx="6708311" cy="666936"/>
            </a:xfrm>
            <a:prstGeom prst="rect">
              <a:avLst/>
            </a:prstGeom>
            <a:solidFill>
              <a:srgbClr val="2B2B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5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Command Bar Background">
              <a:extLst>
                <a:ext uri="{FF2B5EF4-FFF2-40B4-BE49-F238E27FC236}">
                  <a16:creationId xmlns:a16="http://schemas.microsoft.com/office/drawing/2014/main" id="{E36B7BDE-4B6A-DF2C-D005-E1C4AB6BA2E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72480" y="1356618"/>
              <a:ext cx="2252816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b="1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Wiz Shop Admin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315AC6A2-F8FA-ABCE-F30C-F086192E79B3}"/>
                </a:ext>
              </a:extLst>
            </p:cNvPr>
            <p:cNvCxnSpPr>
              <a:cxnSpLocks/>
            </p:cNvCxnSpPr>
            <p:nvPr/>
          </p:nvCxnSpPr>
          <p:spPr>
            <a:xfrm>
              <a:off x="236476" y="1664804"/>
              <a:ext cx="6588000" cy="0"/>
            </a:xfrm>
            <a:prstGeom prst="line">
              <a:avLst/>
            </a:prstGeom>
            <a:ln w="6350" cmpd="sng">
              <a:solidFill>
                <a:schemeClr val="bg1">
                  <a:lumMod val="95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mmand Bar Background">
              <a:extLst>
                <a:ext uri="{FF2B5EF4-FFF2-40B4-BE49-F238E27FC236}">
                  <a16:creationId xmlns:a16="http://schemas.microsoft.com/office/drawing/2014/main" id="{18FE68E2-16C2-81F3-FEE0-A8B89AAC636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45076" y="1664804"/>
              <a:ext cx="6579400" cy="3429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b="1" cap="all" dirty="0">
                  <a:solidFill>
                    <a:srgbClr val="00B0F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대시보드</a:t>
              </a:r>
              <a:r>
                <a:rPr lang="ko-KR" altLang="en-US" sz="900" cap="all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   채널별 소속관리    주문관리    운영관리    설정관리    채널관리    회원관리    시스템관리   </a:t>
              </a:r>
              <a:endParaRPr lang="en-US" sz="900" cap="all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42FBBE3-5C11-B748-6509-C64E4AA423C8}"/>
                </a:ext>
              </a:extLst>
            </p:cNvPr>
            <p:cNvGrpSpPr/>
            <p:nvPr/>
          </p:nvGrpSpPr>
          <p:grpSpPr>
            <a:xfrm>
              <a:off x="5779938" y="1376440"/>
              <a:ext cx="1045270" cy="254000"/>
              <a:chOff x="5529064" y="1376440"/>
              <a:chExt cx="1045270" cy="254000"/>
            </a:xfrm>
          </p:grpSpPr>
          <p:sp>
            <p:nvSpPr>
              <p:cNvPr id="12" name="Avatar Placeholder">
                <a:extLst>
                  <a:ext uri="{FF2B5EF4-FFF2-40B4-BE49-F238E27FC236}">
                    <a16:creationId xmlns:a16="http://schemas.microsoft.com/office/drawing/2014/main" id="{18E8CDEF-37BA-CBB7-D5E4-82644498BF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29064" y="1376440"/>
                <a:ext cx="254000" cy="254000"/>
              </a:xfrm>
              <a:prstGeom prst="ellipse">
                <a:avLst/>
              </a:prstGeom>
              <a:solidFill>
                <a:srgbClr val="00968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CC09E0-A5C0-C04F-3D77-AE82BF7278A8}"/>
                  </a:ext>
                </a:extLst>
              </p:cNvPr>
              <p:cNvSpPr txBox="1"/>
              <p:nvPr/>
            </p:nvSpPr>
            <p:spPr>
              <a:xfrm>
                <a:off x="5773204" y="1392120"/>
                <a:ext cx="68334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chemeClr val="bg1"/>
                    </a:solidFill>
                  </a:rPr>
                  <a:t>홍길동</a:t>
                </a:r>
                <a:r>
                  <a:rPr lang="en-US" altLang="ko-KR" sz="900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900" dirty="0">
                    <a:solidFill>
                      <a:schemeClr val="bg1"/>
                    </a:solidFill>
                  </a:rPr>
                  <a:t>님</a:t>
                </a:r>
              </a:p>
            </p:txBody>
          </p:sp>
          <p:sp>
            <p:nvSpPr>
              <p:cNvPr id="14" name="User">
                <a:extLst>
                  <a:ext uri="{FF2B5EF4-FFF2-40B4-BE49-F238E27FC236}">
                    <a16:creationId xmlns:a16="http://schemas.microsoft.com/office/drawing/2014/main" id="{56A04603-9A4D-DB07-3F65-C73460324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582557" y="1426574"/>
                <a:ext cx="136525" cy="161925"/>
              </a:xfrm>
              <a:custGeom>
                <a:avLst/>
                <a:gdLst>
                  <a:gd name="T0" fmla="*/ 597 w 1194"/>
                  <a:gd name="T1" fmla="*/ 0 h 1411"/>
                  <a:gd name="T2" fmla="*/ 271 w 1194"/>
                  <a:gd name="T3" fmla="*/ 325 h 1411"/>
                  <a:gd name="T4" fmla="*/ 434 w 1194"/>
                  <a:gd name="T5" fmla="*/ 695 h 1411"/>
                  <a:gd name="T6" fmla="*/ 434 w 1194"/>
                  <a:gd name="T7" fmla="*/ 771 h 1411"/>
                  <a:gd name="T8" fmla="*/ 385 w 1194"/>
                  <a:gd name="T9" fmla="*/ 836 h 1411"/>
                  <a:gd name="T10" fmla="*/ 0 w 1194"/>
                  <a:gd name="T11" fmla="*/ 1124 h 1411"/>
                  <a:gd name="T12" fmla="*/ 0 w 1194"/>
                  <a:gd name="T13" fmla="*/ 1221 h 1411"/>
                  <a:gd name="T14" fmla="*/ 597 w 1194"/>
                  <a:gd name="T15" fmla="*/ 1411 h 1411"/>
                  <a:gd name="T16" fmla="*/ 1194 w 1194"/>
                  <a:gd name="T17" fmla="*/ 1221 h 1411"/>
                  <a:gd name="T18" fmla="*/ 1194 w 1194"/>
                  <a:gd name="T19" fmla="*/ 1124 h 1411"/>
                  <a:gd name="T20" fmla="*/ 809 w 1194"/>
                  <a:gd name="T21" fmla="*/ 836 h 1411"/>
                  <a:gd name="T22" fmla="*/ 760 w 1194"/>
                  <a:gd name="T23" fmla="*/ 771 h 1411"/>
                  <a:gd name="T24" fmla="*/ 760 w 1194"/>
                  <a:gd name="T25" fmla="*/ 695 h 1411"/>
                  <a:gd name="T26" fmla="*/ 923 w 1194"/>
                  <a:gd name="T27" fmla="*/ 325 h 1411"/>
                  <a:gd name="T28" fmla="*/ 597 w 1194"/>
                  <a:gd name="T29" fmla="*/ 0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4" h="1411">
                    <a:moveTo>
                      <a:pt x="597" y="0"/>
                    </a:moveTo>
                    <a:cubicBezTo>
                      <a:pt x="418" y="0"/>
                      <a:pt x="271" y="113"/>
                      <a:pt x="271" y="325"/>
                    </a:cubicBezTo>
                    <a:cubicBezTo>
                      <a:pt x="271" y="467"/>
                      <a:pt x="337" y="613"/>
                      <a:pt x="434" y="695"/>
                    </a:cubicBezTo>
                    <a:lnTo>
                      <a:pt x="434" y="771"/>
                    </a:lnTo>
                    <a:cubicBezTo>
                      <a:pt x="434" y="804"/>
                      <a:pt x="412" y="830"/>
                      <a:pt x="385" y="836"/>
                    </a:cubicBezTo>
                    <a:cubicBezTo>
                      <a:pt x="173" y="901"/>
                      <a:pt x="0" y="1043"/>
                      <a:pt x="0" y="1124"/>
                    </a:cubicBezTo>
                    <a:lnTo>
                      <a:pt x="0" y="1221"/>
                    </a:lnTo>
                    <a:cubicBezTo>
                      <a:pt x="0" y="1324"/>
                      <a:pt x="266" y="1411"/>
                      <a:pt x="597" y="1411"/>
                    </a:cubicBezTo>
                    <a:cubicBezTo>
                      <a:pt x="928" y="1411"/>
                      <a:pt x="1194" y="1324"/>
                      <a:pt x="1194" y="1221"/>
                    </a:cubicBezTo>
                    <a:lnTo>
                      <a:pt x="1194" y="1124"/>
                    </a:lnTo>
                    <a:cubicBezTo>
                      <a:pt x="1194" y="1048"/>
                      <a:pt x="1026" y="901"/>
                      <a:pt x="809" y="836"/>
                    </a:cubicBezTo>
                    <a:cubicBezTo>
                      <a:pt x="782" y="830"/>
                      <a:pt x="760" y="798"/>
                      <a:pt x="760" y="771"/>
                    </a:cubicBezTo>
                    <a:lnTo>
                      <a:pt x="760" y="695"/>
                    </a:lnTo>
                    <a:cubicBezTo>
                      <a:pt x="857" y="613"/>
                      <a:pt x="923" y="467"/>
                      <a:pt x="923" y="325"/>
                    </a:cubicBezTo>
                    <a:cubicBezTo>
                      <a:pt x="923" y="113"/>
                      <a:pt x="776" y="0"/>
                      <a:pt x="59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Exit">
                <a:extLst>
                  <a:ext uri="{FF2B5EF4-FFF2-40B4-BE49-F238E27FC236}">
                    <a16:creationId xmlns:a16="http://schemas.microsoft.com/office/drawing/2014/main" id="{A269E444-4DFC-4E62-484B-DE18915677D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6439396" y="1425706"/>
                <a:ext cx="134938" cy="161925"/>
              </a:xfrm>
              <a:custGeom>
                <a:avLst/>
                <a:gdLst>
                  <a:gd name="T0" fmla="*/ 163 w 1167"/>
                  <a:gd name="T1" fmla="*/ 0 h 1411"/>
                  <a:gd name="T2" fmla="*/ 0 w 1167"/>
                  <a:gd name="T3" fmla="*/ 163 h 1411"/>
                  <a:gd name="T4" fmla="*/ 0 w 1167"/>
                  <a:gd name="T5" fmla="*/ 1248 h 1411"/>
                  <a:gd name="T6" fmla="*/ 163 w 1167"/>
                  <a:gd name="T7" fmla="*/ 1411 h 1411"/>
                  <a:gd name="T8" fmla="*/ 923 w 1167"/>
                  <a:gd name="T9" fmla="*/ 1411 h 1411"/>
                  <a:gd name="T10" fmla="*/ 1085 w 1167"/>
                  <a:gd name="T11" fmla="*/ 1248 h 1411"/>
                  <a:gd name="T12" fmla="*/ 1085 w 1167"/>
                  <a:gd name="T13" fmla="*/ 967 h 1411"/>
                  <a:gd name="T14" fmla="*/ 977 w 1167"/>
                  <a:gd name="T15" fmla="*/ 1062 h 1411"/>
                  <a:gd name="T16" fmla="*/ 977 w 1167"/>
                  <a:gd name="T17" fmla="*/ 1248 h 1411"/>
                  <a:gd name="T18" fmla="*/ 923 w 1167"/>
                  <a:gd name="T19" fmla="*/ 1303 h 1411"/>
                  <a:gd name="T20" fmla="*/ 163 w 1167"/>
                  <a:gd name="T21" fmla="*/ 1303 h 1411"/>
                  <a:gd name="T22" fmla="*/ 109 w 1167"/>
                  <a:gd name="T23" fmla="*/ 1248 h 1411"/>
                  <a:gd name="T24" fmla="*/ 109 w 1167"/>
                  <a:gd name="T25" fmla="*/ 163 h 1411"/>
                  <a:gd name="T26" fmla="*/ 163 w 1167"/>
                  <a:gd name="T27" fmla="*/ 109 h 1411"/>
                  <a:gd name="T28" fmla="*/ 923 w 1167"/>
                  <a:gd name="T29" fmla="*/ 109 h 1411"/>
                  <a:gd name="T30" fmla="*/ 977 w 1167"/>
                  <a:gd name="T31" fmla="*/ 163 h 1411"/>
                  <a:gd name="T32" fmla="*/ 977 w 1167"/>
                  <a:gd name="T33" fmla="*/ 351 h 1411"/>
                  <a:gd name="T34" fmla="*/ 1085 w 1167"/>
                  <a:gd name="T35" fmla="*/ 444 h 1411"/>
                  <a:gd name="T36" fmla="*/ 1085 w 1167"/>
                  <a:gd name="T37" fmla="*/ 163 h 1411"/>
                  <a:gd name="T38" fmla="*/ 923 w 1167"/>
                  <a:gd name="T39" fmla="*/ 0 h 1411"/>
                  <a:gd name="T40" fmla="*/ 163 w 1167"/>
                  <a:gd name="T41" fmla="*/ 0 h 1411"/>
                  <a:gd name="T42" fmla="*/ 751 w 1167"/>
                  <a:gd name="T43" fmla="*/ 351 h 1411"/>
                  <a:gd name="T44" fmla="*/ 706 w 1167"/>
                  <a:gd name="T45" fmla="*/ 405 h 1411"/>
                  <a:gd name="T46" fmla="*/ 706 w 1167"/>
                  <a:gd name="T47" fmla="*/ 543 h 1411"/>
                  <a:gd name="T48" fmla="*/ 380 w 1167"/>
                  <a:gd name="T49" fmla="*/ 543 h 1411"/>
                  <a:gd name="T50" fmla="*/ 326 w 1167"/>
                  <a:gd name="T51" fmla="*/ 597 h 1411"/>
                  <a:gd name="T52" fmla="*/ 326 w 1167"/>
                  <a:gd name="T53" fmla="*/ 814 h 1411"/>
                  <a:gd name="T54" fmla="*/ 380 w 1167"/>
                  <a:gd name="T55" fmla="*/ 869 h 1411"/>
                  <a:gd name="T56" fmla="*/ 706 w 1167"/>
                  <a:gd name="T57" fmla="*/ 869 h 1411"/>
                  <a:gd name="T58" fmla="*/ 706 w 1167"/>
                  <a:gd name="T59" fmla="*/ 1004 h 1411"/>
                  <a:gd name="T60" fmla="*/ 760 w 1167"/>
                  <a:gd name="T61" fmla="*/ 1058 h 1411"/>
                  <a:gd name="T62" fmla="*/ 1167 w 1167"/>
                  <a:gd name="T63" fmla="*/ 706 h 1411"/>
                  <a:gd name="T64" fmla="*/ 760 w 1167"/>
                  <a:gd name="T65" fmla="*/ 353 h 1411"/>
                  <a:gd name="T66" fmla="*/ 751 w 1167"/>
                  <a:gd name="T67" fmla="*/ 351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67" h="1411">
                    <a:moveTo>
                      <a:pt x="163" y="0"/>
                    </a:moveTo>
                    <a:cubicBezTo>
                      <a:pt x="73" y="0"/>
                      <a:pt x="0" y="73"/>
                      <a:pt x="0" y="163"/>
                    </a:cubicBezTo>
                    <a:lnTo>
                      <a:pt x="0" y="1248"/>
                    </a:lnTo>
                    <a:cubicBezTo>
                      <a:pt x="0" y="1338"/>
                      <a:pt x="73" y="1411"/>
                      <a:pt x="163" y="1411"/>
                    </a:cubicBezTo>
                    <a:lnTo>
                      <a:pt x="923" y="1411"/>
                    </a:lnTo>
                    <a:cubicBezTo>
                      <a:pt x="1013" y="1411"/>
                      <a:pt x="1085" y="1338"/>
                      <a:pt x="1085" y="1248"/>
                    </a:cubicBezTo>
                    <a:lnTo>
                      <a:pt x="1085" y="967"/>
                    </a:lnTo>
                    <a:lnTo>
                      <a:pt x="977" y="1062"/>
                    </a:lnTo>
                    <a:lnTo>
                      <a:pt x="977" y="1248"/>
                    </a:lnTo>
                    <a:cubicBezTo>
                      <a:pt x="977" y="1278"/>
                      <a:pt x="953" y="1303"/>
                      <a:pt x="923" y="1303"/>
                    </a:cubicBezTo>
                    <a:lnTo>
                      <a:pt x="163" y="1303"/>
                    </a:lnTo>
                    <a:cubicBezTo>
                      <a:pt x="133" y="1303"/>
                      <a:pt x="109" y="1278"/>
                      <a:pt x="109" y="1248"/>
                    </a:cubicBezTo>
                    <a:lnTo>
                      <a:pt x="109" y="163"/>
                    </a:lnTo>
                    <a:cubicBezTo>
                      <a:pt x="109" y="133"/>
                      <a:pt x="133" y="109"/>
                      <a:pt x="163" y="109"/>
                    </a:cubicBezTo>
                    <a:lnTo>
                      <a:pt x="923" y="109"/>
                    </a:lnTo>
                    <a:cubicBezTo>
                      <a:pt x="953" y="109"/>
                      <a:pt x="977" y="133"/>
                      <a:pt x="977" y="163"/>
                    </a:cubicBezTo>
                    <a:lnTo>
                      <a:pt x="977" y="351"/>
                    </a:lnTo>
                    <a:lnTo>
                      <a:pt x="1085" y="444"/>
                    </a:lnTo>
                    <a:lnTo>
                      <a:pt x="1085" y="163"/>
                    </a:lnTo>
                    <a:cubicBezTo>
                      <a:pt x="1085" y="73"/>
                      <a:pt x="1013" y="0"/>
                      <a:pt x="923" y="0"/>
                    </a:cubicBezTo>
                    <a:lnTo>
                      <a:pt x="163" y="0"/>
                    </a:lnTo>
                    <a:close/>
                    <a:moveTo>
                      <a:pt x="751" y="351"/>
                    </a:moveTo>
                    <a:cubicBezTo>
                      <a:pt x="736" y="349"/>
                      <a:pt x="706" y="351"/>
                      <a:pt x="706" y="405"/>
                    </a:cubicBezTo>
                    <a:lnTo>
                      <a:pt x="706" y="543"/>
                    </a:lnTo>
                    <a:lnTo>
                      <a:pt x="380" y="543"/>
                    </a:lnTo>
                    <a:cubicBezTo>
                      <a:pt x="350" y="543"/>
                      <a:pt x="326" y="567"/>
                      <a:pt x="326" y="597"/>
                    </a:cubicBezTo>
                    <a:lnTo>
                      <a:pt x="326" y="814"/>
                    </a:lnTo>
                    <a:cubicBezTo>
                      <a:pt x="326" y="844"/>
                      <a:pt x="350" y="869"/>
                      <a:pt x="380" y="869"/>
                    </a:cubicBezTo>
                    <a:lnTo>
                      <a:pt x="706" y="869"/>
                    </a:lnTo>
                    <a:lnTo>
                      <a:pt x="706" y="1004"/>
                    </a:lnTo>
                    <a:cubicBezTo>
                      <a:pt x="706" y="1074"/>
                      <a:pt x="760" y="1058"/>
                      <a:pt x="760" y="1058"/>
                    </a:cubicBezTo>
                    <a:lnTo>
                      <a:pt x="1167" y="706"/>
                    </a:lnTo>
                    <a:lnTo>
                      <a:pt x="760" y="353"/>
                    </a:lnTo>
                    <a:cubicBezTo>
                      <a:pt x="760" y="353"/>
                      <a:pt x="756" y="352"/>
                      <a:pt x="751" y="35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B0F9E1F-747D-2359-BA2B-F4A18A0979A6}"/>
                </a:ext>
              </a:extLst>
            </p:cNvPr>
            <p:cNvSpPr/>
            <p:nvPr/>
          </p:nvSpPr>
          <p:spPr>
            <a:xfrm>
              <a:off x="287720" y="1960539"/>
              <a:ext cx="504056" cy="45719"/>
            </a:xfrm>
            <a:prstGeom prst="rect">
              <a:avLst/>
            </a:prstGeom>
            <a:solidFill>
              <a:srgbClr val="00B0F0"/>
            </a:solidFill>
            <a:ln w="6350">
              <a:noFill/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D6AB86F4-5D00-13C3-0B9B-EAF6EBD863AD}"/>
              </a:ext>
            </a:extLst>
          </p:cNvPr>
          <p:cNvSpPr/>
          <p:nvPr/>
        </p:nvSpPr>
        <p:spPr>
          <a:xfrm>
            <a:off x="132776" y="160218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dirty="0">
                <a:solidFill>
                  <a:schemeClr val="bg1"/>
                </a:solidFill>
              </a:rPr>
              <a:t>1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D97F8A-719B-43DA-5264-D4BCC983D6C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C0F25-E8B0-D649-8366-DD6A8D2CF1B1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A2A5B6-255A-27F1-54EB-791B7687FD2D}"/>
              </a:ext>
            </a:extLst>
          </p:cNvPr>
          <p:cNvSpPr/>
          <p:nvPr/>
        </p:nvSpPr>
        <p:spPr>
          <a:xfrm>
            <a:off x="188904" y="2073804"/>
            <a:ext cx="6708311" cy="4379532"/>
          </a:xfrm>
          <a:prstGeom prst="rect">
            <a:avLst/>
          </a:prstGeom>
          <a:solidFill>
            <a:schemeClr val="tx1">
              <a:alpha val="2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6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내용 생략</a:t>
            </a:r>
          </a:p>
        </p:txBody>
      </p:sp>
    </p:spTree>
    <p:extLst>
      <p:ext uri="{BB962C8B-B14F-4D97-AF65-F5344CB8AC3E}">
        <p14:creationId xmlns:p14="http://schemas.microsoft.com/office/powerpoint/2010/main" val="227125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CC3C-D09A-C2F9-113C-702D0709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282EFA9-BA84-BEC5-E91A-C2B4E427C538}"/>
              </a:ext>
            </a:extLst>
          </p:cNvPr>
          <p:cNvCxnSpPr/>
          <p:nvPr/>
        </p:nvCxnSpPr>
        <p:spPr>
          <a:xfrm>
            <a:off x="200472" y="1628571"/>
            <a:ext cx="673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4772694-4F67-8BF1-7B8D-5D89C05303D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FCF93CEC-44F4-7EA4-20A9-5ED457D69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345337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리스트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25EDEB-9CD4-E2EB-342C-0764C84F0714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339E690-403E-0F32-053D-7C5C00279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471282"/>
              </p:ext>
            </p:extLst>
          </p:nvPr>
        </p:nvGraphicFramePr>
        <p:xfrm>
          <a:off x="200472" y="1700944"/>
          <a:ext cx="6696742" cy="572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9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1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검색기간</a:t>
                      </a:r>
                      <a:endParaRPr lang="en-US" altLang="ko-KR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작성일  ○ 답변완료일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596111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일반 문의</a:t>
                      </a: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</a:t>
                      </a:r>
                      <a:r>
                        <a:rPr lang="ko-KR" altLang="en-US" sz="600" kern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■ 상품 문의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 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문의접수</a:t>
                      </a: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검토중</a:t>
                      </a: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□ 답변완료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3001523"/>
                  </a:ext>
                </a:extLst>
              </a:tr>
              <a:tr h="1432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검색어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72441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43E3D9-8ADC-D943-D377-68F44D620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94787"/>
              </p:ext>
            </p:extLst>
          </p:nvPr>
        </p:nvGraphicFramePr>
        <p:xfrm>
          <a:off x="200472" y="2770634"/>
          <a:ext cx="6717647" cy="198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962">
                  <a:extLst>
                    <a:ext uri="{9D8B030D-6E8A-4147-A177-3AD203B41FA5}">
                      <a16:colId xmlns:a16="http://schemas.microsoft.com/office/drawing/2014/main" val="3097730943"/>
                    </a:ext>
                  </a:extLst>
                </a:gridCol>
                <a:gridCol w="401975">
                  <a:extLst>
                    <a:ext uri="{9D8B030D-6E8A-4147-A177-3AD203B41FA5}">
                      <a16:colId xmlns:a16="http://schemas.microsoft.com/office/drawing/2014/main" val="2171634912"/>
                    </a:ext>
                  </a:extLst>
                </a:gridCol>
                <a:gridCol w="463888">
                  <a:extLst>
                    <a:ext uri="{9D8B030D-6E8A-4147-A177-3AD203B41FA5}">
                      <a16:colId xmlns:a16="http://schemas.microsoft.com/office/drawing/2014/main" val="3414793535"/>
                    </a:ext>
                  </a:extLst>
                </a:gridCol>
                <a:gridCol w="58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888">
                  <a:extLst>
                    <a:ext uri="{9D8B030D-6E8A-4147-A177-3AD203B41FA5}">
                      <a16:colId xmlns:a16="http://schemas.microsoft.com/office/drawing/2014/main" val="2658907888"/>
                    </a:ext>
                  </a:extLst>
                </a:gridCol>
                <a:gridCol w="463888">
                  <a:extLst>
                    <a:ext uri="{9D8B030D-6E8A-4147-A177-3AD203B41FA5}">
                      <a16:colId xmlns:a16="http://schemas.microsoft.com/office/drawing/2014/main" val="3401766138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제목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 상태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요청일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답변완료일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받은 내용으로 상품을 구매하고 싶습니다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문의접수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사이트 마이그레이션 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검토중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문의사항 제목 입니다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답변완료</a:t>
                      </a:r>
                      <a:endParaRPr lang="ko-KR" altLang="en-US" sz="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6B94C8-E6CC-0F8A-9AD0-D219210B0AFD}"/>
              </a:ext>
            </a:extLst>
          </p:cNvPr>
          <p:cNvSpPr/>
          <p:nvPr/>
        </p:nvSpPr>
        <p:spPr>
          <a:xfrm>
            <a:off x="5824473" y="2348880"/>
            <a:ext cx="622909" cy="1188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검색조건 초기화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C4F106E-63BB-0126-826B-49E8C8A90CB7}"/>
              </a:ext>
            </a:extLst>
          </p:cNvPr>
          <p:cNvGrpSpPr/>
          <p:nvPr/>
        </p:nvGrpSpPr>
        <p:grpSpPr>
          <a:xfrm>
            <a:off x="2142339" y="1736812"/>
            <a:ext cx="1334497" cy="123065"/>
            <a:chOff x="1136576" y="2063296"/>
            <a:chExt cx="1334497" cy="12306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35BEA4A-630E-C23F-BB83-9A5C1B73959E}"/>
                </a:ext>
              </a:extLst>
            </p:cNvPr>
            <p:cNvSpPr/>
            <p:nvPr/>
          </p:nvSpPr>
          <p:spPr>
            <a:xfrm>
              <a:off x="1136576" y="2063296"/>
              <a:ext cx="475200" cy="118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6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2026-01-01</a:t>
              </a:r>
              <a:endPara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pic>
          <p:nvPicPr>
            <p:cNvPr id="17" name="Picture 50" descr="D:\05 문서\02 문서 디자인\아이콘\icon2\9338-200.png">
              <a:extLst>
                <a:ext uri="{FF2B5EF4-FFF2-40B4-BE49-F238E27FC236}">
                  <a16:creationId xmlns:a16="http://schemas.microsoft.com/office/drawing/2014/main" id="{31CCB707-3FFD-6F37-ABED-DB266A7E86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5820" y="2064257"/>
              <a:ext cx="109049" cy="109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91">
              <a:extLst>
                <a:ext uri="{FF2B5EF4-FFF2-40B4-BE49-F238E27FC236}">
                  <a16:creationId xmlns:a16="http://schemas.microsoft.com/office/drawing/2014/main" id="{558C42E1-46D6-B92F-D527-F7021A243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712" y="2076527"/>
              <a:ext cx="54502" cy="92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  <a:endParaRPr kumimoji="0" lang="ko-KR" altLang="en-US" sz="6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D4DA7DB-A749-3A27-B282-DA687FAE4E6B}"/>
                </a:ext>
              </a:extLst>
            </p:cNvPr>
            <p:cNvSpPr/>
            <p:nvPr/>
          </p:nvSpPr>
          <p:spPr>
            <a:xfrm>
              <a:off x="1862780" y="2067561"/>
              <a:ext cx="475200" cy="118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6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2026-01-01</a:t>
              </a:r>
              <a:endPara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pic>
          <p:nvPicPr>
            <p:cNvPr id="20" name="Picture 50" descr="D:\05 문서\02 문서 디자인\아이콘\icon2\9338-200.png">
              <a:extLst>
                <a:ext uri="{FF2B5EF4-FFF2-40B4-BE49-F238E27FC236}">
                  <a16:creationId xmlns:a16="http://schemas.microsoft.com/office/drawing/2014/main" id="{DEA17FFE-56C3-173C-319C-F172169FB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024" y="2068522"/>
              <a:ext cx="109049" cy="109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AB00D-4FD5-FBE1-F322-A740BDF1877A}"/>
              </a:ext>
            </a:extLst>
          </p:cNvPr>
          <p:cNvSpPr/>
          <p:nvPr/>
        </p:nvSpPr>
        <p:spPr>
          <a:xfrm>
            <a:off x="1790926" y="2122252"/>
            <a:ext cx="176400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600" dirty="0" err="1">
                <a:solidFill>
                  <a:schemeClr val="bg1">
                    <a:lumMod val="50000"/>
                  </a:schemeClr>
                </a:solidFill>
              </a:rPr>
              <a:t>검색어를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</a:rPr>
              <a:t> 입력하세요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F7B82B-BD34-A495-787A-71A06C2039B1}"/>
              </a:ext>
            </a:extLst>
          </p:cNvPr>
          <p:cNvSpPr/>
          <p:nvPr/>
        </p:nvSpPr>
        <p:spPr>
          <a:xfrm>
            <a:off x="1100573" y="2133676"/>
            <a:ext cx="505785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D740108B-07C7-283A-9EAA-F21F106278E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660" y="2138880"/>
            <a:ext cx="119041" cy="11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D471D6-D599-29E3-FBE8-B58559BDAF96}"/>
              </a:ext>
            </a:extLst>
          </p:cNvPr>
          <p:cNvSpPr/>
          <p:nvPr/>
        </p:nvSpPr>
        <p:spPr>
          <a:xfrm>
            <a:off x="1100572" y="2260750"/>
            <a:ext cx="505785" cy="47433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600" dirty="0">
                <a:solidFill>
                  <a:schemeClr val="bg1">
                    <a:lumMod val="75000"/>
                  </a:schemeClr>
                </a:solidFill>
              </a:rPr>
              <a:t>상품명</a:t>
            </a:r>
            <a:endParaRPr lang="en-US" altLang="ko-KR" sz="600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제목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내용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4AC2D9-C590-5793-F90D-A9B782F57439}"/>
              </a:ext>
            </a:extLst>
          </p:cNvPr>
          <p:cNvSpPr/>
          <p:nvPr/>
        </p:nvSpPr>
        <p:spPr>
          <a:xfrm>
            <a:off x="6449385" y="2590614"/>
            <a:ext cx="29506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건</a:t>
            </a:r>
          </a:p>
        </p:txBody>
      </p:sp>
      <p:pic>
        <p:nvPicPr>
          <p:cNvPr id="26" name="Picture 13">
            <a:extLst>
              <a:ext uri="{FF2B5EF4-FFF2-40B4-BE49-F238E27FC236}">
                <a16:creationId xmlns:a16="http://schemas.microsoft.com/office/drawing/2014/main" id="{B1DF5F53-6DDC-69C9-B0B0-D6EBA7F4F12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960" y="2590614"/>
            <a:ext cx="126256" cy="1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AC5FAED2-72F6-DD5A-09B0-B3DBEA96BBE1}"/>
              </a:ext>
            </a:extLst>
          </p:cNvPr>
          <p:cNvSpPr/>
          <p:nvPr/>
        </p:nvSpPr>
        <p:spPr>
          <a:xfrm>
            <a:off x="236476" y="2615983"/>
            <a:ext cx="26449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prstClr val="black"/>
                </a:solidFill>
              </a:rPr>
              <a:t>총</a:t>
            </a:r>
            <a:r>
              <a:rPr lang="en-US" altLang="ko-KR" sz="600" dirty="0">
                <a:solidFill>
                  <a:prstClr val="black"/>
                </a:solidFill>
              </a:rPr>
              <a:t> 20</a:t>
            </a:r>
            <a:r>
              <a:rPr lang="ko-KR" altLang="en-US" sz="600" dirty="0">
                <a:solidFill>
                  <a:prstClr val="black"/>
                </a:solidFill>
              </a:rPr>
              <a:t>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339C982-F9F1-2181-07D0-F882FBDCBD2D}"/>
              </a:ext>
            </a:extLst>
          </p:cNvPr>
          <p:cNvSpPr/>
          <p:nvPr/>
        </p:nvSpPr>
        <p:spPr>
          <a:xfrm>
            <a:off x="6471761" y="2348880"/>
            <a:ext cx="425455" cy="118800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A03883F-E379-33DD-42F8-3C17A3E01550}"/>
              </a:ext>
            </a:extLst>
          </p:cNvPr>
          <p:cNvSpPr/>
          <p:nvPr/>
        </p:nvSpPr>
        <p:spPr>
          <a:xfrm>
            <a:off x="3097707" y="4838541"/>
            <a:ext cx="86722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처음</a:t>
            </a:r>
            <a:r>
              <a:rPr lang="en-US" altLang="ko-KR" sz="600" dirty="0">
                <a:solidFill>
                  <a:prstClr val="black"/>
                </a:solidFill>
              </a:rPr>
              <a:t> ◀  1  2  ▶  </a:t>
            </a:r>
            <a:r>
              <a:rPr lang="ko-KR" altLang="en-US" sz="600" dirty="0">
                <a:solidFill>
                  <a:prstClr val="black"/>
                </a:solidFill>
              </a:rPr>
              <a:t>마지막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228D4D-524D-97F4-F583-C8B2E38627BB}"/>
              </a:ext>
            </a:extLst>
          </p:cNvPr>
          <p:cNvSpPr/>
          <p:nvPr/>
        </p:nvSpPr>
        <p:spPr>
          <a:xfrm>
            <a:off x="6435757" y="5002388"/>
            <a:ext cx="425455" cy="118800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E43A18-56C7-4908-2E32-E600B0E812A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E1F5E0-6EFE-9324-A25F-1B00C8AE682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40C33A2-9BAE-1009-117D-8285C75F43A2}"/>
              </a:ext>
            </a:extLst>
          </p:cNvPr>
          <p:cNvGrpSpPr/>
          <p:nvPr/>
        </p:nvGrpSpPr>
        <p:grpSpPr>
          <a:xfrm>
            <a:off x="200472" y="1389499"/>
            <a:ext cx="6732748" cy="230832"/>
            <a:chOff x="200472" y="2073804"/>
            <a:chExt cx="6732748" cy="23083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F14BAE5-1E7E-5886-BC0B-221F5D6D801C}"/>
                </a:ext>
              </a:extLst>
            </p:cNvPr>
            <p:cNvGrpSpPr/>
            <p:nvPr/>
          </p:nvGrpSpPr>
          <p:grpSpPr>
            <a:xfrm>
              <a:off x="5272099" y="2073804"/>
              <a:ext cx="1661121" cy="230832"/>
              <a:chOff x="5272099" y="2073804"/>
              <a:chExt cx="1661121" cy="230832"/>
            </a:xfrm>
          </p:grpSpPr>
          <p:sp>
            <p:nvSpPr>
              <p:cNvPr id="9" name="Go Home">
                <a:extLst>
                  <a:ext uri="{FF2B5EF4-FFF2-40B4-BE49-F238E27FC236}">
                    <a16:creationId xmlns:a16="http://schemas.microsoft.com/office/drawing/2014/main" id="{7B22191F-09C6-40AD-D01C-2FE5901B8D6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512742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FCBAE7-FA69-3A04-3A33-7968C87895AC}"/>
                  </a:ext>
                </a:extLst>
              </p:cNvPr>
              <p:cNvSpPr txBox="1"/>
              <p:nvPr/>
            </p:nvSpPr>
            <p:spPr>
              <a:xfrm>
                <a:off x="5272099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운영관리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문의 관리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6D2F13-42D6-4629-72AB-E3C7C4AFBA12}"/>
                </a:ext>
              </a:extLst>
            </p:cNvPr>
            <p:cNvSpPr txBox="1"/>
            <p:nvPr/>
          </p:nvSpPr>
          <p:spPr>
            <a:xfrm>
              <a:off x="200472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문의 관리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5388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7167-2F9A-0B20-6F1B-9034EE9E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6228365-39E1-4BA0-688C-62F91AFD8B68}"/>
              </a:ext>
            </a:extLst>
          </p:cNvPr>
          <p:cNvCxnSpPr/>
          <p:nvPr/>
        </p:nvCxnSpPr>
        <p:spPr>
          <a:xfrm>
            <a:off x="200472" y="1628571"/>
            <a:ext cx="673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0AB10CF-8CF6-0916-EE26-E3B384BD5C3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E6744-5DE3-A6F7-5B98-382B4D91D688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99FD01F-4CAB-C4D6-11E6-FFF2DA4F7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1968"/>
              </p:ext>
            </p:extLst>
          </p:nvPr>
        </p:nvGraphicFramePr>
        <p:xfrm>
          <a:off x="200472" y="1700808"/>
          <a:ext cx="6696742" cy="2416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 00:00:00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문의접수  ○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검토중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  ● 답변완료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완료일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일반문의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메인 디자인 제작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및 기능 추가</a:t>
                      </a: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요청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상담요청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6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</a:t>
                      </a:r>
                      <a:r>
                        <a:rPr lang="ko-KR" altLang="en-US" sz="600" b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미요청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연락처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2026-03-01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시간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10:00 ~ 12:00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제목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받은 내용으로 상품을 구매하고 싶습니다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37762"/>
                  </a:ext>
                </a:extLst>
              </a:tr>
              <a:tr h="473779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안녕하세요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이번에 견적 받은 내용으로 결제를 진행 하려고 합니다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어떻게 진행하면 되나요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3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알림 신청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SMS : 010-0000-0000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abcde@naver.com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29382F-A55C-F245-F4C3-438668202D9D}"/>
              </a:ext>
            </a:extLst>
          </p:cNvPr>
          <p:cNvSpPr/>
          <p:nvPr/>
        </p:nvSpPr>
        <p:spPr>
          <a:xfrm>
            <a:off x="5988638" y="4185084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B9A0068-3B81-EEA8-C578-5150B6F8DF18}"/>
              </a:ext>
            </a:extLst>
          </p:cNvPr>
          <p:cNvSpPr/>
          <p:nvPr/>
        </p:nvSpPr>
        <p:spPr>
          <a:xfrm>
            <a:off x="6457284" y="4185084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917FFF8-D87E-7F1E-243E-211787B1FD1D}"/>
              </a:ext>
            </a:extLst>
          </p:cNvPr>
          <p:cNvSpPr/>
          <p:nvPr/>
        </p:nvSpPr>
        <p:spPr>
          <a:xfrm>
            <a:off x="5529064" y="418508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답변하기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9DBBF0B-4C48-ADE7-A210-E7A4EB4AC05E}"/>
              </a:ext>
            </a:extLst>
          </p:cNvPr>
          <p:cNvSpPr/>
          <p:nvPr/>
        </p:nvSpPr>
        <p:spPr>
          <a:xfrm>
            <a:off x="1169743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EE3B2D-3C86-FC22-618E-AE7E7B09F732}"/>
              </a:ext>
            </a:extLst>
          </p:cNvPr>
          <p:cNvSpPr/>
          <p:nvPr/>
        </p:nvSpPr>
        <p:spPr>
          <a:xfrm>
            <a:off x="2288704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D314E7-32CF-29A4-2F7E-6636275A835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4F248A-C978-C6A7-DFEE-05F27BFE42E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57" name="Group 260">
            <a:extLst>
              <a:ext uri="{FF2B5EF4-FFF2-40B4-BE49-F238E27FC236}">
                <a16:creationId xmlns:a16="http://schemas.microsoft.com/office/drawing/2014/main" id="{4448E99A-C527-6091-3711-54D89130A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340778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12160FCF-3854-4A03-30F7-FD23B720C158}"/>
              </a:ext>
            </a:extLst>
          </p:cNvPr>
          <p:cNvGrpSpPr/>
          <p:nvPr/>
        </p:nvGrpSpPr>
        <p:grpSpPr>
          <a:xfrm>
            <a:off x="200472" y="1389499"/>
            <a:ext cx="6732748" cy="230832"/>
            <a:chOff x="200472" y="2073804"/>
            <a:chExt cx="6732748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4D62BAB-257B-4847-5C65-92D92D425360}"/>
                </a:ext>
              </a:extLst>
            </p:cNvPr>
            <p:cNvGrpSpPr/>
            <p:nvPr/>
          </p:nvGrpSpPr>
          <p:grpSpPr>
            <a:xfrm>
              <a:off x="5272099" y="2073804"/>
              <a:ext cx="1661121" cy="230832"/>
              <a:chOff x="5272099" y="2073804"/>
              <a:chExt cx="1661121" cy="230832"/>
            </a:xfrm>
          </p:grpSpPr>
          <p:sp>
            <p:nvSpPr>
              <p:cNvPr id="8" name="Go Home">
                <a:extLst>
                  <a:ext uri="{FF2B5EF4-FFF2-40B4-BE49-F238E27FC236}">
                    <a16:creationId xmlns:a16="http://schemas.microsoft.com/office/drawing/2014/main" id="{DA145CB1-B9B2-C04F-3D98-1E61E2E0B67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512742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FEDF66-E448-A79D-B2D6-31F614DB2F7B}"/>
                  </a:ext>
                </a:extLst>
              </p:cNvPr>
              <p:cNvSpPr txBox="1"/>
              <p:nvPr/>
            </p:nvSpPr>
            <p:spPr>
              <a:xfrm>
                <a:off x="5272099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운영관리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문의 관리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6E92EB-0C5E-05E1-AE50-A5EE580886D7}"/>
                </a:ext>
              </a:extLst>
            </p:cNvPr>
            <p:cNvSpPr txBox="1"/>
            <p:nvPr/>
          </p:nvSpPr>
          <p:spPr>
            <a:xfrm>
              <a:off x="200472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문의 관리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6A27DE-9EBF-240B-8CAE-43258480FBFC}"/>
              </a:ext>
            </a:extLst>
          </p:cNvPr>
          <p:cNvSpPr/>
          <p:nvPr/>
        </p:nvSpPr>
        <p:spPr>
          <a:xfrm>
            <a:off x="4953000" y="4185084"/>
            <a:ext cx="539065" cy="14374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접수상태 변경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55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D502C-12CF-9372-4852-3B2949BD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8CF69AB-E48A-705C-CF6B-EECE719AB494}"/>
              </a:ext>
            </a:extLst>
          </p:cNvPr>
          <p:cNvCxnSpPr/>
          <p:nvPr/>
        </p:nvCxnSpPr>
        <p:spPr>
          <a:xfrm>
            <a:off x="200472" y="1628571"/>
            <a:ext cx="673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2507D9-A45C-ABB9-5767-EA50372496C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16813-2E47-06E1-4E9F-BC2D6392F445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C0522AE-A4FE-9795-9BD3-CBE091130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083724"/>
              </p:ext>
            </p:extLst>
          </p:nvPr>
        </p:nvGraphicFramePr>
        <p:xfrm>
          <a:off x="200472" y="1700808"/>
          <a:ext cx="6696742" cy="417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 00:00:00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문의접수  ○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검토중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  ● 답변완료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완료일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일반문의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메인 디자인 제작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및 기능 추가</a:t>
                      </a: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요청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상담요청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6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</a:t>
                      </a:r>
                      <a:r>
                        <a:rPr lang="ko-KR" altLang="en-US" sz="600" b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미요청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연락처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2026-03-01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시간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10:00 ~ 12:00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제목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받은 내용으로 상품을 구매하고 싶습니다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37762"/>
                  </a:ext>
                </a:extLst>
              </a:tr>
              <a:tr h="473779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안녕하세요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이번에 견적 받은 내용으로 결제를 진행 하려고 합니다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어떻게 진행하면 되나요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3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알림 신청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SMS : 010-0000-0000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abcde@naver.com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첨부 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45765"/>
                  </a:ext>
                </a:extLst>
              </a:tr>
            </a:tbl>
          </a:graphicData>
        </a:graphic>
      </p:graphicFrame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725D027-EBF4-EDF4-E485-6B8251FCA556}"/>
              </a:ext>
            </a:extLst>
          </p:cNvPr>
          <p:cNvSpPr/>
          <p:nvPr/>
        </p:nvSpPr>
        <p:spPr>
          <a:xfrm>
            <a:off x="1169743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DDC5EE2-4E57-65FA-7A18-D406BAA08F53}"/>
              </a:ext>
            </a:extLst>
          </p:cNvPr>
          <p:cNvSpPr/>
          <p:nvPr/>
        </p:nvSpPr>
        <p:spPr>
          <a:xfrm>
            <a:off x="2288704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4714F2-EFF8-F7FF-13CC-92CCBCDB348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42F843-A76B-29CC-8FF6-9D83A2EEB3F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57" name="Group 260">
            <a:extLst>
              <a:ext uri="{FF2B5EF4-FFF2-40B4-BE49-F238E27FC236}">
                <a16:creationId xmlns:a16="http://schemas.microsoft.com/office/drawing/2014/main" id="{28F11D32-34D2-2FB9-F8D1-FDF0313A0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21612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답변등록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답변등록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8A82722B-8C55-10F6-70C3-971436303594}"/>
              </a:ext>
            </a:extLst>
          </p:cNvPr>
          <p:cNvGrpSpPr/>
          <p:nvPr/>
        </p:nvGrpSpPr>
        <p:grpSpPr>
          <a:xfrm>
            <a:off x="200472" y="1389499"/>
            <a:ext cx="6732748" cy="230832"/>
            <a:chOff x="200472" y="2073804"/>
            <a:chExt cx="6732748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67B2150-E54E-74AF-6C21-D7A198DE03F4}"/>
                </a:ext>
              </a:extLst>
            </p:cNvPr>
            <p:cNvGrpSpPr/>
            <p:nvPr/>
          </p:nvGrpSpPr>
          <p:grpSpPr>
            <a:xfrm>
              <a:off x="5272099" y="2073804"/>
              <a:ext cx="1661121" cy="230832"/>
              <a:chOff x="5272099" y="2073804"/>
              <a:chExt cx="1661121" cy="230832"/>
            </a:xfrm>
          </p:grpSpPr>
          <p:sp>
            <p:nvSpPr>
              <p:cNvPr id="8" name="Go Home">
                <a:extLst>
                  <a:ext uri="{FF2B5EF4-FFF2-40B4-BE49-F238E27FC236}">
                    <a16:creationId xmlns:a16="http://schemas.microsoft.com/office/drawing/2014/main" id="{E79DF3E4-50C3-F07F-1F2C-CEB23D212E6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512742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96BEB6-28AC-C692-AE6F-F7B1D1909936}"/>
                  </a:ext>
                </a:extLst>
              </p:cNvPr>
              <p:cNvSpPr txBox="1"/>
              <p:nvPr/>
            </p:nvSpPr>
            <p:spPr>
              <a:xfrm>
                <a:off x="5272099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운영관리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문의 관리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6A97C9-2A32-50DD-036C-E391F1731D4E}"/>
                </a:ext>
              </a:extLst>
            </p:cNvPr>
            <p:cNvSpPr txBox="1"/>
            <p:nvPr/>
          </p:nvSpPr>
          <p:spPr>
            <a:xfrm>
              <a:off x="200472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문의 관리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847C07-1DFF-476E-7B7E-8D3BAA71858E}"/>
              </a:ext>
            </a:extLst>
          </p:cNvPr>
          <p:cNvSpPr/>
          <p:nvPr/>
        </p:nvSpPr>
        <p:spPr>
          <a:xfrm>
            <a:off x="5988638" y="594928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답변하기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8C345E5-2B86-655D-3666-3DE44D2641A2}"/>
              </a:ext>
            </a:extLst>
          </p:cNvPr>
          <p:cNvSpPr/>
          <p:nvPr/>
        </p:nvSpPr>
        <p:spPr>
          <a:xfrm>
            <a:off x="6457284" y="5949280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24CD6B-1BA1-6642-6673-E2E53A88C138}"/>
              </a:ext>
            </a:extLst>
          </p:cNvPr>
          <p:cNvSpPr/>
          <p:nvPr/>
        </p:nvSpPr>
        <p:spPr>
          <a:xfrm>
            <a:off x="1168280" y="4149080"/>
            <a:ext cx="5656928" cy="11000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안녕하세요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 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고객님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요청주신 내용을 바탕으로 견적서를 산출 하였습니다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견적서 내용 그대로 상품이 만들어졌습니다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상품 리스트에서 구매절차를 진행 하시면 됩니다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감사합니다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47790D-3390-1E60-F04D-61EF7E2F28CC}"/>
              </a:ext>
            </a:extLst>
          </p:cNvPr>
          <p:cNvSpPr/>
          <p:nvPr/>
        </p:nvSpPr>
        <p:spPr>
          <a:xfrm>
            <a:off x="1166636" y="5309587"/>
            <a:ext cx="5629400" cy="1803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내 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PC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에서 첨부하거나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, 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파일을 끌어오세요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0" name="Rectangle 191">
            <a:extLst>
              <a:ext uri="{FF2B5EF4-FFF2-40B4-BE49-F238E27FC236}">
                <a16:creationId xmlns:a16="http://schemas.microsoft.com/office/drawing/2014/main" id="{F6DD6952-3276-A6FD-9AAC-B4C464232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144" y="5676219"/>
            <a:ext cx="576064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용량 </a:t>
            </a: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242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MB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2DBF32A-D390-0557-DCAD-6F00326DBF47}"/>
              </a:ext>
            </a:extLst>
          </p:cNvPr>
          <p:cNvSpPr/>
          <p:nvPr/>
        </p:nvSpPr>
        <p:spPr>
          <a:xfrm>
            <a:off x="1208583" y="5559915"/>
            <a:ext cx="1257303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(121MB)    X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741351D-54D1-9437-B210-0F25613F6C3A}"/>
              </a:ext>
            </a:extLst>
          </p:cNvPr>
          <p:cNvSpPr/>
          <p:nvPr/>
        </p:nvSpPr>
        <p:spPr>
          <a:xfrm>
            <a:off x="2563315" y="5559915"/>
            <a:ext cx="1257303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JPG (121MB)    X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86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CA111-26C7-B6C4-A82C-16290B49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C631255-68FF-77B5-8F21-6281D41E248F}"/>
              </a:ext>
            </a:extLst>
          </p:cNvPr>
          <p:cNvCxnSpPr/>
          <p:nvPr/>
        </p:nvCxnSpPr>
        <p:spPr>
          <a:xfrm>
            <a:off x="200472" y="1628571"/>
            <a:ext cx="673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75C990-19D2-EAE3-3ABA-2A30AE3EEA3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BB2675-E14F-9FD1-A5D9-DCBFA6A670DA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779DE07-2395-1154-5631-2C8BF49BA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75471"/>
              </p:ext>
            </p:extLst>
          </p:nvPr>
        </p:nvGraphicFramePr>
        <p:xfrm>
          <a:off x="200472" y="1700808"/>
          <a:ext cx="6696742" cy="3485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 00:00:00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문의접수  ○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검토중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  ● 답변완료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완료일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일반문의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메인 디자인 제작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및 기능 추가</a:t>
                      </a: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요청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상담요청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6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</a:t>
                      </a:r>
                      <a:r>
                        <a:rPr lang="ko-KR" altLang="en-US" sz="600" b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미요청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연락처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2026-03-01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시간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10:00 ~ 12:00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제목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받은 내용으로 상품을 구매하고 싶습니다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37762"/>
                  </a:ext>
                </a:extLst>
              </a:tr>
              <a:tr h="473779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안녕하세요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이번에 견적 받은 내용으로 결제를 진행 하려고 합니다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어떻게 진행하면 되나요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3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알림 신청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SMS : 010-0000-0000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abcde@naver.com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안녕하세요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 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고객님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요청주신 내용을 바탕으로 견적서를 산출 하였습니다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견적서 내용 그대로 상품이 만들어졌습니다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 리스트에서 구매절차를 진행 하시면 됩니다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감사합니다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첨부 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45765"/>
                  </a:ext>
                </a:extLst>
              </a:tr>
            </a:tbl>
          </a:graphicData>
        </a:graphic>
      </p:graphicFrame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23DB785-EC85-2525-AE2E-A20983F0D101}"/>
              </a:ext>
            </a:extLst>
          </p:cNvPr>
          <p:cNvSpPr/>
          <p:nvPr/>
        </p:nvSpPr>
        <p:spPr>
          <a:xfrm>
            <a:off x="1169743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E7D8A44-FBAD-D995-0289-F2ECBE300FE9}"/>
              </a:ext>
            </a:extLst>
          </p:cNvPr>
          <p:cNvSpPr/>
          <p:nvPr/>
        </p:nvSpPr>
        <p:spPr>
          <a:xfrm>
            <a:off x="2288704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9E1363-5BC2-2BF8-55C6-796C916E22A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3161A7-429D-EB59-8D07-75B216EF721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57" name="Group 260">
            <a:extLst>
              <a:ext uri="{FF2B5EF4-FFF2-40B4-BE49-F238E27FC236}">
                <a16:creationId xmlns:a16="http://schemas.microsoft.com/office/drawing/2014/main" id="{C694C05F-4028-F41D-75DE-C413DE4A1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419342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답변 조회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233146F9-C1F1-733F-B4DA-00DC5DBAC555}"/>
              </a:ext>
            </a:extLst>
          </p:cNvPr>
          <p:cNvGrpSpPr/>
          <p:nvPr/>
        </p:nvGrpSpPr>
        <p:grpSpPr>
          <a:xfrm>
            <a:off x="200472" y="1389499"/>
            <a:ext cx="6732748" cy="230832"/>
            <a:chOff x="200472" y="2073804"/>
            <a:chExt cx="6732748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C0B7D02-754D-D5DE-A265-ACB2E1B4AA72}"/>
                </a:ext>
              </a:extLst>
            </p:cNvPr>
            <p:cNvGrpSpPr/>
            <p:nvPr/>
          </p:nvGrpSpPr>
          <p:grpSpPr>
            <a:xfrm>
              <a:off x="5272099" y="2073804"/>
              <a:ext cx="1661121" cy="230832"/>
              <a:chOff x="5272099" y="2073804"/>
              <a:chExt cx="1661121" cy="230832"/>
            </a:xfrm>
          </p:grpSpPr>
          <p:sp>
            <p:nvSpPr>
              <p:cNvPr id="8" name="Go Home">
                <a:extLst>
                  <a:ext uri="{FF2B5EF4-FFF2-40B4-BE49-F238E27FC236}">
                    <a16:creationId xmlns:a16="http://schemas.microsoft.com/office/drawing/2014/main" id="{9B39E58C-4DD9-70EA-EF5D-A2810FF3AFF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512742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7E698D-E2EC-5FF1-0BDE-36553119D0A3}"/>
                  </a:ext>
                </a:extLst>
              </p:cNvPr>
              <p:cNvSpPr txBox="1"/>
              <p:nvPr/>
            </p:nvSpPr>
            <p:spPr>
              <a:xfrm>
                <a:off x="5272099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운영관리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문의 관리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EF9EAF-8B2B-BDD0-ECF0-8310AAC37574}"/>
                </a:ext>
              </a:extLst>
            </p:cNvPr>
            <p:cNvSpPr txBox="1"/>
            <p:nvPr/>
          </p:nvSpPr>
          <p:spPr>
            <a:xfrm>
              <a:off x="200472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문의 관리</a:t>
              </a:r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123E11C-911E-1CE1-5D23-F4DB1311EAD3}"/>
              </a:ext>
            </a:extLst>
          </p:cNvPr>
          <p:cNvSpPr/>
          <p:nvPr/>
        </p:nvSpPr>
        <p:spPr>
          <a:xfrm>
            <a:off x="1202927" y="4933577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E3BB95B-8FD5-FE3F-FDC7-D61AAFF3CDA3}"/>
              </a:ext>
            </a:extLst>
          </p:cNvPr>
          <p:cNvSpPr/>
          <p:nvPr/>
        </p:nvSpPr>
        <p:spPr>
          <a:xfrm>
            <a:off x="2321888" y="4933577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AFEEA7-B992-BB7B-2B1F-C52C2BC9DA12}"/>
              </a:ext>
            </a:extLst>
          </p:cNvPr>
          <p:cNvSpPr/>
          <p:nvPr/>
        </p:nvSpPr>
        <p:spPr>
          <a:xfrm>
            <a:off x="5988638" y="5265204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3D8330-09FE-45EF-6A3A-27075D7D16CE}"/>
              </a:ext>
            </a:extLst>
          </p:cNvPr>
          <p:cNvSpPr/>
          <p:nvPr/>
        </p:nvSpPr>
        <p:spPr>
          <a:xfrm>
            <a:off x="6457284" y="5265204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A16A91-1E17-3CD4-D3FF-0A68CD04A18D}"/>
              </a:ext>
            </a:extLst>
          </p:cNvPr>
          <p:cNvSpPr/>
          <p:nvPr/>
        </p:nvSpPr>
        <p:spPr>
          <a:xfrm>
            <a:off x="5529064" y="526520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답변하기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1258AA-5539-6999-492A-1A7CDB996EB9}"/>
              </a:ext>
            </a:extLst>
          </p:cNvPr>
          <p:cNvSpPr/>
          <p:nvPr/>
        </p:nvSpPr>
        <p:spPr>
          <a:xfrm>
            <a:off x="4953000" y="5265204"/>
            <a:ext cx="539065" cy="14374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접수상태 변경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85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8CEA-2DAB-ADE5-2E77-64C27B16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1F8A124-6CB9-36F1-5A8D-74DB841B4CEA}"/>
              </a:ext>
            </a:extLst>
          </p:cNvPr>
          <p:cNvCxnSpPr/>
          <p:nvPr/>
        </p:nvCxnSpPr>
        <p:spPr>
          <a:xfrm>
            <a:off x="200472" y="1628571"/>
            <a:ext cx="673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2D8EC91-F1E2-52E2-4D44-0839F41F0DC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 err="1">
                <a:solidFill>
                  <a:prstClr val="black"/>
                </a:solidFill>
              </a:rPr>
              <a:t>와아이프레임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PC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1CC8B-3072-E1C8-E884-EABC98EF300A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와이어프레임 </a:t>
            </a:r>
            <a:r>
              <a:rPr lang="en-US" altLang="ko-KR" sz="900" b="1" dirty="0">
                <a:solidFill>
                  <a:prstClr val="black"/>
                </a:solidFill>
              </a:rPr>
              <a:t>PC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EB5A3A-2BC3-E129-6BFA-A34FC344C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52517"/>
              </p:ext>
            </p:extLst>
          </p:nvPr>
        </p:nvGraphicFramePr>
        <p:xfrm>
          <a:off x="200472" y="1700808"/>
          <a:ext cx="6696742" cy="417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2023-07-18 00:00:00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문의접수  ○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검토중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  ● 답변완료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완료일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일반문의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메인 디자인 제작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메뉴 및 기능 추가</a:t>
                      </a: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요청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상담요청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</a:t>
                      </a:r>
                      <a:r>
                        <a:rPr lang="ko-KR" altLang="en-US" sz="6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</a:t>
                      </a:r>
                      <a:r>
                        <a:rPr lang="ko-KR" altLang="en-US" sz="600" b="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미요청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연락처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010-0000-0000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2026-03-01 </a:t>
                      </a:r>
                    </a:p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 희망 시간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10:00 ~ 12:00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제목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견적 받은 내용으로 상품을 구매하고 싶습니다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37762"/>
                  </a:ext>
                </a:extLst>
              </a:tr>
              <a:tr h="473779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안녕하세요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이번에 견적 받은 내용으로 결제를 진행 하려고 합니다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어떻게 진행하면 되나요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3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알림 신청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SMS : 010-0000-0000</a:t>
                      </a: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abcde@naver.com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첨부 파일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>
                        <a:lnSpc>
                          <a:spcPct val="150000"/>
                        </a:lnSpc>
                      </a:pPr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45765"/>
                  </a:ext>
                </a:extLst>
              </a:tr>
            </a:tbl>
          </a:graphicData>
        </a:graphic>
      </p:graphicFrame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3EEE802-AEF2-A05A-A0D4-256AF8E5040A}"/>
              </a:ext>
            </a:extLst>
          </p:cNvPr>
          <p:cNvSpPr/>
          <p:nvPr/>
        </p:nvSpPr>
        <p:spPr>
          <a:xfrm>
            <a:off x="1169743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23D3C56-58BF-E562-0EF6-011FBFB2A2CF}"/>
              </a:ext>
            </a:extLst>
          </p:cNvPr>
          <p:cNvSpPr/>
          <p:nvPr/>
        </p:nvSpPr>
        <p:spPr>
          <a:xfrm>
            <a:off x="2288704" y="3572392"/>
            <a:ext cx="1044116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    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394B55-73FE-482C-B917-F318A48837B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샘플 메뉴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448647-38A8-DA6E-0276-F26CE171299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57" name="Group 260">
            <a:extLst>
              <a:ext uri="{FF2B5EF4-FFF2-40B4-BE49-F238E27FC236}">
                <a16:creationId xmlns:a16="http://schemas.microsoft.com/office/drawing/2014/main" id="{7DA68EC5-4B91-32F1-4161-232631BC4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69537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게시판 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샘플</a:t>
                      </a:r>
                      <a:r>
                        <a:rPr kumimoji="1" lang="en-US" altLang="ko-KR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답변 수정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게시판 답변 수정 페이지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E2547328-4671-8FE2-2BE4-014F2E9E67E7}"/>
              </a:ext>
            </a:extLst>
          </p:cNvPr>
          <p:cNvGrpSpPr/>
          <p:nvPr/>
        </p:nvGrpSpPr>
        <p:grpSpPr>
          <a:xfrm>
            <a:off x="200472" y="1389499"/>
            <a:ext cx="6732748" cy="230832"/>
            <a:chOff x="200472" y="2073804"/>
            <a:chExt cx="6732748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3FAA4E1-75E1-EBCA-CD27-F2028D1D8148}"/>
                </a:ext>
              </a:extLst>
            </p:cNvPr>
            <p:cNvGrpSpPr/>
            <p:nvPr/>
          </p:nvGrpSpPr>
          <p:grpSpPr>
            <a:xfrm>
              <a:off x="5272099" y="2073804"/>
              <a:ext cx="1661121" cy="230832"/>
              <a:chOff x="5272099" y="2073804"/>
              <a:chExt cx="1661121" cy="230832"/>
            </a:xfrm>
          </p:grpSpPr>
          <p:sp>
            <p:nvSpPr>
              <p:cNvPr id="8" name="Go Home">
                <a:extLst>
                  <a:ext uri="{FF2B5EF4-FFF2-40B4-BE49-F238E27FC236}">
                    <a16:creationId xmlns:a16="http://schemas.microsoft.com/office/drawing/2014/main" id="{2C6CB0CD-4C78-8841-5E02-02F7D4DD664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512742" y="2110820"/>
                <a:ext cx="160338" cy="150812"/>
              </a:xfrm>
              <a:custGeom>
                <a:avLst/>
                <a:gdLst>
                  <a:gd name="T0" fmla="*/ 1078 w 1396"/>
                  <a:gd name="T1" fmla="*/ 0 h 1301"/>
                  <a:gd name="T2" fmla="*/ 1024 w 1396"/>
                  <a:gd name="T3" fmla="*/ 54 h 1301"/>
                  <a:gd name="T4" fmla="*/ 1024 w 1396"/>
                  <a:gd name="T5" fmla="*/ 317 h 1301"/>
                  <a:gd name="T6" fmla="*/ 735 w 1396"/>
                  <a:gd name="T7" fmla="*/ 29 h 1301"/>
                  <a:gd name="T8" fmla="*/ 659 w 1396"/>
                  <a:gd name="T9" fmla="*/ 29 h 1301"/>
                  <a:gd name="T10" fmla="*/ 21 w 1396"/>
                  <a:gd name="T11" fmla="*/ 665 h 1301"/>
                  <a:gd name="T12" fmla="*/ 21 w 1396"/>
                  <a:gd name="T13" fmla="*/ 743 h 1301"/>
                  <a:gd name="T14" fmla="*/ 98 w 1396"/>
                  <a:gd name="T15" fmla="*/ 743 h 1301"/>
                  <a:gd name="T16" fmla="*/ 698 w 1396"/>
                  <a:gd name="T17" fmla="*/ 144 h 1301"/>
                  <a:gd name="T18" fmla="*/ 1298 w 1396"/>
                  <a:gd name="T19" fmla="*/ 744 h 1301"/>
                  <a:gd name="T20" fmla="*/ 1336 w 1396"/>
                  <a:gd name="T21" fmla="*/ 760 h 1301"/>
                  <a:gd name="T22" fmla="*/ 1375 w 1396"/>
                  <a:gd name="T23" fmla="*/ 744 h 1301"/>
                  <a:gd name="T24" fmla="*/ 1375 w 1396"/>
                  <a:gd name="T25" fmla="*/ 666 h 1301"/>
                  <a:gd name="T26" fmla="*/ 1186 w 1396"/>
                  <a:gd name="T27" fmla="*/ 478 h 1301"/>
                  <a:gd name="T28" fmla="*/ 1186 w 1396"/>
                  <a:gd name="T29" fmla="*/ 54 h 1301"/>
                  <a:gd name="T30" fmla="*/ 1132 w 1396"/>
                  <a:gd name="T31" fmla="*/ 0 h 1301"/>
                  <a:gd name="T32" fmla="*/ 1078 w 1396"/>
                  <a:gd name="T33" fmla="*/ 0 h 1301"/>
                  <a:gd name="T34" fmla="*/ 698 w 1396"/>
                  <a:gd name="T35" fmla="*/ 242 h 1301"/>
                  <a:gd name="T36" fmla="*/ 101 w 1396"/>
                  <a:gd name="T37" fmla="*/ 839 h 1301"/>
                  <a:gd name="T38" fmla="*/ 101 w 1396"/>
                  <a:gd name="T39" fmla="*/ 1138 h 1301"/>
                  <a:gd name="T40" fmla="*/ 264 w 1396"/>
                  <a:gd name="T41" fmla="*/ 1301 h 1301"/>
                  <a:gd name="T42" fmla="*/ 1132 w 1396"/>
                  <a:gd name="T43" fmla="*/ 1301 h 1301"/>
                  <a:gd name="T44" fmla="*/ 1295 w 1396"/>
                  <a:gd name="T45" fmla="*/ 1138 h 1301"/>
                  <a:gd name="T46" fmla="*/ 1295 w 1396"/>
                  <a:gd name="T47" fmla="*/ 839 h 1301"/>
                  <a:gd name="T48" fmla="*/ 698 w 1396"/>
                  <a:gd name="T49" fmla="*/ 242 h 1301"/>
                  <a:gd name="T50" fmla="*/ 589 w 1396"/>
                  <a:gd name="T51" fmla="*/ 758 h 1301"/>
                  <a:gd name="T52" fmla="*/ 807 w 1396"/>
                  <a:gd name="T53" fmla="*/ 758 h 1301"/>
                  <a:gd name="T54" fmla="*/ 861 w 1396"/>
                  <a:gd name="T55" fmla="*/ 812 h 1301"/>
                  <a:gd name="T56" fmla="*/ 861 w 1396"/>
                  <a:gd name="T57" fmla="*/ 1138 h 1301"/>
                  <a:gd name="T58" fmla="*/ 807 w 1396"/>
                  <a:gd name="T59" fmla="*/ 1192 h 1301"/>
                  <a:gd name="T60" fmla="*/ 589 w 1396"/>
                  <a:gd name="T61" fmla="*/ 1192 h 1301"/>
                  <a:gd name="T62" fmla="*/ 535 w 1396"/>
                  <a:gd name="T63" fmla="*/ 1138 h 1301"/>
                  <a:gd name="T64" fmla="*/ 535 w 1396"/>
                  <a:gd name="T65" fmla="*/ 812 h 1301"/>
                  <a:gd name="T66" fmla="*/ 589 w 1396"/>
                  <a:gd name="T67" fmla="*/ 758 h 1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396" h="1301">
                    <a:moveTo>
                      <a:pt x="1078" y="0"/>
                    </a:moveTo>
                    <a:cubicBezTo>
                      <a:pt x="1048" y="0"/>
                      <a:pt x="1024" y="24"/>
                      <a:pt x="1024" y="54"/>
                    </a:cubicBezTo>
                    <a:lnTo>
                      <a:pt x="1024" y="317"/>
                    </a:lnTo>
                    <a:lnTo>
                      <a:pt x="735" y="29"/>
                    </a:lnTo>
                    <a:cubicBezTo>
                      <a:pt x="714" y="7"/>
                      <a:pt x="680" y="7"/>
                      <a:pt x="659" y="29"/>
                    </a:cubicBezTo>
                    <a:lnTo>
                      <a:pt x="21" y="665"/>
                    </a:lnTo>
                    <a:cubicBezTo>
                      <a:pt x="0" y="686"/>
                      <a:pt x="0" y="722"/>
                      <a:pt x="21" y="743"/>
                    </a:cubicBezTo>
                    <a:cubicBezTo>
                      <a:pt x="43" y="764"/>
                      <a:pt x="76" y="764"/>
                      <a:pt x="98" y="743"/>
                    </a:cubicBezTo>
                    <a:lnTo>
                      <a:pt x="698" y="144"/>
                    </a:lnTo>
                    <a:lnTo>
                      <a:pt x="1298" y="744"/>
                    </a:lnTo>
                    <a:cubicBezTo>
                      <a:pt x="1309" y="755"/>
                      <a:pt x="1322" y="760"/>
                      <a:pt x="1336" y="760"/>
                    </a:cubicBezTo>
                    <a:cubicBezTo>
                      <a:pt x="1350" y="760"/>
                      <a:pt x="1364" y="755"/>
                      <a:pt x="1375" y="744"/>
                    </a:cubicBezTo>
                    <a:cubicBezTo>
                      <a:pt x="1396" y="723"/>
                      <a:pt x="1396" y="688"/>
                      <a:pt x="1375" y="666"/>
                    </a:cubicBezTo>
                    <a:lnTo>
                      <a:pt x="1186" y="478"/>
                    </a:lnTo>
                    <a:lnTo>
                      <a:pt x="1186" y="54"/>
                    </a:lnTo>
                    <a:cubicBezTo>
                      <a:pt x="1186" y="24"/>
                      <a:pt x="1162" y="0"/>
                      <a:pt x="1132" y="0"/>
                    </a:cubicBezTo>
                    <a:lnTo>
                      <a:pt x="1078" y="0"/>
                    </a:lnTo>
                    <a:close/>
                    <a:moveTo>
                      <a:pt x="698" y="242"/>
                    </a:moveTo>
                    <a:lnTo>
                      <a:pt x="101" y="839"/>
                    </a:lnTo>
                    <a:lnTo>
                      <a:pt x="101" y="1138"/>
                    </a:lnTo>
                    <a:cubicBezTo>
                      <a:pt x="101" y="1228"/>
                      <a:pt x="174" y="1301"/>
                      <a:pt x="264" y="1301"/>
                    </a:cubicBezTo>
                    <a:lnTo>
                      <a:pt x="1132" y="1301"/>
                    </a:lnTo>
                    <a:cubicBezTo>
                      <a:pt x="1222" y="1301"/>
                      <a:pt x="1295" y="1228"/>
                      <a:pt x="1295" y="1138"/>
                    </a:cubicBezTo>
                    <a:lnTo>
                      <a:pt x="1295" y="839"/>
                    </a:lnTo>
                    <a:lnTo>
                      <a:pt x="698" y="242"/>
                    </a:lnTo>
                    <a:close/>
                    <a:moveTo>
                      <a:pt x="589" y="758"/>
                    </a:moveTo>
                    <a:lnTo>
                      <a:pt x="807" y="758"/>
                    </a:lnTo>
                    <a:cubicBezTo>
                      <a:pt x="836" y="758"/>
                      <a:pt x="861" y="782"/>
                      <a:pt x="861" y="812"/>
                    </a:cubicBezTo>
                    <a:lnTo>
                      <a:pt x="861" y="1138"/>
                    </a:lnTo>
                    <a:cubicBezTo>
                      <a:pt x="861" y="1168"/>
                      <a:pt x="836" y="1192"/>
                      <a:pt x="807" y="1192"/>
                    </a:cubicBezTo>
                    <a:lnTo>
                      <a:pt x="589" y="1192"/>
                    </a:lnTo>
                    <a:cubicBezTo>
                      <a:pt x="560" y="1192"/>
                      <a:pt x="535" y="1168"/>
                      <a:pt x="535" y="1138"/>
                    </a:cubicBezTo>
                    <a:lnTo>
                      <a:pt x="535" y="812"/>
                    </a:lnTo>
                    <a:cubicBezTo>
                      <a:pt x="535" y="782"/>
                      <a:pt x="560" y="758"/>
                      <a:pt x="589" y="758"/>
                    </a:cubicBez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ED26C1-86DC-CBCC-D1EA-2C89FFAF2AE1}"/>
                  </a:ext>
                </a:extLst>
              </p:cNvPr>
              <p:cNvSpPr txBox="1"/>
              <p:nvPr/>
            </p:nvSpPr>
            <p:spPr>
              <a:xfrm>
                <a:off x="5272099" y="2073804"/>
                <a:ext cx="166112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900" dirty="0"/>
                  <a:t>운영관리 </a:t>
                </a:r>
                <a:r>
                  <a:rPr lang="en-US" altLang="ko-KR" sz="900" dirty="0"/>
                  <a:t>&gt; </a:t>
                </a:r>
                <a:r>
                  <a:rPr lang="ko-KR" altLang="en-US" sz="900" dirty="0"/>
                  <a:t>문의 관리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C50D10-50A6-0CC0-08FF-65F2C318B156}"/>
                </a:ext>
              </a:extLst>
            </p:cNvPr>
            <p:cNvSpPr txBox="1"/>
            <p:nvPr/>
          </p:nvSpPr>
          <p:spPr>
            <a:xfrm>
              <a:off x="200472" y="2073804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문의 관리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5E799D-4ABF-1A4E-DD94-3A0F0411C68C}"/>
              </a:ext>
            </a:extLst>
          </p:cNvPr>
          <p:cNvSpPr/>
          <p:nvPr/>
        </p:nvSpPr>
        <p:spPr>
          <a:xfrm>
            <a:off x="5988638" y="594928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답변하기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12EF89-FE7E-8EA1-C361-55E27057B377}"/>
              </a:ext>
            </a:extLst>
          </p:cNvPr>
          <p:cNvSpPr/>
          <p:nvPr/>
        </p:nvSpPr>
        <p:spPr>
          <a:xfrm>
            <a:off x="6457284" y="5949280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E612B9-1024-27C4-4CF7-6ACA59EAC12E}"/>
              </a:ext>
            </a:extLst>
          </p:cNvPr>
          <p:cNvSpPr/>
          <p:nvPr/>
        </p:nvSpPr>
        <p:spPr>
          <a:xfrm>
            <a:off x="1168280" y="4149080"/>
            <a:ext cx="5656928" cy="11000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안녕하세요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 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고객님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요청주신 내용을 바탕으로 견적서를 산출 하였습니다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견적서 내용 그대로 상품이 만들어졌습니다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상품 리스트에서 구매절차를 진행 하시면 됩니다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감사합니다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44ECAB1-411C-B7DB-168A-E66C811DC49A}"/>
              </a:ext>
            </a:extLst>
          </p:cNvPr>
          <p:cNvSpPr/>
          <p:nvPr/>
        </p:nvSpPr>
        <p:spPr>
          <a:xfrm>
            <a:off x="1166636" y="5309587"/>
            <a:ext cx="5629400" cy="1803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내 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PC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에서 첨부하거나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, 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파일을 끌어오세요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.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0" name="Rectangle 191">
            <a:extLst>
              <a:ext uri="{FF2B5EF4-FFF2-40B4-BE49-F238E27FC236}">
                <a16:creationId xmlns:a16="http://schemas.microsoft.com/office/drawing/2014/main" id="{5462ED68-2AF8-6EBF-78C6-38806B584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144" y="5676219"/>
            <a:ext cx="576064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용량 </a:t>
            </a: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242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MB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5750E88-4F8F-B3EE-8B4F-01091A8DBFF1}"/>
              </a:ext>
            </a:extLst>
          </p:cNvPr>
          <p:cNvSpPr/>
          <p:nvPr/>
        </p:nvSpPr>
        <p:spPr>
          <a:xfrm>
            <a:off x="1208583" y="5559915"/>
            <a:ext cx="1257303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메인디자인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.JPG (121MB)    X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8C38AB1-B1EB-A29F-CF75-1979481EC52D}"/>
              </a:ext>
            </a:extLst>
          </p:cNvPr>
          <p:cNvSpPr/>
          <p:nvPr/>
        </p:nvSpPr>
        <p:spPr>
          <a:xfrm>
            <a:off x="2563315" y="5559915"/>
            <a:ext cx="1257303" cy="180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서브디자인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JPG (121MB)    X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92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EB46-801F-6445-772B-80988C04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C86608E5-DD0A-FED5-AC69-79B4B8179D82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4820EFAF-0809-91A7-DC1D-88D666CAF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채널관리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채널관리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채널별 소속 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851DD46D-C1D2-6A4A-105C-E949F843D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채널관리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7C2B06B-D32C-CF20-E708-27D2E43C9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06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8233-44E5-9A55-AA1F-3BF100B1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014BABFA-F27D-AD06-05A2-0E783B7EF44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BC09958D-D23B-A378-5900-BE6C3A1FB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채널관리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405892DF-9089-7AC8-32C4-00615BA3E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채널관리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2944F28A-D47C-FBDA-00D5-CDCDA5C2F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423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D68A-B514-418F-497D-96CF85EC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D7FCE-C462-9D9E-52FC-B33C5EBD08E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1E5E7-A4D3-D4B2-969F-AB7A7B3B6F4A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채널관리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EAFCFA-1345-5D6C-8EE0-64AB632CC8D8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리스트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1D05AF-D596-824A-E202-87694D6225A1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FDFC85-2BC8-F183-8872-F5E0B621C95F}"/>
              </a:ext>
            </a:extLst>
          </p:cNvPr>
          <p:cNvSpPr/>
          <p:nvPr/>
        </p:nvSpPr>
        <p:spPr>
          <a:xfrm>
            <a:off x="6471761" y="4411402"/>
            <a:ext cx="425455" cy="118800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C69D085-469C-C586-D0BF-7B4269D517C6}"/>
              </a:ext>
            </a:extLst>
          </p:cNvPr>
          <p:cNvSpPr/>
          <p:nvPr/>
        </p:nvSpPr>
        <p:spPr>
          <a:xfrm>
            <a:off x="6449385" y="1700808"/>
            <a:ext cx="29506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건</a:t>
            </a:r>
          </a:p>
        </p:txBody>
      </p:sp>
      <p:pic>
        <p:nvPicPr>
          <p:cNvPr id="61" name="Picture 13">
            <a:extLst>
              <a:ext uri="{FF2B5EF4-FFF2-40B4-BE49-F238E27FC236}">
                <a16:creationId xmlns:a16="http://schemas.microsoft.com/office/drawing/2014/main" id="{44BD4F8C-AF0B-C784-C14E-8E96B26AE18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960" y="1700808"/>
            <a:ext cx="126256" cy="1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63E3A3BA-46D0-74CE-2567-B7E725E52906}"/>
              </a:ext>
            </a:extLst>
          </p:cNvPr>
          <p:cNvSpPr/>
          <p:nvPr/>
        </p:nvSpPr>
        <p:spPr>
          <a:xfrm>
            <a:off x="236476" y="1726177"/>
            <a:ext cx="26449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prstClr val="black"/>
                </a:solidFill>
              </a:rPr>
              <a:t>총</a:t>
            </a:r>
            <a:r>
              <a:rPr lang="en-US" altLang="ko-KR" sz="600" dirty="0">
                <a:solidFill>
                  <a:prstClr val="black"/>
                </a:solidFill>
              </a:rPr>
              <a:t> 20</a:t>
            </a:r>
            <a:r>
              <a:rPr lang="ko-KR" altLang="en-US" sz="600" dirty="0">
                <a:solidFill>
                  <a:prstClr val="black"/>
                </a:solidFill>
              </a:rPr>
              <a:t>건</a:t>
            </a: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D2A36F3A-CF25-D5A6-C568-25072FC58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941537"/>
              </p:ext>
            </p:extLst>
          </p:nvPr>
        </p:nvGraphicFramePr>
        <p:xfrm>
          <a:off x="200472" y="1887088"/>
          <a:ext cx="6696745" cy="226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4548">
                  <a:extLst>
                    <a:ext uri="{9D8B030D-6E8A-4147-A177-3AD203B41FA5}">
                      <a16:colId xmlns:a16="http://schemas.microsoft.com/office/drawing/2014/main" val="1406077780"/>
                    </a:ext>
                  </a:extLst>
                </a:gridCol>
                <a:gridCol w="911247">
                  <a:extLst>
                    <a:ext uri="{9D8B030D-6E8A-4147-A177-3AD203B41FA5}">
                      <a16:colId xmlns:a16="http://schemas.microsoft.com/office/drawing/2014/main" val="1610281368"/>
                    </a:ext>
                  </a:extLst>
                </a:gridCol>
                <a:gridCol w="911247">
                  <a:extLst>
                    <a:ext uri="{9D8B030D-6E8A-4147-A177-3AD203B41FA5}">
                      <a16:colId xmlns:a16="http://schemas.microsoft.com/office/drawing/2014/main" val="1872185090"/>
                    </a:ext>
                  </a:extLst>
                </a:gridCol>
                <a:gridCol w="9112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452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 코드</a:t>
                      </a: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 명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상태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생성일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쇼핑몰 바로가기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운영중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2026-03-01 00:00:00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중지</a:t>
                      </a:r>
                      <a:endParaRPr lang="ko-KR" altLang="en-US" sz="6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서울시립대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운영중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운영중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서울시립대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운영중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중지</a:t>
                      </a:r>
                      <a:endParaRPr lang="ko-KR" altLang="en-US" sz="6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957231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서울시립대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운영중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9857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abcdef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 00:00:00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highlight>
                          <a:srgbClr val="FFFF00"/>
                        </a:highligh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856592"/>
                  </a:ext>
                </a:extLst>
              </a:tr>
            </a:tbl>
          </a:graphicData>
        </a:graphic>
      </p:graphicFrame>
      <p:sp>
        <p:nvSpPr>
          <p:cNvPr id="65" name="직사각형 64">
            <a:extLst>
              <a:ext uri="{FF2B5EF4-FFF2-40B4-BE49-F238E27FC236}">
                <a16:creationId xmlns:a16="http://schemas.microsoft.com/office/drawing/2014/main" id="{45F6E2ED-6D6C-2781-66A6-8B2CCB5E16E5}"/>
              </a:ext>
            </a:extLst>
          </p:cNvPr>
          <p:cNvSpPr/>
          <p:nvPr/>
        </p:nvSpPr>
        <p:spPr>
          <a:xfrm>
            <a:off x="6294047" y="2143150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6674DA0-5D21-4907-C768-8139078137F2}"/>
              </a:ext>
            </a:extLst>
          </p:cNvPr>
          <p:cNvSpPr/>
          <p:nvPr/>
        </p:nvSpPr>
        <p:spPr>
          <a:xfrm>
            <a:off x="6294047" y="2367076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760E18C-449C-9257-C9D1-93FFD5A80AFC}"/>
              </a:ext>
            </a:extLst>
          </p:cNvPr>
          <p:cNvSpPr/>
          <p:nvPr/>
        </p:nvSpPr>
        <p:spPr>
          <a:xfrm>
            <a:off x="6294047" y="2581018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C8CD80A-4573-FA86-6FA8-CB12B256A632}"/>
              </a:ext>
            </a:extLst>
          </p:cNvPr>
          <p:cNvSpPr/>
          <p:nvPr/>
        </p:nvSpPr>
        <p:spPr>
          <a:xfrm>
            <a:off x="6294047" y="279122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6314437-954F-1382-24D4-1312F1AF1238}"/>
              </a:ext>
            </a:extLst>
          </p:cNvPr>
          <p:cNvSpPr/>
          <p:nvPr/>
        </p:nvSpPr>
        <p:spPr>
          <a:xfrm>
            <a:off x="6294047" y="3000953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B173559-67E8-65F6-EC3C-CBCC71EB3414}"/>
              </a:ext>
            </a:extLst>
          </p:cNvPr>
          <p:cNvSpPr/>
          <p:nvPr/>
        </p:nvSpPr>
        <p:spPr>
          <a:xfrm>
            <a:off x="6294047" y="3224879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F040DB5-A522-5864-9212-A4BB45A9143D}"/>
              </a:ext>
            </a:extLst>
          </p:cNvPr>
          <p:cNvSpPr/>
          <p:nvPr/>
        </p:nvSpPr>
        <p:spPr>
          <a:xfrm>
            <a:off x="6294047" y="3428506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82BD1D2-1A75-ADC1-6ED2-2F8AC0E17324}"/>
              </a:ext>
            </a:extLst>
          </p:cNvPr>
          <p:cNvSpPr/>
          <p:nvPr/>
        </p:nvSpPr>
        <p:spPr>
          <a:xfrm>
            <a:off x="6294047" y="3619314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58F186D-E04B-C7B0-B9E7-ADAA7DB78113}"/>
              </a:ext>
            </a:extLst>
          </p:cNvPr>
          <p:cNvSpPr/>
          <p:nvPr/>
        </p:nvSpPr>
        <p:spPr>
          <a:xfrm>
            <a:off x="6292469" y="3805594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A31C898-1A19-DBD2-0843-5680D12B7EC1}"/>
              </a:ext>
            </a:extLst>
          </p:cNvPr>
          <p:cNvSpPr/>
          <p:nvPr/>
        </p:nvSpPr>
        <p:spPr>
          <a:xfrm>
            <a:off x="6285148" y="4001890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83EBDCB-0B7E-7A75-D43F-C9C749EDEAC2}"/>
              </a:ext>
            </a:extLst>
          </p:cNvPr>
          <p:cNvSpPr/>
          <p:nvPr/>
        </p:nvSpPr>
        <p:spPr>
          <a:xfrm>
            <a:off x="5385048" y="2149275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68C9C4C-01AF-B530-2559-45CD97345D67}"/>
              </a:ext>
            </a:extLst>
          </p:cNvPr>
          <p:cNvSpPr/>
          <p:nvPr/>
        </p:nvSpPr>
        <p:spPr>
          <a:xfrm>
            <a:off x="3097707" y="4267386"/>
            <a:ext cx="86722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처음</a:t>
            </a:r>
            <a:r>
              <a:rPr lang="en-US" altLang="ko-KR" sz="600" dirty="0">
                <a:solidFill>
                  <a:prstClr val="black"/>
                </a:solidFill>
              </a:rPr>
              <a:t> ◀  1  2  ▶  </a:t>
            </a:r>
            <a:r>
              <a:rPr lang="ko-KR" altLang="en-US" sz="600" dirty="0">
                <a:solidFill>
                  <a:prstClr val="black"/>
                </a:solidFill>
              </a:rPr>
              <a:t>마지막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3A69C672-9C98-508C-4DAC-D5F16260FD66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430A9E05-955B-7464-2219-6629E0CD6581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6C0E998-AECD-A228-FA53-6BA07A85A674}"/>
                </a:ext>
              </a:extLst>
            </p:cNvPr>
            <p:cNvSpPr txBox="1"/>
            <p:nvPr/>
          </p:nvSpPr>
          <p:spPr>
            <a:xfrm>
              <a:off x="5025009" y="1389499"/>
              <a:ext cx="1908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채널관리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채널관리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B5F7222-8736-D775-1AF1-CC544B8E31D0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채널관리</a:t>
              </a:r>
            </a:p>
          </p:txBody>
        </p:sp>
      </p:grp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899917B-F4F9-EC95-72A1-37BBC90667BB}"/>
              </a:ext>
            </a:extLst>
          </p:cNvPr>
          <p:cNvSpPr/>
          <p:nvPr/>
        </p:nvSpPr>
        <p:spPr>
          <a:xfrm>
            <a:off x="5385048" y="2354605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E0E29B3-91FE-98E6-34DE-B6F6FAE01F6B}"/>
              </a:ext>
            </a:extLst>
          </p:cNvPr>
          <p:cNvSpPr/>
          <p:nvPr/>
        </p:nvSpPr>
        <p:spPr>
          <a:xfrm>
            <a:off x="5385048" y="2567199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C3A9B3F4-A442-5154-6FD8-83FAAB3D02CD}"/>
              </a:ext>
            </a:extLst>
          </p:cNvPr>
          <p:cNvSpPr/>
          <p:nvPr/>
        </p:nvSpPr>
        <p:spPr>
          <a:xfrm>
            <a:off x="5385048" y="2772529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5FC171B-3AA2-09CA-A4EC-CC5483C427D5}"/>
              </a:ext>
            </a:extLst>
          </p:cNvPr>
          <p:cNvSpPr/>
          <p:nvPr/>
        </p:nvSpPr>
        <p:spPr>
          <a:xfrm>
            <a:off x="5385048" y="2986105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9BE3606E-FFA6-5F30-4450-377D6C2D914C}"/>
              </a:ext>
            </a:extLst>
          </p:cNvPr>
          <p:cNvSpPr/>
          <p:nvPr/>
        </p:nvSpPr>
        <p:spPr>
          <a:xfrm>
            <a:off x="5385048" y="3212976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49F7F01-FC19-0534-C842-5E884BD1F0EC}"/>
              </a:ext>
            </a:extLst>
          </p:cNvPr>
          <p:cNvSpPr/>
          <p:nvPr/>
        </p:nvSpPr>
        <p:spPr>
          <a:xfrm>
            <a:off x="5381629" y="3422156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73C51BC3-A285-AE4E-C309-C5AD3A07A948}"/>
              </a:ext>
            </a:extLst>
          </p:cNvPr>
          <p:cNvSpPr/>
          <p:nvPr/>
        </p:nvSpPr>
        <p:spPr>
          <a:xfrm>
            <a:off x="5381629" y="3627486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D6DDB3C-F813-ED81-081C-FF41A3314386}"/>
              </a:ext>
            </a:extLst>
          </p:cNvPr>
          <p:cNvSpPr/>
          <p:nvPr/>
        </p:nvSpPr>
        <p:spPr>
          <a:xfrm>
            <a:off x="5381629" y="3801740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E6859EF-A4CA-7FF6-BBDE-63941397AD61}"/>
              </a:ext>
            </a:extLst>
          </p:cNvPr>
          <p:cNvSpPr/>
          <p:nvPr/>
        </p:nvSpPr>
        <p:spPr>
          <a:xfrm>
            <a:off x="5381629" y="4007070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바로가기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9B09F27-813A-B9A4-85C7-63F1D3718249}"/>
              </a:ext>
            </a:extLst>
          </p:cNvPr>
          <p:cNvSpPr/>
          <p:nvPr/>
        </p:nvSpPr>
        <p:spPr>
          <a:xfrm>
            <a:off x="6281875" y="425168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8A57A96-8F05-EDCC-2CC3-00EF8413BFEF}"/>
              </a:ext>
            </a:extLst>
          </p:cNvPr>
          <p:cNvSpPr/>
          <p:nvPr/>
        </p:nvSpPr>
        <p:spPr>
          <a:xfrm>
            <a:off x="5023026" y="201875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F178B4-0786-9E3E-5ED2-41DF5F9D7031}"/>
              </a:ext>
            </a:extLst>
          </p:cNvPr>
          <p:cNvSpPr/>
          <p:nvPr/>
        </p:nvSpPr>
        <p:spPr>
          <a:xfrm>
            <a:off x="85436" y="177328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Group 260">
            <a:extLst>
              <a:ext uri="{FF2B5EF4-FFF2-40B4-BE49-F238E27FC236}">
                <a16:creationId xmlns:a16="http://schemas.microsoft.com/office/drawing/2014/main" id="{76AF36F7-CF6B-3FF6-11E2-B70BA09BF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13142"/>
              </p:ext>
            </p:extLst>
          </p:nvPr>
        </p:nvGraphicFramePr>
        <p:xfrm>
          <a:off x="6969418" y="2548005"/>
          <a:ext cx="2772114" cy="233961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채널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정보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코드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생성시 랜덤 코드 생성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URL(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랜덤코드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생성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운영 상태 정보가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운영중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인 경우만 쇼핑몰 접속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쇼핑몰 바로가기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해당 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핑몰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바로가기 링크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관리자는 관리자 계정으로 접속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추후 사용자별 확인용 로그인 기능 적용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채널 상세 정보 설정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등록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채널 신규 등록 팝업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</a:tbl>
          </a:graphicData>
        </a:graphic>
      </p:graphicFrame>
      <p:sp>
        <p:nvSpPr>
          <p:cNvPr id="10" name="타원 9">
            <a:extLst>
              <a:ext uri="{FF2B5EF4-FFF2-40B4-BE49-F238E27FC236}">
                <a16:creationId xmlns:a16="http://schemas.microsoft.com/office/drawing/2014/main" id="{C1DBEBBA-D19C-8AAC-A6FD-2076E55D0F41}"/>
              </a:ext>
            </a:extLst>
          </p:cNvPr>
          <p:cNvSpPr/>
          <p:nvPr/>
        </p:nvSpPr>
        <p:spPr>
          <a:xfrm>
            <a:off x="6069148" y="199862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382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423A-7DAE-D245-76CB-052B7998C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72BD3F-E960-7537-A57F-D1A4B3A7769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2803D-4A97-40E5-7E2C-55E9078EB69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채널관리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9A9DFC-279C-95EC-D894-F0569B73F29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등록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60A1E2-1BC8-6D0C-6969-C3E59CD7AAE1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4FF225-DE03-0521-A0C1-610988C4598C}"/>
              </a:ext>
            </a:extLst>
          </p:cNvPr>
          <p:cNvSpPr/>
          <p:nvPr/>
        </p:nvSpPr>
        <p:spPr>
          <a:xfrm>
            <a:off x="272480" y="1469658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4943E5A-15D2-D4E9-71BA-077E80A23E68}"/>
              </a:ext>
            </a:extLst>
          </p:cNvPr>
          <p:cNvGrpSpPr/>
          <p:nvPr/>
        </p:nvGrpSpPr>
        <p:grpSpPr>
          <a:xfrm>
            <a:off x="273086" y="1412776"/>
            <a:ext cx="3267699" cy="230832"/>
            <a:chOff x="364813" y="1412776"/>
            <a:chExt cx="3267699" cy="23083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C24DCDE-3B57-05D2-4789-2DC762AC5459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채널등록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6EC8D2-4EB4-C33C-7D5D-06263945FC7A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CB122A7-7253-7598-18B2-CBF335C9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225988"/>
              </p:ext>
            </p:extLst>
          </p:nvPr>
        </p:nvGraphicFramePr>
        <p:xfrm>
          <a:off x="344488" y="1664804"/>
          <a:ext cx="3096344" cy="1273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 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(6</a:t>
                      </a: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타이틀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오픈일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73754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빌더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141885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빌더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도메인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36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운영중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  ○ 운영 중지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8A81F6-A1EA-4909-A5DC-E80A96205D31}"/>
              </a:ext>
            </a:extLst>
          </p:cNvPr>
          <p:cNvSpPr/>
          <p:nvPr/>
        </p:nvSpPr>
        <p:spPr>
          <a:xfrm>
            <a:off x="1672694" y="32492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E7858C-39B2-2142-0FA1-C33F996131BD}"/>
              </a:ext>
            </a:extLst>
          </p:cNvPr>
          <p:cNvSpPr/>
          <p:nvPr/>
        </p:nvSpPr>
        <p:spPr>
          <a:xfrm>
            <a:off x="1314954" y="188844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AE8726E-F41F-1D22-25D1-26D8ABACD364}"/>
              </a:ext>
            </a:extLst>
          </p:cNvPr>
          <p:cNvSpPr/>
          <p:nvPr/>
        </p:nvSpPr>
        <p:spPr>
          <a:xfrm>
            <a:off x="1314954" y="2072190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aphicFrame>
        <p:nvGraphicFramePr>
          <p:cNvPr id="9" name="Group 260">
            <a:extLst>
              <a:ext uri="{FF2B5EF4-FFF2-40B4-BE49-F238E27FC236}">
                <a16:creationId xmlns:a16="http://schemas.microsoft.com/office/drawing/2014/main" id="{332FC014-C37E-75A5-1860-2CEF55732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894762"/>
              </p:ext>
            </p:extLst>
          </p:nvPr>
        </p:nvGraphicFramePr>
        <p:xfrm>
          <a:off x="6969418" y="2548005"/>
          <a:ext cx="2772114" cy="13812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채널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신규 등록 팝업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코드 신규 등록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채널 코드 자동 생성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링크 동일 적용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노출 타이틀명 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사이트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BI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영역 노출 정보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운영 여부 설정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운영중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사이트 접속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운영 중지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사이트 접속 불가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</a:tbl>
          </a:graphicData>
        </a:graphic>
      </p:graphicFrame>
      <p:sp>
        <p:nvSpPr>
          <p:cNvPr id="10" name="타원 9">
            <a:extLst>
              <a:ext uri="{FF2B5EF4-FFF2-40B4-BE49-F238E27FC236}">
                <a16:creationId xmlns:a16="http://schemas.microsoft.com/office/drawing/2014/main" id="{108A1C1D-2414-A307-7883-9E4F2A783494}"/>
              </a:ext>
            </a:extLst>
          </p:cNvPr>
          <p:cNvSpPr/>
          <p:nvPr/>
        </p:nvSpPr>
        <p:spPr>
          <a:xfrm>
            <a:off x="164492" y="134076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EE10BA-6682-2724-992E-8F188E3B7DE4}"/>
              </a:ext>
            </a:extLst>
          </p:cNvPr>
          <p:cNvSpPr/>
          <p:nvPr/>
        </p:nvSpPr>
        <p:spPr>
          <a:xfrm>
            <a:off x="1307064" y="2430680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3CF168-47C7-F34D-0FD1-7906B8EDB635}"/>
              </a:ext>
            </a:extLst>
          </p:cNvPr>
          <p:cNvSpPr/>
          <p:nvPr/>
        </p:nvSpPr>
        <p:spPr>
          <a:xfrm>
            <a:off x="1308706" y="260697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2E575A9-9191-7D8A-2FBD-F39562407AEC}"/>
              </a:ext>
            </a:extLst>
          </p:cNvPr>
          <p:cNvGrpSpPr/>
          <p:nvPr/>
        </p:nvGrpSpPr>
        <p:grpSpPr>
          <a:xfrm>
            <a:off x="1307064" y="2247872"/>
            <a:ext cx="608293" cy="118800"/>
            <a:chOff x="1136576" y="2063296"/>
            <a:chExt cx="608293" cy="1188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CD3E1AA-CB1C-4ECD-AEAF-64F3D5E809FA}"/>
                </a:ext>
              </a:extLst>
            </p:cNvPr>
            <p:cNvSpPr/>
            <p:nvPr/>
          </p:nvSpPr>
          <p:spPr>
            <a:xfrm>
              <a:off x="1136576" y="2063296"/>
              <a:ext cx="475200" cy="118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6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2026-03-01</a:t>
              </a:r>
              <a:endPara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pic>
          <p:nvPicPr>
            <p:cNvPr id="22" name="Picture 50" descr="D:\05 문서\02 문서 디자인\아이콘\icon2\9338-200.png">
              <a:extLst>
                <a:ext uri="{FF2B5EF4-FFF2-40B4-BE49-F238E27FC236}">
                  <a16:creationId xmlns:a16="http://schemas.microsoft.com/office/drawing/2014/main" id="{493154D3-75ED-3AAE-BE3F-8990A50723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5820" y="2064257"/>
              <a:ext cx="109049" cy="109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1184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AC493-9766-D899-F5DC-E58D68FC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F7423-5328-A99B-7259-DD431966960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기본정보</a:t>
            </a: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1FCAAAB1-AFDB-23D6-50D4-5FA6A7CDA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832879"/>
              </p:ext>
            </p:extLst>
          </p:nvPr>
        </p:nvGraphicFramePr>
        <p:xfrm>
          <a:off x="6969418" y="2548005"/>
          <a:ext cx="2772114" cy="97133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채널관리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 </a:t>
                      </a:r>
                      <a:r>
                        <a:rPr kumimoji="1" lang="ko-KR" altLang="en-US" sz="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텝메뉴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기본정보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기본 정보 조회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채널 정보 수정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9D8B70-C717-F956-4C1E-0297918D0AB4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채널관리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C24ED2-8728-DDCC-B4FE-68711A4AA70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기본정보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20DEF5-9FAC-7C57-D7E2-3D3A02A2AADB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0B002B6-0B3C-3380-37C9-B8EBE2CDD06D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3E487F41-FF84-E63E-3F22-1023FE488BD3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EC02FF-4A03-66F5-D2CC-948D061E742C}"/>
                </a:ext>
              </a:extLst>
            </p:cNvPr>
            <p:cNvSpPr txBox="1"/>
            <p:nvPr/>
          </p:nvSpPr>
          <p:spPr>
            <a:xfrm>
              <a:off x="5025009" y="1389499"/>
              <a:ext cx="1908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채널관리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채널관리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BE19DAB-C369-9F40-6175-DF7120C07FDE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채널관리</a:t>
              </a:r>
            </a:p>
          </p:txBody>
        </p:sp>
      </p:grp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3145149A-7FEB-0AA0-95BB-DDCA5AFAF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141114"/>
              </p:ext>
            </p:extLst>
          </p:nvPr>
        </p:nvGraphicFramePr>
        <p:xfrm>
          <a:off x="200472" y="1700784"/>
          <a:ext cx="6696742" cy="164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502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서울과기대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타이틀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과기대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오픈일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71535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빌더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3.15v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42641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빌더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도메인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abcde.wiz-builder.com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95749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운영중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777307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2026-03-01 00:00:00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정보 수정일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2026-03-01 00:00:00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4A9963CC-467C-C505-BE03-E7E078A76C2F}"/>
              </a:ext>
            </a:extLst>
          </p:cNvPr>
          <p:cNvSpPr/>
          <p:nvPr/>
        </p:nvSpPr>
        <p:spPr>
          <a:xfrm>
            <a:off x="6457284" y="3393240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E7A541B-DD09-DBE7-DAC6-73DB22F78AA2}"/>
              </a:ext>
            </a:extLst>
          </p:cNvPr>
          <p:cNvSpPr/>
          <p:nvPr/>
        </p:nvSpPr>
        <p:spPr>
          <a:xfrm>
            <a:off x="5997116" y="339324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7918544-8346-785B-5819-AB9FEA91C350}"/>
              </a:ext>
            </a:extLst>
          </p:cNvPr>
          <p:cNvSpPr/>
          <p:nvPr/>
        </p:nvSpPr>
        <p:spPr>
          <a:xfrm>
            <a:off x="92460" y="16648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72748EC-A337-29A5-BE9B-C2490796C774}"/>
              </a:ext>
            </a:extLst>
          </p:cNvPr>
          <p:cNvSpPr/>
          <p:nvPr/>
        </p:nvSpPr>
        <p:spPr>
          <a:xfrm>
            <a:off x="5889128" y="324922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254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4C45-9A5E-25D8-A029-89968C2B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FD79F945-401C-08FB-BF90-FF7ADB2AB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544517"/>
              </p:ext>
            </p:extLst>
          </p:nvPr>
        </p:nvGraphicFramePr>
        <p:xfrm>
          <a:off x="6969418" y="2548005"/>
          <a:ext cx="2772114" cy="169205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채널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기본정보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정보 수정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코드 정보 노출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불가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입력 수정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노출 타이틀명 입력 수정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사이트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BI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영역 노출 정보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운영 여부 설정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운영중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사이트 접속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운영 중지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쇼핑몰 사이트 접속 불가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입력된 정보 수정 적용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필수 정보 입력 체크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7C26AF-A723-D674-1BB1-5299CFD033F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채널관리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6C51AA-C58E-15C4-37BB-2D52A488EA4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FFC14F5-859E-3DD5-FE04-55991BBAB08F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C86CA0F-9A5C-C938-BBC9-3CFE9D64BB48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7FBACAB-30B0-76FD-8C2A-3CD9EC147F93}"/>
                </a:ext>
              </a:extLst>
            </p:cNvPr>
            <p:cNvSpPr txBox="1"/>
            <p:nvPr/>
          </p:nvSpPr>
          <p:spPr>
            <a:xfrm>
              <a:off x="5025009" y="1389499"/>
              <a:ext cx="1908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채널관리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채널관리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A4BC3F6-5AC6-D2E2-B87F-6D4E208D1474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채널관리</a:t>
              </a:r>
            </a:p>
          </p:txBody>
        </p:sp>
      </p:grp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D792877D-7437-897E-87F6-DB2B3DEAC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876013"/>
              </p:ext>
            </p:extLst>
          </p:nvPr>
        </p:nvGraphicFramePr>
        <p:xfrm>
          <a:off x="200472" y="1701076"/>
          <a:ext cx="6696742" cy="164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502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노출 타이틀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오픈일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985779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빌더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09755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빌더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도메인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01390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</a:t>
                      </a:r>
                      <a:r>
                        <a:rPr lang="ko-KR" altLang="en-US" sz="600" kern="0" dirty="0" err="1">
                          <a:solidFill>
                            <a:srgbClr val="000000"/>
                          </a:solidFill>
                        </a:rPr>
                        <a:t>운영중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  ○ 운영 중지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777307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2026-03-01 00:00:00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정보 수정일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2026-03-01 00:00:00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696C40-21B0-87CC-502A-8EF04029A168}"/>
              </a:ext>
            </a:extLst>
          </p:cNvPr>
          <p:cNvSpPr/>
          <p:nvPr/>
        </p:nvSpPr>
        <p:spPr>
          <a:xfrm>
            <a:off x="6457284" y="3393264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93AEE30-6107-8442-61F1-CC92791E3235}"/>
              </a:ext>
            </a:extLst>
          </p:cNvPr>
          <p:cNvSpPr/>
          <p:nvPr/>
        </p:nvSpPr>
        <p:spPr>
          <a:xfrm>
            <a:off x="5997116" y="339326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569317E-BC29-32E7-091D-0302C21719DF}"/>
              </a:ext>
            </a:extLst>
          </p:cNvPr>
          <p:cNvSpPr/>
          <p:nvPr/>
        </p:nvSpPr>
        <p:spPr>
          <a:xfrm>
            <a:off x="1171240" y="2103100"/>
            <a:ext cx="310340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과기대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74AE5D9-B784-4341-D62C-54C760CEEA66}"/>
              </a:ext>
            </a:extLst>
          </p:cNvPr>
          <p:cNvSpPr/>
          <p:nvPr/>
        </p:nvSpPr>
        <p:spPr>
          <a:xfrm>
            <a:off x="1165520" y="1922144"/>
            <a:ext cx="310340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서울과기대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44D97-D95C-62AC-A5F2-DFD449841AA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채널관리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기본정보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E6B65-11A0-323D-724D-B872417641D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기본정보 수정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4A6978A-CA98-7148-CBC3-F7587E86EA2D}"/>
              </a:ext>
            </a:extLst>
          </p:cNvPr>
          <p:cNvSpPr/>
          <p:nvPr/>
        </p:nvSpPr>
        <p:spPr>
          <a:xfrm>
            <a:off x="92460" y="166509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9246347-AE05-96A4-3946-E2E6C117E7F1}"/>
              </a:ext>
            </a:extLst>
          </p:cNvPr>
          <p:cNvSpPr/>
          <p:nvPr/>
        </p:nvSpPr>
        <p:spPr>
          <a:xfrm>
            <a:off x="5889128" y="324924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48F4E73-A6A9-D2BD-5455-F2733C3BD294}"/>
              </a:ext>
            </a:extLst>
          </p:cNvPr>
          <p:cNvSpPr/>
          <p:nvPr/>
        </p:nvSpPr>
        <p:spPr>
          <a:xfrm>
            <a:off x="1163877" y="2460749"/>
            <a:ext cx="310340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latinLnBrk="0"/>
            <a:r>
              <a:rPr lang="en-US" altLang="ko-KR" sz="600">
                <a:solidFill>
                  <a:schemeClr val="tx1"/>
                </a:solidFill>
                <a:latin typeface="맑은 고딕" panose="020B0503020000020004" pitchFamily="50" charset="-127"/>
              </a:rPr>
              <a:t>3.15v</a:t>
            </a:r>
            <a:endParaRPr lang="ko-KR" altLang="en-US" sz="6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65CA59-3370-E6B7-D4C3-D21C4F58915C}"/>
              </a:ext>
            </a:extLst>
          </p:cNvPr>
          <p:cNvSpPr/>
          <p:nvPr/>
        </p:nvSpPr>
        <p:spPr>
          <a:xfrm>
            <a:off x="1165519" y="2662396"/>
            <a:ext cx="310340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latinLnBrk="0"/>
            <a:r>
              <a:rPr lang="en-US" altLang="ko-KR" sz="600">
                <a:solidFill>
                  <a:schemeClr val="tx1"/>
                </a:solidFill>
                <a:latin typeface="맑은 고딕" panose="020B0503020000020004" pitchFamily="50" charset="-127"/>
              </a:rPr>
              <a:t>abcde.wiz-builder.com</a:t>
            </a:r>
            <a:endParaRPr lang="ko-KR" altLang="en-US" sz="6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DE1C1DC-3908-1B71-325B-F02F066C9F20}"/>
              </a:ext>
            </a:extLst>
          </p:cNvPr>
          <p:cNvGrpSpPr/>
          <p:nvPr/>
        </p:nvGrpSpPr>
        <p:grpSpPr>
          <a:xfrm>
            <a:off x="1163878" y="2277941"/>
            <a:ext cx="608293" cy="118800"/>
            <a:chOff x="1136576" y="2063296"/>
            <a:chExt cx="608293" cy="118800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634EBC2-4A28-1E4E-F101-3D6EC2010D69}"/>
                </a:ext>
              </a:extLst>
            </p:cNvPr>
            <p:cNvSpPr/>
            <p:nvPr/>
          </p:nvSpPr>
          <p:spPr>
            <a:xfrm>
              <a:off x="1136576" y="2063296"/>
              <a:ext cx="475200" cy="118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6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2026-03-01</a:t>
              </a:r>
              <a:endPara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pic>
          <p:nvPicPr>
            <p:cNvPr id="43" name="Picture 50" descr="D:\05 문서\02 문서 디자인\아이콘\icon2\9338-200.png">
              <a:extLst>
                <a:ext uri="{FF2B5EF4-FFF2-40B4-BE49-F238E27FC236}">
                  <a16:creationId xmlns:a16="http://schemas.microsoft.com/office/drawing/2014/main" id="{6778E7F5-1BED-BFFC-53A9-A1416688AB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5820" y="2064257"/>
              <a:ext cx="109049" cy="109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77713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7EBA-A7E9-CD10-FC8E-E864A8DC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183B16CA-FF84-A671-1C13-27DA6F2106D7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7BF45743-9198-F899-3FC6-34488B2CD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회원관리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사용자 회원 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관리자 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2ABBF404-855B-FB0C-B568-F1D92CDB5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회원관리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7963C2D-1928-CB1D-E95C-B0185DAF4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07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041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97BE-CF0D-2949-93B8-F295F8BC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E3AD6533-5F63-D446-9E40-62B194C8FA01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33B4EB6F-C255-C148-CA7C-1F4508B9D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사용자 회원관리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C7EDF90E-3653-0475-7B60-9EACA4B1C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사용자 회원관리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AD3DC9C9-72D3-D6B7-0A1D-168C8FCE1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16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9313E-A3D1-CD5F-1246-F86C5133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476DCC-0A59-3918-560D-73E230F735F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사용자회원관리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E7E43-D434-62C8-2096-EC75C126E71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사용자회원관리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2FFD5F-BAC1-36BD-4A8E-4BF9639848D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리스트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7E26CA-00D8-B285-BD59-8EF2B75FF2F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7ACC859-0941-B405-5F27-F5642439CABE}"/>
              </a:ext>
            </a:extLst>
          </p:cNvPr>
          <p:cNvGraphicFramePr>
            <a:graphicFrameLocks noGrp="1"/>
          </p:cNvGraphicFramePr>
          <p:nvPr/>
        </p:nvGraphicFramePr>
        <p:xfrm>
          <a:off x="200472" y="1700944"/>
          <a:ext cx="669674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9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채널</a:t>
                      </a:r>
                      <a:endParaRPr lang="ko-KR" altLang="en-US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회원상태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정상</a:t>
                      </a: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승인대기  □ 탈퇴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8419089"/>
                  </a:ext>
                </a:extLst>
              </a:tr>
              <a:tr h="1432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검색어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72441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D2E4173-3827-6F24-478C-AE216C7DE3F7}"/>
              </a:ext>
            </a:extLst>
          </p:cNvPr>
          <p:cNvSpPr/>
          <p:nvPr/>
        </p:nvSpPr>
        <p:spPr>
          <a:xfrm>
            <a:off x="5824473" y="2132856"/>
            <a:ext cx="622909" cy="1188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검색조건 초기화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BF542C-16DA-EC9C-ED05-EE8A577CAA01}"/>
              </a:ext>
            </a:extLst>
          </p:cNvPr>
          <p:cNvSpPr/>
          <p:nvPr/>
        </p:nvSpPr>
        <p:spPr>
          <a:xfrm>
            <a:off x="1790926" y="1910203"/>
            <a:ext cx="176400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600" dirty="0" err="1">
                <a:solidFill>
                  <a:schemeClr val="bg1">
                    <a:lumMod val="50000"/>
                  </a:schemeClr>
                </a:solidFill>
              </a:rPr>
              <a:t>검색어를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</a:rPr>
              <a:t> 입력하세요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DFF0F5-44C4-2057-A8CD-45ECC1BB9B42}"/>
              </a:ext>
            </a:extLst>
          </p:cNvPr>
          <p:cNvSpPr/>
          <p:nvPr/>
        </p:nvSpPr>
        <p:spPr>
          <a:xfrm>
            <a:off x="1100573" y="1921627"/>
            <a:ext cx="505785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14A679B5-CA83-52D4-803B-1998BD26A6A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660" y="1926831"/>
            <a:ext cx="119041" cy="11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6840B0-1A02-91CB-C850-172ABEEC34FB}"/>
              </a:ext>
            </a:extLst>
          </p:cNvPr>
          <p:cNvSpPr/>
          <p:nvPr/>
        </p:nvSpPr>
        <p:spPr>
          <a:xfrm>
            <a:off x="1100572" y="2048701"/>
            <a:ext cx="505785" cy="3552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이름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아이디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9C30A7-0237-C45E-EFB1-DF1D97F212D7}"/>
              </a:ext>
            </a:extLst>
          </p:cNvPr>
          <p:cNvSpPr/>
          <p:nvPr/>
        </p:nvSpPr>
        <p:spPr>
          <a:xfrm>
            <a:off x="6449385" y="2348880"/>
            <a:ext cx="29506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건</a:t>
            </a: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8FBA6027-4AD5-B5A6-ACD6-EDF48162449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960" y="2348880"/>
            <a:ext cx="126256" cy="1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F1D084-0C7A-DE29-4931-C2E60667AF3A}"/>
              </a:ext>
            </a:extLst>
          </p:cNvPr>
          <p:cNvSpPr/>
          <p:nvPr/>
        </p:nvSpPr>
        <p:spPr>
          <a:xfrm>
            <a:off x="236476" y="2374249"/>
            <a:ext cx="26449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prstClr val="black"/>
                </a:solidFill>
              </a:rPr>
              <a:t>총</a:t>
            </a:r>
            <a:r>
              <a:rPr lang="en-US" altLang="ko-KR" sz="600" dirty="0">
                <a:solidFill>
                  <a:prstClr val="black"/>
                </a:solidFill>
              </a:rPr>
              <a:t> 20</a:t>
            </a:r>
            <a:r>
              <a:rPr lang="ko-KR" altLang="en-US" sz="600" dirty="0">
                <a:solidFill>
                  <a:prstClr val="black"/>
                </a:solidFill>
              </a:rPr>
              <a:t>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C7FE17-67C9-757B-1A73-6221C36A8F2F}"/>
              </a:ext>
            </a:extLst>
          </p:cNvPr>
          <p:cNvSpPr/>
          <p:nvPr/>
        </p:nvSpPr>
        <p:spPr>
          <a:xfrm>
            <a:off x="6471761" y="2132856"/>
            <a:ext cx="425455" cy="118800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6222B5C-5106-7EEA-D5DC-F94E52DE0127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7E6B920-6416-5354-85B0-3E1D7CA3B129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F62F13-3E26-7A58-4D98-E24CDDC9F8DD}"/>
                </a:ext>
              </a:extLst>
            </p:cNvPr>
            <p:cNvSpPr txBox="1"/>
            <p:nvPr/>
          </p:nvSpPr>
          <p:spPr>
            <a:xfrm>
              <a:off x="5025009" y="1389499"/>
              <a:ext cx="1908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사용자 회원관리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D82FA5-9EF2-32A2-6DDC-1F7DCBFC6A17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사용자 회원관리</a:t>
              </a:r>
            </a:p>
          </p:txBody>
        </p:sp>
      </p:grp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0F5F07F-0DE9-DA44-7AC1-9F7B1928B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390140"/>
              </p:ext>
            </p:extLst>
          </p:nvPr>
        </p:nvGraphicFramePr>
        <p:xfrm>
          <a:off x="200472" y="2535160"/>
          <a:ext cx="6664773" cy="226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244">
                  <a:extLst>
                    <a:ext uri="{9D8B030D-6E8A-4147-A177-3AD203B41FA5}">
                      <a16:colId xmlns:a16="http://schemas.microsoft.com/office/drawing/2014/main" val="3573377794"/>
                    </a:ext>
                  </a:extLst>
                </a:gridCol>
                <a:gridCol w="889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686">
                  <a:extLst>
                    <a:ext uri="{9D8B030D-6E8A-4147-A177-3AD203B41FA5}">
                      <a16:colId xmlns:a16="http://schemas.microsoft.com/office/drawing/2014/main" val="4276311788"/>
                    </a:ext>
                  </a:extLst>
                </a:gridCol>
                <a:gridCol w="937236">
                  <a:extLst>
                    <a:ext uri="{9D8B030D-6E8A-4147-A177-3AD203B41FA5}">
                      <a16:colId xmlns:a16="http://schemas.microsoft.com/office/drawing/2014/main" val="2007073444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1610281368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1872185090"/>
                    </a:ext>
                  </a:extLst>
                </a:gridCol>
                <a:gridCol w="599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7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고유코드</a:t>
                      </a: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탈퇴일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wiz00101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honggil123@naver.com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010-****-5678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승인대기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Wiz00102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010-****-5678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Wiz00103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+mn-ea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탈퇴</a:t>
                      </a:r>
                      <a:endParaRPr lang="ko-KR" altLang="en-US" sz="6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2026-03-01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2026-03-31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Wiz00104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010-****-5678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  <a:endParaRPr lang="ko-KR" altLang="en-US" sz="6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2026-03-01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Wiz00105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010-****-5678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Wiz00106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+mn-ea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정상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Wiz00107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010-****-5678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탈퇴</a:t>
                      </a:r>
                      <a:endParaRPr lang="ko-KR" altLang="en-US" sz="6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2026-03-31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Wiz00108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서울대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010-****-5678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957231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Wiz00109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+mn-ea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9857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wiz00110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010-****-5678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2026-03-01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856592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21EC71-D84B-FDC1-A264-8E3977120848}"/>
              </a:ext>
            </a:extLst>
          </p:cNvPr>
          <p:cNvSpPr/>
          <p:nvPr/>
        </p:nvSpPr>
        <p:spPr>
          <a:xfrm>
            <a:off x="6341604" y="279122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C3EC00D-9397-0186-C1FC-7A5A82EEA99C}"/>
              </a:ext>
            </a:extLst>
          </p:cNvPr>
          <p:cNvSpPr/>
          <p:nvPr/>
        </p:nvSpPr>
        <p:spPr>
          <a:xfrm>
            <a:off x="6341604" y="3015148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D9ED98-390D-9685-4146-D1FD9C7D13DF}"/>
              </a:ext>
            </a:extLst>
          </p:cNvPr>
          <p:cNvSpPr/>
          <p:nvPr/>
        </p:nvSpPr>
        <p:spPr>
          <a:xfrm>
            <a:off x="6341604" y="3229090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6CDD308-183E-8D60-4C52-5EA9D1FD709D}"/>
              </a:ext>
            </a:extLst>
          </p:cNvPr>
          <p:cNvSpPr/>
          <p:nvPr/>
        </p:nvSpPr>
        <p:spPr>
          <a:xfrm>
            <a:off x="6341604" y="3439294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FB9702-C73B-5DEE-D134-1D11FAF8D3A5}"/>
              </a:ext>
            </a:extLst>
          </p:cNvPr>
          <p:cNvSpPr/>
          <p:nvPr/>
        </p:nvSpPr>
        <p:spPr>
          <a:xfrm>
            <a:off x="6341604" y="3649025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E2D6068-B7A8-77F0-884C-9CDDD35869E4}"/>
              </a:ext>
            </a:extLst>
          </p:cNvPr>
          <p:cNvSpPr/>
          <p:nvPr/>
        </p:nvSpPr>
        <p:spPr>
          <a:xfrm>
            <a:off x="6341604" y="3860554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3F0575-C293-E838-BC6B-9222B9944FED}"/>
              </a:ext>
            </a:extLst>
          </p:cNvPr>
          <p:cNvSpPr/>
          <p:nvPr/>
        </p:nvSpPr>
        <p:spPr>
          <a:xfrm>
            <a:off x="6341604" y="406406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F9FC35-E595-3FED-CD8D-2FD1FEF3E656}"/>
              </a:ext>
            </a:extLst>
          </p:cNvPr>
          <p:cNvSpPr/>
          <p:nvPr/>
        </p:nvSpPr>
        <p:spPr>
          <a:xfrm>
            <a:off x="6341604" y="427392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A4609F5-3FDD-9C2C-AFB0-FF2252926655}"/>
              </a:ext>
            </a:extLst>
          </p:cNvPr>
          <p:cNvSpPr/>
          <p:nvPr/>
        </p:nvSpPr>
        <p:spPr>
          <a:xfrm>
            <a:off x="6340026" y="446020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DFD7006-4B8B-61D0-6B77-E21060368CB4}"/>
              </a:ext>
            </a:extLst>
          </p:cNvPr>
          <p:cNvSpPr/>
          <p:nvPr/>
        </p:nvSpPr>
        <p:spPr>
          <a:xfrm>
            <a:off x="6340026" y="4651010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995EF9E-1966-918A-A07F-9A1901204DC9}"/>
              </a:ext>
            </a:extLst>
          </p:cNvPr>
          <p:cNvSpPr/>
          <p:nvPr/>
        </p:nvSpPr>
        <p:spPr>
          <a:xfrm>
            <a:off x="1100573" y="1732578"/>
            <a:ext cx="135385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>
                    <a:lumMod val="95000"/>
                    <a:lumOff val="5000"/>
                  </a:prstClr>
                </a:solidFill>
              </a:rPr>
              <a:t>채널을 선택하세요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pic>
        <p:nvPicPr>
          <p:cNvPr id="37" name="Picture 13">
            <a:extLst>
              <a:ext uri="{FF2B5EF4-FFF2-40B4-BE49-F238E27FC236}">
                <a16:creationId xmlns:a16="http://schemas.microsoft.com/office/drawing/2014/main" id="{B8448985-56BE-E32E-B28F-9AE1A93036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24" y="1737782"/>
            <a:ext cx="119041" cy="11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7E0B60-8D30-5908-AADF-3C9134119B5F}"/>
              </a:ext>
            </a:extLst>
          </p:cNvPr>
          <p:cNvSpPr/>
          <p:nvPr/>
        </p:nvSpPr>
        <p:spPr>
          <a:xfrm>
            <a:off x="4611153" y="2797347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승인대기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97F9DE1-5A30-DABA-2D17-928C8FE64A41}"/>
              </a:ext>
            </a:extLst>
          </p:cNvPr>
          <p:cNvSpPr/>
          <p:nvPr/>
        </p:nvSpPr>
        <p:spPr>
          <a:xfrm>
            <a:off x="3097707" y="4967141"/>
            <a:ext cx="86722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처음</a:t>
            </a:r>
            <a:r>
              <a:rPr lang="en-US" altLang="ko-KR" sz="600" dirty="0">
                <a:solidFill>
                  <a:prstClr val="black"/>
                </a:solidFill>
              </a:rPr>
              <a:t> ◀  1  2  ▶  </a:t>
            </a:r>
            <a:r>
              <a:rPr lang="ko-KR" altLang="en-US" sz="600" dirty="0">
                <a:solidFill>
                  <a:prstClr val="black"/>
                </a:solidFill>
              </a:rPr>
              <a:t>마지막</a:t>
            </a:r>
          </a:p>
        </p:txBody>
      </p:sp>
      <p:graphicFrame>
        <p:nvGraphicFramePr>
          <p:cNvPr id="44" name="Group 260">
            <a:extLst>
              <a:ext uri="{FF2B5EF4-FFF2-40B4-BE49-F238E27FC236}">
                <a16:creationId xmlns:a16="http://schemas.microsoft.com/office/drawing/2014/main" id="{E95190D8-A807-7334-77BE-1E5563852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541419"/>
              </p:ext>
            </p:extLst>
          </p:nvPr>
        </p:nvGraphicFramePr>
        <p:xfrm>
          <a:off x="6969418" y="2548005"/>
          <a:ext cx="2772114" cy="243327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회원관리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검색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단위 선택 검색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전체 채널 조회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회원상태 선택 검색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승인대기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정상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승인대기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검색어 입력 검색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계정 리스트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계정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승인대기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 상태의 경우 로그인 불가 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 계정은 고유코드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채널 정보 제외 개인정보 모두 삭제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승인대기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계정 활성 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승인완료시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’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계정 상세 정보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</a:tbl>
          </a:graphicData>
        </a:graphic>
      </p:graphicFrame>
      <p:sp>
        <p:nvSpPr>
          <p:cNvPr id="63" name="타원 62">
            <a:extLst>
              <a:ext uri="{FF2B5EF4-FFF2-40B4-BE49-F238E27FC236}">
                <a16:creationId xmlns:a16="http://schemas.microsoft.com/office/drawing/2014/main" id="{B6D265C8-88A0-C352-11F8-50CB934F1DAA}"/>
              </a:ext>
            </a:extLst>
          </p:cNvPr>
          <p:cNvSpPr/>
          <p:nvPr/>
        </p:nvSpPr>
        <p:spPr>
          <a:xfrm>
            <a:off x="66823" y="246296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455D0274-BDDF-42D9-25B1-E6939442711C}"/>
              </a:ext>
            </a:extLst>
          </p:cNvPr>
          <p:cNvSpPr/>
          <p:nvPr/>
        </p:nvSpPr>
        <p:spPr>
          <a:xfrm>
            <a:off x="4435800" y="265818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20CC65F7-368B-4580-1377-E1E6A0AF5336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8259C83-565B-A500-59C6-C2F09F450A7F}"/>
              </a:ext>
            </a:extLst>
          </p:cNvPr>
          <p:cNvSpPr/>
          <p:nvPr/>
        </p:nvSpPr>
        <p:spPr>
          <a:xfrm>
            <a:off x="6177136" y="265818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692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489B-41E7-B3F8-CB26-70D2240C9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44B2E0-2A60-9391-7FF4-530E3EEAFF2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사용자회원관리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071D4-23F9-247B-1C43-251908F7AFE2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사용자회원관리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01DB20-DB88-C145-90A2-61429DEA94A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조회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19F7AA-99A7-3C83-78DD-4E7756912ED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8268494-625D-4472-E765-6FDE1F10DEA7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DE48CE8-4864-2B66-0090-8788696F8616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4D7747-5AAC-5117-BDD7-B101D73FBCAC}"/>
                </a:ext>
              </a:extLst>
            </p:cNvPr>
            <p:cNvSpPr txBox="1"/>
            <p:nvPr/>
          </p:nvSpPr>
          <p:spPr>
            <a:xfrm>
              <a:off x="5025009" y="1389499"/>
              <a:ext cx="1908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사용자 회원관리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B5516B-0870-0B44-E2C4-E96B6941D703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사용자 회원관리</a:t>
              </a:r>
            </a:p>
          </p:txBody>
        </p:sp>
      </p:grp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4A42B8BD-45D5-8645-8809-324A270FB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215768"/>
              </p:ext>
            </p:extLst>
          </p:nvPr>
        </p:nvGraphicFramePr>
        <p:xfrm>
          <a:off x="200472" y="1700808"/>
          <a:ext cx="6696742" cy="127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고유코드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wiz00101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502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chemeClr val="tx1"/>
                          </a:solidFill>
                        </a:rPr>
                        <a:t>2026-03-01</a:t>
                      </a:r>
                      <a:endParaRPr lang="ko-KR" altLang="en-US" sz="600" kern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B7A2C33E-4555-4D87-ACC8-A42E16E6DBFB}"/>
              </a:ext>
            </a:extLst>
          </p:cNvPr>
          <p:cNvSpPr/>
          <p:nvPr/>
        </p:nvSpPr>
        <p:spPr>
          <a:xfrm>
            <a:off x="6457284" y="3030107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B9883AC-F34A-B30F-8AB8-E597A4E86939}"/>
              </a:ext>
            </a:extLst>
          </p:cNvPr>
          <p:cNvSpPr/>
          <p:nvPr/>
        </p:nvSpPr>
        <p:spPr>
          <a:xfrm>
            <a:off x="5997116" y="3030107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BADF5EA-60FD-01E1-BF4C-ECF6063537CA}"/>
              </a:ext>
            </a:extLst>
          </p:cNvPr>
          <p:cNvSpPr/>
          <p:nvPr/>
        </p:nvSpPr>
        <p:spPr>
          <a:xfrm>
            <a:off x="5169024" y="3033200"/>
            <a:ext cx="792088" cy="14374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비밀번호 초기화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26B248A-1A4B-11C5-15C0-925D677B1B9E}"/>
              </a:ext>
            </a:extLst>
          </p:cNvPr>
          <p:cNvSpPr/>
          <p:nvPr/>
        </p:nvSpPr>
        <p:spPr>
          <a:xfrm>
            <a:off x="1172580" y="2658176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승인대기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545B01C-C8C7-8239-2647-37F7D95B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33668"/>
              </p:ext>
            </p:extLst>
          </p:nvPr>
        </p:nvGraphicFramePr>
        <p:xfrm>
          <a:off x="274261" y="3532282"/>
          <a:ext cx="2070608" cy="127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고유코드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wiz00101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502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탈퇴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chemeClr val="tx1"/>
                          </a:solidFill>
                        </a:rPr>
                        <a:t>2026-03-01 / 2026-03-31</a:t>
                      </a:r>
                      <a:endParaRPr lang="ko-KR" altLang="en-US" sz="600" kern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타원 8">
            <a:extLst>
              <a:ext uri="{FF2B5EF4-FFF2-40B4-BE49-F238E27FC236}">
                <a16:creationId xmlns:a16="http://schemas.microsoft.com/office/drawing/2014/main" id="{EA0E05B1-44A4-0889-6F09-B00CED03365C}"/>
              </a:ext>
            </a:extLst>
          </p:cNvPr>
          <p:cNvSpPr/>
          <p:nvPr/>
        </p:nvSpPr>
        <p:spPr>
          <a:xfrm>
            <a:off x="5093484" y="287375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D9F7338-02AA-1787-C9EA-E87222C869E5}"/>
              </a:ext>
            </a:extLst>
          </p:cNvPr>
          <p:cNvSpPr/>
          <p:nvPr/>
        </p:nvSpPr>
        <p:spPr>
          <a:xfrm>
            <a:off x="1560421" y="262421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EE4D150-C413-9CE6-1A86-176E121DDB8B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BD083D4-6B1D-0FE5-6B5B-9E470D92AF40}"/>
              </a:ext>
            </a:extLst>
          </p:cNvPr>
          <p:cNvSpPr/>
          <p:nvPr/>
        </p:nvSpPr>
        <p:spPr>
          <a:xfrm>
            <a:off x="5934174" y="285293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Group 260">
            <a:extLst>
              <a:ext uri="{FF2B5EF4-FFF2-40B4-BE49-F238E27FC236}">
                <a16:creationId xmlns:a16="http://schemas.microsoft.com/office/drawing/2014/main" id="{B5126AC5-C771-635D-EE1F-F07E4A0E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665736"/>
              </p:ext>
            </p:extLst>
          </p:nvPr>
        </p:nvGraphicFramePr>
        <p:xfrm>
          <a:off x="6969418" y="2548005"/>
          <a:ext cx="2772114" cy="23519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회원관리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계정 정보 조회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 회원은 채널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고유코드 정보 제외 개인정보 모두 삭제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승인대기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계정 활성 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승인완료시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정상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’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 적용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초기화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비밀번호 초기화 적용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후 문자 발송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알럿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메시지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가입된 회원 휴대폰 번호로 임시비밀번호가 발송되었습니다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계정 정보 수정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60223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39B9676-A83F-5232-2DBB-56121C0C2045}"/>
              </a:ext>
            </a:extLst>
          </p:cNvPr>
          <p:cNvSpPr txBox="1"/>
          <p:nvPr/>
        </p:nvSpPr>
        <p:spPr>
          <a:xfrm>
            <a:off x="289933" y="3284984"/>
            <a:ext cx="16611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회원 </a:t>
            </a:r>
            <a:r>
              <a:rPr lang="ko-KR" altLang="en-US" sz="900" b="1" dirty="0" err="1">
                <a:highlight>
                  <a:srgbClr val="FFFF00"/>
                </a:highlight>
              </a:rPr>
              <a:t>탈퇴시</a:t>
            </a:r>
            <a:r>
              <a:rPr lang="ko-KR" altLang="en-US" sz="900" b="1" dirty="0">
                <a:highlight>
                  <a:srgbClr val="FFFF00"/>
                </a:highlight>
              </a:rPr>
              <a:t> 정보 삭제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2164525D-601F-54AB-F4F9-805ADDDBE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113576"/>
              </p:ext>
            </p:extLst>
          </p:nvPr>
        </p:nvGraphicFramePr>
        <p:xfrm>
          <a:off x="2493996" y="3554823"/>
          <a:ext cx="1762812" cy="184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46653721"/>
                    </a:ext>
                  </a:extLst>
                </a:gridCol>
                <a:gridCol w="824352">
                  <a:extLst>
                    <a:ext uri="{9D8B030D-6E8A-4147-A177-3AD203B41FA5}">
                      <a16:colId xmlns:a16="http://schemas.microsoft.com/office/drawing/2014/main" val="374613386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정상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61915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735B0C9A-61F8-CE99-338F-781A07AF6EF6}"/>
              </a:ext>
            </a:extLst>
          </p:cNvPr>
          <p:cNvSpPr txBox="1"/>
          <p:nvPr/>
        </p:nvSpPr>
        <p:spPr>
          <a:xfrm>
            <a:off x="2468724" y="3301450"/>
            <a:ext cx="16611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회원상태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5359C278-890C-6470-B0F0-EEB7BF6D1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65741"/>
              </p:ext>
            </p:extLst>
          </p:nvPr>
        </p:nvGraphicFramePr>
        <p:xfrm>
          <a:off x="2493996" y="3849314"/>
          <a:ext cx="1762812" cy="184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46653721"/>
                    </a:ext>
                  </a:extLst>
                </a:gridCol>
                <a:gridCol w="824352">
                  <a:extLst>
                    <a:ext uri="{9D8B030D-6E8A-4147-A177-3AD203B41FA5}">
                      <a16:colId xmlns:a16="http://schemas.microsoft.com/office/drawing/2014/main" val="374613386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탈퇴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61915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03DE49CD-5DE2-A5E7-5EA3-3C7731DFF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778332"/>
              </p:ext>
            </p:extLst>
          </p:nvPr>
        </p:nvGraphicFramePr>
        <p:xfrm>
          <a:off x="2493996" y="4143805"/>
          <a:ext cx="1762812" cy="184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46653721"/>
                    </a:ext>
                  </a:extLst>
                </a:gridCol>
                <a:gridCol w="824352">
                  <a:extLst>
                    <a:ext uri="{9D8B030D-6E8A-4147-A177-3AD203B41FA5}">
                      <a16:colId xmlns:a16="http://schemas.microsoft.com/office/drawing/2014/main" val="374613386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승인대기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561915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D85B1EEC-CA24-8E07-AEFA-89515F799F88}"/>
              </a:ext>
            </a:extLst>
          </p:cNvPr>
          <p:cNvSpPr/>
          <p:nvPr/>
        </p:nvSpPr>
        <p:spPr>
          <a:xfrm>
            <a:off x="3483475" y="4172941"/>
            <a:ext cx="396044" cy="118800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승인대기</a:t>
            </a:r>
          </a:p>
        </p:txBody>
      </p:sp>
    </p:spTree>
    <p:extLst>
      <p:ext uri="{BB962C8B-B14F-4D97-AF65-F5344CB8AC3E}">
        <p14:creationId xmlns:p14="http://schemas.microsoft.com/office/powerpoint/2010/main" val="2043027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93F3-2E1C-C635-88A4-F588A787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D430F8-BC0D-F454-79E4-B3FE62C2391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사용자회원관리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9261E-D6D0-CD3D-6A87-2EC05FE729B4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사용자회원관리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6F53A6-6678-FD74-105F-0C1C4AED57D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128C3-A94A-628F-2B68-87E8B0167085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0973C07-C606-9259-27BC-BDCE21C97649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074879CF-5944-1135-24F0-5AB2D76B9D83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A67B9C-1821-EB13-B1C4-7ACB0FABD446}"/>
                </a:ext>
              </a:extLst>
            </p:cNvPr>
            <p:cNvSpPr txBox="1"/>
            <p:nvPr/>
          </p:nvSpPr>
          <p:spPr>
            <a:xfrm>
              <a:off x="5025009" y="1389499"/>
              <a:ext cx="19082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사용자 회원관리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BE066F-1EC3-5C4C-115D-C6B88F191AFA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사용자 회원관리</a:t>
              </a:r>
            </a:p>
          </p:txBody>
        </p:sp>
      </p:grpSp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37D5AAEE-FAEB-3C1E-4E36-ACF6CF019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909436"/>
              </p:ext>
            </p:extLst>
          </p:nvPr>
        </p:nvGraphicFramePr>
        <p:xfrm>
          <a:off x="6969418" y="2548005"/>
          <a:ext cx="2772114" cy="119707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회원관리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 계정 정보 조회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탈퇴 회원은 수정 불가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정상 회원 정보는 이름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번호 수정 가능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소속 정보 수정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60223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B2DE345-5867-2ACB-9EF5-0BF360ECE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3760"/>
              </p:ext>
            </p:extLst>
          </p:nvPr>
        </p:nvGraphicFramePr>
        <p:xfrm>
          <a:off x="200472" y="1700808"/>
          <a:ext cx="6696742" cy="127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고유코드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wiz00101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8502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서울과기대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honggil123@naver.com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                                           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휴대폰 번호는 숫자만 입력해 주세요</a:t>
                      </a:r>
                      <a:endParaRPr lang="en-US" altLang="ko-KR" sz="6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회원상태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정상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가입일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탈퇴일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chemeClr val="tx1"/>
                          </a:solidFill>
                        </a:rPr>
                        <a:t>2026-03-01</a:t>
                      </a:r>
                      <a:endParaRPr lang="ko-KR" altLang="en-US" sz="600" kern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982DCC-9D5E-C803-E825-69379593C87D}"/>
              </a:ext>
            </a:extLst>
          </p:cNvPr>
          <p:cNvSpPr/>
          <p:nvPr/>
        </p:nvSpPr>
        <p:spPr>
          <a:xfrm>
            <a:off x="6457284" y="3049524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C48F84-54C0-CF17-9281-04341B911EB5}"/>
              </a:ext>
            </a:extLst>
          </p:cNvPr>
          <p:cNvSpPr/>
          <p:nvPr/>
        </p:nvSpPr>
        <p:spPr>
          <a:xfrm>
            <a:off x="5997116" y="304952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B6B5D4B-8F31-9909-1115-B7886878C4F1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30DCE78-4790-C296-FAAB-37B08CC845F4}"/>
              </a:ext>
            </a:extLst>
          </p:cNvPr>
          <p:cNvSpPr/>
          <p:nvPr/>
        </p:nvSpPr>
        <p:spPr>
          <a:xfrm>
            <a:off x="5889116" y="288894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B053B5-EB76-7730-F548-6913F4C6DE27}"/>
              </a:ext>
            </a:extLst>
          </p:cNvPr>
          <p:cNvSpPr/>
          <p:nvPr/>
        </p:nvSpPr>
        <p:spPr>
          <a:xfrm>
            <a:off x="1168179" y="2276872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755E51-39C2-8F98-A699-A121B6EE191C}"/>
              </a:ext>
            </a:extLst>
          </p:cNvPr>
          <p:cNvSpPr/>
          <p:nvPr/>
        </p:nvSpPr>
        <p:spPr>
          <a:xfrm>
            <a:off x="1168178" y="2466744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00000000000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964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7C99-F3E3-F68F-B65A-483CB4AE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82FDDF43-D260-B2BB-F1FF-A77CFB073B55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F2A11F91-8615-607C-EC42-BA4AF310B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관리자관리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5C519EAE-0EFD-29DA-55DA-3942007E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관리자관리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6EDCFCBA-9339-4154-3CDB-F2FB555AA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02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902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DE2A-D79B-B759-6E0B-8C30AC0E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7DDD9-33A6-0F08-FED3-CF0C7B549CA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관리자관리</a:t>
            </a: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A1D0C1C7-F6A9-BCF9-E921-1EA90FA45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64714"/>
              </p:ext>
            </p:extLst>
          </p:nvPr>
        </p:nvGraphicFramePr>
        <p:xfrm>
          <a:off x="6969418" y="2548005"/>
          <a:ext cx="2772114" cy="255297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검색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부서 단위 선택 검색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 관리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부서단위 권한 관리 설정 필요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근무여부 선택 검색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재직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퇴사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재직 선택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사용여부 선택 검색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미사용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사용 선택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검색어 입력 검색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 계정 리스트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 계정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근무 여부 퇴사 상태의 경우 관리자 로그인 불가 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사용여부 미사용 상태의 경우 관리자 로그인 불가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 계정 상세 조회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 계정 등록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BB7090D-2C00-D368-B4C8-6EADE231F125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F2C41F-908A-FDE0-9D22-E2E472F6C62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리스트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276776-7CBB-AABD-389D-7A4FE2F4E7E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312AF321-4D99-CC84-EC94-CD4BDAA10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14830"/>
              </p:ext>
            </p:extLst>
          </p:nvPr>
        </p:nvGraphicFramePr>
        <p:xfrm>
          <a:off x="200472" y="1700944"/>
          <a:ext cx="6696742" cy="572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9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15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</a:t>
                      </a:r>
                      <a:endParaRPr lang="en-US" altLang="ko-KR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596111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근무여부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재직</a:t>
                      </a: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□ 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■ 사용</a:t>
                      </a: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</a:t>
                      </a: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□ 미사용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3001523"/>
                  </a:ext>
                </a:extLst>
              </a:tr>
              <a:tr h="1432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kern="120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검색어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600" b="1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724412"/>
                  </a:ext>
                </a:extLst>
              </a:tr>
            </a:tbl>
          </a:graphicData>
        </a:graphic>
      </p:graphicFrame>
      <p:sp>
        <p:nvSpPr>
          <p:cNvPr id="100" name="직사각형 99">
            <a:extLst>
              <a:ext uri="{FF2B5EF4-FFF2-40B4-BE49-F238E27FC236}">
                <a16:creationId xmlns:a16="http://schemas.microsoft.com/office/drawing/2014/main" id="{BB884AD6-DB48-B5F5-A016-51B2EC28B6B6}"/>
              </a:ext>
            </a:extLst>
          </p:cNvPr>
          <p:cNvSpPr/>
          <p:nvPr/>
        </p:nvSpPr>
        <p:spPr>
          <a:xfrm>
            <a:off x="5824473" y="2348880"/>
            <a:ext cx="622909" cy="118800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검색조건 초기화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C40A5F7-AB6D-9032-F576-9207B920D9A6}"/>
              </a:ext>
            </a:extLst>
          </p:cNvPr>
          <p:cNvSpPr/>
          <p:nvPr/>
        </p:nvSpPr>
        <p:spPr>
          <a:xfrm>
            <a:off x="1790926" y="2122252"/>
            <a:ext cx="176400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600" dirty="0" err="1">
                <a:solidFill>
                  <a:schemeClr val="bg1">
                    <a:lumMod val="50000"/>
                  </a:schemeClr>
                </a:solidFill>
              </a:rPr>
              <a:t>검색어를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</a:rPr>
              <a:t> 입력하세요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9DDB8C1-4B56-0D29-A2EB-668D40CC6FC8}"/>
              </a:ext>
            </a:extLst>
          </p:cNvPr>
          <p:cNvSpPr/>
          <p:nvPr/>
        </p:nvSpPr>
        <p:spPr>
          <a:xfrm>
            <a:off x="1100573" y="2133676"/>
            <a:ext cx="505785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</a:p>
        </p:txBody>
      </p:sp>
      <p:pic>
        <p:nvPicPr>
          <p:cNvPr id="109" name="Picture 13">
            <a:extLst>
              <a:ext uri="{FF2B5EF4-FFF2-40B4-BE49-F238E27FC236}">
                <a16:creationId xmlns:a16="http://schemas.microsoft.com/office/drawing/2014/main" id="{4D6E8E32-54D2-5D64-3B32-1CE88487BE8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660" y="2138880"/>
            <a:ext cx="119041" cy="11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0B9D2CE-F4C7-98DD-5847-C5F0988F41AB}"/>
              </a:ext>
            </a:extLst>
          </p:cNvPr>
          <p:cNvSpPr/>
          <p:nvPr/>
        </p:nvSpPr>
        <p:spPr>
          <a:xfrm>
            <a:off x="1100572" y="2260750"/>
            <a:ext cx="505785" cy="3552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전체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이름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pPr algn="ctr"/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아이디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D901D10-F41D-3A29-1D72-A88E93E5A92E}"/>
              </a:ext>
            </a:extLst>
          </p:cNvPr>
          <p:cNvSpPr/>
          <p:nvPr/>
        </p:nvSpPr>
        <p:spPr>
          <a:xfrm>
            <a:off x="6449385" y="2590614"/>
            <a:ext cx="295063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10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건</a:t>
            </a:r>
          </a:p>
        </p:txBody>
      </p:sp>
      <p:pic>
        <p:nvPicPr>
          <p:cNvPr id="112" name="Picture 13">
            <a:extLst>
              <a:ext uri="{FF2B5EF4-FFF2-40B4-BE49-F238E27FC236}">
                <a16:creationId xmlns:a16="http://schemas.microsoft.com/office/drawing/2014/main" id="{D9EDDBED-06FE-3F8D-CD26-0B9A28182C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960" y="2590614"/>
            <a:ext cx="126256" cy="1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9CF23943-3531-6A8C-26F5-EC6F1B827EF4}"/>
              </a:ext>
            </a:extLst>
          </p:cNvPr>
          <p:cNvSpPr/>
          <p:nvPr/>
        </p:nvSpPr>
        <p:spPr>
          <a:xfrm>
            <a:off x="236476" y="2615983"/>
            <a:ext cx="26449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prstClr val="black"/>
                </a:solidFill>
              </a:rPr>
              <a:t>총</a:t>
            </a:r>
            <a:r>
              <a:rPr lang="en-US" altLang="ko-KR" sz="600" dirty="0">
                <a:solidFill>
                  <a:prstClr val="black"/>
                </a:solidFill>
              </a:rPr>
              <a:t> 20</a:t>
            </a:r>
            <a:r>
              <a:rPr lang="ko-KR" altLang="en-US" sz="600" dirty="0">
                <a:solidFill>
                  <a:prstClr val="black"/>
                </a:solidFill>
              </a:rPr>
              <a:t>건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53BE6C3-6D51-2CBE-498F-0568469B19A1}"/>
              </a:ext>
            </a:extLst>
          </p:cNvPr>
          <p:cNvSpPr/>
          <p:nvPr/>
        </p:nvSpPr>
        <p:spPr>
          <a:xfrm>
            <a:off x="6471761" y="2348880"/>
            <a:ext cx="425455" cy="118800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검색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E61BDB8A-AE83-D987-BC6D-689D71F71B12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36855B83-EF18-36BB-1C15-1613983F61AD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27F5E91-2A8C-8E21-45B5-41B0596D2E21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관리자관리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E190FA7-C375-6958-019B-2609BF75EB79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관리자관리</a:t>
              </a:r>
            </a:p>
          </p:txBody>
        </p:sp>
      </p:grp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436B66D-2BF1-6865-B7F8-FA837FE20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28563"/>
              </p:ext>
            </p:extLst>
          </p:nvPr>
        </p:nvGraphicFramePr>
        <p:xfrm>
          <a:off x="200472" y="2776894"/>
          <a:ext cx="6717647" cy="2265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1406077780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707344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873081295"/>
                    </a:ext>
                  </a:extLst>
                </a:gridCol>
                <a:gridCol w="738485">
                  <a:extLst>
                    <a:ext uri="{9D8B030D-6E8A-4147-A177-3AD203B41FA5}">
                      <a16:colId xmlns:a16="http://schemas.microsoft.com/office/drawing/2014/main" val="1872185090"/>
                    </a:ext>
                  </a:extLst>
                </a:gridCol>
                <a:gridCol w="79723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7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u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  <a:endParaRPr lang="en-US" altLang="ko-KR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등록일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고객지원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경영지원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영업지원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개발운영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5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서비스기획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고객지원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퇴사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미사용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영업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957231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고객지원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재직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39857"/>
                  </a:ext>
                </a:extLst>
              </a:tr>
              <a:tr h="192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honggil123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영업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010-1234-5678</a:t>
                      </a:r>
                      <a:endParaRPr lang="ko-KR" altLang="en-US" sz="600" u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퇴사</a:t>
                      </a: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6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미사용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2023-12-12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21600" marB="21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856592"/>
                  </a:ext>
                </a:extLst>
              </a:tr>
            </a:tbl>
          </a:graphicData>
        </a:graphic>
      </p:graphicFrame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71F7009-DE3A-DF93-E90D-811B3C107D9F}"/>
              </a:ext>
            </a:extLst>
          </p:cNvPr>
          <p:cNvSpPr/>
          <p:nvPr/>
        </p:nvSpPr>
        <p:spPr>
          <a:xfrm>
            <a:off x="6471761" y="5254416"/>
            <a:ext cx="425455" cy="118800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E468945-1ACE-8654-A423-3606DC15699D}"/>
              </a:ext>
            </a:extLst>
          </p:cNvPr>
          <p:cNvSpPr/>
          <p:nvPr/>
        </p:nvSpPr>
        <p:spPr>
          <a:xfrm>
            <a:off x="6363749" y="3032956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4BFE2E4-B0D5-2759-38C0-E98EFA2984F4}"/>
              </a:ext>
            </a:extLst>
          </p:cNvPr>
          <p:cNvSpPr/>
          <p:nvPr/>
        </p:nvSpPr>
        <p:spPr>
          <a:xfrm>
            <a:off x="6363749" y="325688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2F7CD2E-68E3-68EB-065B-8453C3C0BF68}"/>
              </a:ext>
            </a:extLst>
          </p:cNvPr>
          <p:cNvSpPr/>
          <p:nvPr/>
        </p:nvSpPr>
        <p:spPr>
          <a:xfrm>
            <a:off x="6363749" y="3470824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87934FB-165C-A986-5959-3FACE4F6E8E9}"/>
              </a:ext>
            </a:extLst>
          </p:cNvPr>
          <p:cNvSpPr/>
          <p:nvPr/>
        </p:nvSpPr>
        <p:spPr>
          <a:xfrm>
            <a:off x="6363749" y="3681028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B0AF1024-DE79-9F8D-743F-FB9D851301CC}"/>
              </a:ext>
            </a:extLst>
          </p:cNvPr>
          <p:cNvSpPr/>
          <p:nvPr/>
        </p:nvSpPr>
        <p:spPr>
          <a:xfrm>
            <a:off x="6363749" y="3890759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D15DCBCF-54DF-C1B8-5E67-FC44E5A5031B}"/>
              </a:ext>
            </a:extLst>
          </p:cNvPr>
          <p:cNvSpPr/>
          <p:nvPr/>
        </p:nvSpPr>
        <p:spPr>
          <a:xfrm>
            <a:off x="6363749" y="4114685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E05C8D9E-55CB-3346-FC8C-879E0A719A22}"/>
              </a:ext>
            </a:extLst>
          </p:cNvPr>
          <p:cNvSpPr/>
          <p:nvPr/>
        </p:nvSpPr>
        <p:spPr>
          <a:xfrm>
            <a:off x="6363749" y="4318312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53E4D72-03DC-6B2F-6BA6-2FA61768D281}"/>
              </a:ext>
            </a:extLst>
          </p:cNvPr>
          <p:cNvSpPr/>
          <p:nvPr/>
        </p:nvSpPr>
        <p:spPr>
          <a:xfrm>
            <a:off x="6363749" y="4509120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C0632E7-ABA5-0867-974C-9076988579D3}"/>
              </a:ext>
            </a:extLst>
          </p:cNvPr>
          <p:cNvSpPr/>
          <p:nvPr/>
        </p:nvSpPr>
        <p:spPr>
          <a:xfrm>
            <a:off x="6362171" y="4695400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971719D-41B3-A39F-8035-8A6A0D80CF9A}"/>
              </a:ext>
            </a:extLst>
          </p:cNvPr>
          <p:cNvSpPr/>
          <p:nvPr/>
        </p:nvSpPr>
        <p:spPr>
          <a:xfrm>
            <a:off x="6362171" y="4886208"/>
            <a:ext cx="425455" cy="11880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81D9D6A-0E44-31BD-F590-CF3C6AF52F1D}"/>
              </a:ext>
            </a:extLst>
          </p:cNvPr>
          <p:cNvSpPr/>
          <p:nvPr/>
        </p:nvSpPr>
        <p:spPr>
          <a:xfrm>
            <a:off x="1100573" y="1732578"/>
            <a:ext cx="135385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prstClr val="black">
                    <a:lumMod val="95000"/>
                    <a:lumOff val="5000"/>
                  </a:prstClr>
                </a:solidFill>
              </a:rPr>
              <a:t>부서를 선택하세요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pic>
        <p:nvPicPr>
          <p:cNvPr id="137" name="Picture 13">
            <a:extLst>
              <a:ext uri="{FF2B5EF4-FFF2-40B4-BE49-F238E27FC236}">
                <a16:creationId xmlns:a16="http://schemas.microsoft.com/office/drawing/2014/main" id="{B98C0C3F-4270-AD16-D5E8-67E8E3B698A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24" y="1737782"/>
            <a:ext cx="119041" cy="11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444164A-65F4-3A8B-86E1-72439366B683}"/>
              </a:ext>
            </a:extLst>
          </p:cNvPr>
          <p:cNvSpPr/>
          <p:nvPr/>
        </p:nvSpPr>
        <p:spPr>
          <a:xfrm>
            <a:off x="3097707" y="5121188"/>
            <a:ext cx="867225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600" dirty="0">
                <a:solidFill>
                  <a:prstClr val="black"/>
                </a:solidFill>
              </a:rPr>
              <a:t>처음</a:t>
            </a:r>
            <a:r>
              <a:rPr lang="en-US" altLang="ko-KR" sz="600" dirty="0">
                <a:solidFill>
                  <a:prstClr val="black"/>
                </a:solidFill>
              </a:rPr>
              <a:t> ◀  1  2  ▶  </a:t>
            </a:r>
            <a:r>
              <a:rPr lang="ko-KR" altLang="en-US" sz="600" dirty="0">
                <a:solidFill>
                  <a:prstClr val="black"/>
                </a:solidFill>
              </a:rPr>
              <a:t>마지막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9898895-C79D-9898-7455-307B4AB6937E}"/>
              </a:ext>
            </a:extLst>
          </p:cNvPr>
          <p:cNvSpPr/>
          <p:nvPr/>
        </p:nvSpPr>
        <p:spPr>
          <a:xfrm>
            <a:off x="77177" y="269136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C90BB7-568A-57AE-F2F0-636E765C008A}"/>
              </a:ext>
            </a:extLst>
          </p:cNvPr>
          <p:cNvSpPr/>
          <p:nvPr/>
        </p:nvSpPr>
        <p:spPr>
          <a:xfrm>
            <a:off x="6194102" y="287635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7CB084F-4CB8-972E-47C9-7D1F2E37E888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A56E1E1-C84E-6039-3B3E-815C92FAB573}"/>
              </a:ext>
            </a:extLst>
          </p:cNvPr>
          <p:cNvSpPr/>
          <p:nvPr/>
        </p:nvSpPr>
        <p:spPr>
          <a:xfrm>
            <a:off x="6302102" y="512682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9AF47-B5A7-7258-91CE-93F03CDF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B152A-96C1-6BA0-9B68-15E2FD87F1E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826D5-3953-C6A2-8437-AC58FA137F6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46F16C-950E-1E24-E28F-2A13B33ED48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등록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E8147-ABE0-01AF-E231-43750CA97378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8D75C8C-918A-FB67-7A3C-F9259719BA49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61EABE88-7D55-2193-B439-721B86FA9530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D05069C-35EA-8A56-6E41-0B838E2C9A1F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관리자관리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3A9CFD-6F1D-A11F-D27D-853E83EA09E4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관리자관리</a:t>
              </a:r>
            </a:p>
          </p:txBody>
        </p:sp>
      </p:grp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5690996E-27C7-2C35-ED93-EC5DF63BB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494267"/>
              </p:ext>
            </p:extLst>
          </p:nvPr>
        </p:nvGraphicFramePr>
        <p:xfrm>
          <a:off x="200472" y="1700808"/>
          <a:ext cx="6696742" cy="145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                                                             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아이디 중복확인이 필요합니다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 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                                            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비밀번호는 대소문자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숫자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특수문자를 포함하여 최소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자리 이상으로 등록해 주시기 바랍니다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                                                 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비밀번호와 동일한 문자를 입력해 주시기 바랍니다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37762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재직  ○ 퇴사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근무여부가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퇴사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＇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인 경우 사용여부는 자동으로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미사용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＇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으로 설정 됩니다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7CBA41E7-E340-5289-29D6-A7DDFDB387BC}"/>
              </a:ext>
            </a:extLst>
          </p:cNvPr>
          <p:cNvSpPr/>
          <p:nvPr/>
        </p:nvSpPr>
        <p:spPr>
          <a:xfrm>
            <a:off x="6457284" y="3212976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5B5405D-006B-9654-96ED-E653B15751DA}"/>
              </a:ext>
            </a:extLst>
          </p:cNvPr>
          <p:cNvSpPr/>
          <p:nvPr/>
        </p:nvSpPr>
        <p:spPr>
          <a:xfrm>
            <a:off x="5989232" y="3212976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등록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F962AE0-DD85-9E06-1E0C-E09A9C9C2D61}"/>
              </a:ext>
            </a:extLst>
          </p:cNvPr>
          <p:cNvGrpSpPr/>
          <p:nvPr/>
        </p:nvGrpSpPr>
        <p:grpSpPr>
          <a:xfrm>
            <a:off x="1172581" y="1731968"/>
            <a:ext cx="1246037" cy="126000"/>
            <a:chOff x="1172581" y="2101110"/>
            <a:chExt cx="1246037" cy="126000"/>
          </a:xfrm>
        </p:grpSpPr>
        <p:pic>
          <p:nvPicPr>
            <p:cNvPr id="78" name="Picture 13">
              <a:extLst>
                <a:ext uri="{FF2B5EF4-FFF2-40B4-BE49-F238E27FC236}">
                  <a16:creationId xmlns:a16="http://schemas.microsoft.com/office/drawing/2014/main" id="{7B6F1A24-97E6-F7F7-FE33-E6E4194061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317" y="2101110"/>
              <a:ext cx="132301" cy="126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DFEC9C9A-F5B3-014F-5D42-F54F8BB2FD56}"/>
                </a:ext>
              </a:extLst>
            </p:cNvPr>
            <p:cNvSpPr/>
            <p:nvPr/>
          </p:nvSpPr>
          <p:spPr>
            <a:xfrm>
              <a:off x="1172581" y="2101374"/>
              <a:ext cx="1092090" cy="118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ko-KR" altLang="en-US" sz="6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부서를 선택하세요</a:t>
              </a:r>
            </a:p>
          </p:txBody>
        </p:sp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50D42F1-E7B1-F4E5-4A91-DCFD328FBA66}"/>
              </a:ext>
            </a:extLst>
          </p:cNvPr>
          <p:cNvSpPr/>
          <p:nvPr/>
        </p:nvSpPr>
        <p:spPr>
          <a:xfrm>
            <a:off x="1168178" y="2101304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70A8CAE-681B-69B6-16D8-2D0C04B9B185}"/>
              </a:ext>
            </a:extLst>
          </p:cNvPr>
          <p:cNvSpPr/>
          <p:nvPr/>
        </p:nvSpPr>
        <p:spPr>
          <a:xfrm>
            <a:off x="1172979" y="1915681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C899ACF-A90E-87E6-FC30-2E7952783A58}"/>
              </a:ext>
            </a:extLst>
          </p:cNvPr>
          <p:cNvSpPr/>
          <p:nvPr/>
        </p:nvSpPr>
        <p:spPr>
          <a:xfrm>
            <a:off x="2459129" y="2088830"/>
            <a:ext cx="439932" cy="14374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중복확인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0FC9D1C-FD13-BC9C-19F2-C252285876ED}"/>
              </a:ext>
            </a:extLst>
          </p:cNvPr>
          <p:cNvSpPr/>
          <p:nvPr/>
        </p:nvSpPr>
        <p:spPr>
          <a:xfrm>
            <a:off x="1168179" y="2284612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4" name="Rectangle 191">
            <a:extLst>
              <a:ext uri="{FF2B5EF4-FFF2-40B4-BE49-F238E27FC236}">
                <a16:creationId xmlns:a16="http://schemas.microsoft.com/office/drawing/2014/main" id="{A7BE7FBB-B121-A348-2DEA-0CB24AC2F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49" y="2300881"/>
            <a:ext cx="687689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‘-’ 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없이 숫자만 입력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1355A6B-E525-DD2E-9FDB-7242E71B000C}"/>
              </a:ext>
            </a:extLst>
          </p:cNvPr>
          <p:cNvSpPr/>
          <p:nvPr/>
        </p:nvSpPr>
        <p:spPr>
          <a:xfrm>
            <a:off x="1168178" y="2474484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969F94F-4CBB-F2CA-F59A-012B15A87B9A}"/>
              </a:ext>
            </a:extLst>
          </p:cNvPr>
          <p:cNvSpPr/>
          <p:nvPr/>
        </p:nvSpPr>
        <p:spPr>
          <a:xfrm>
            <a:off x="1163226" y="2660490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E4A12E-4863-D98F-F222-8B8365F16663}"/>
              </a:ext>
            </a:extLst>
          </p:cNvPr>
          <p:cNvSpPr txBox="1"/>
          <p:nvPr/>
        </p:nvSpPr>
        <p:spPr>
          <a:xfrm>
            <a:off x="243746" y="4024516"/>
            <a:ext cx="4085141" cy="14927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highlight>
                  <a:srgbClr val="FFFF00"/>
                </a:highlight>
              </a:rPr>
              <a:t>&lt;&lt; </a:t>
            </a:r>
            <a:r>
              <a:rPr lang="ko-KR" altLang="en-US" sz="700" dirty="0">
                <a:highlight>
                  <a:srgbClr val="FFFF00"/>
                </a:highlight>
              </a:rPr>
              <a:t>아이디 </a:t>
            </a:r>
            <a:r>
              <a:rPr lang="ko-KR" altLang="en-US" sz="700" dirty="0" err="1">
                <a:highlight>
                  <a:srgbClr val="FFFF00"/>
                </a:highlight>
              </a:rPr>
              <a:t>알럿</a:t>
            </a:r>
            <a:r>
              <a:rPr lang="ko-KR" altLang="en-US" sz="700" dirty="0">
                <a:highlight>
                  <a:srgbClr val="FFFF00"/>
                </a:highlight>
              </a:rPr>
              <a:t> </a:t>
            </a:r>
            <a:r>
              <a:rPr lang="en-US" altLang="ko-KR" sz="700" dirty="0">
                <a:highlight>
                  <a:srgbClr val="FFFF00"/>
                </a:highlight>
              </a:rPr>
              <a:t>&gt;&gt;</a:t>
            </a:r>
          </a:p>
          <a:p>
            <a:br>
              <a:rPr lang="en-US" altLang="ko-KR" sz="700" dirty="0"/>
            </a:br>
            <a:r>
              <a:rPr lang="ko-KR" altLang="en-US" sz="700" dirty="0"/>
              <a:t>최초 </a:t>
            </a:r>
            <a:r>
              <a:rPr lang="en-US" altLang="ko-KR" sz="700" dirty="0"/>
              <a:t>or </a:t>
            </a:r>
            <a:r>
              <a:rPr lang="ko-KR" altLang="en-US" sz="700" dirty="0"/>
              <a:t>중복확이 절차 </a:t>
            </a:r>
            <a:r>
              <a:rPr lang="ko-KR" altLang="en-US" sz="700" dirty="0" err="1"/>
              <a:t>생략시</a:t>
            </a:r>
            <a:r>
              <a:rPr lang="ko-KR" altLang="en-US" sz="700" dirty="0"/>
              <a:t> </a:t>
            </a:r>
            <a:r>
              <a:rPr lang="en-US" altLang="ko-KR" sz="700" dirty="0"/>
              <a:t>or </a:t>
            </a:r>
            <a:r>
              <a:rPr lang="ko-KR" altLang="en-US" sz="700" dirty="0"/>
              <a:t>아이디 입력 안됨</a:t>
            </a:r>
            <a:endParaRPr lang="en-US" altLang="ko-KR" sz="700" dirty="0"/>
          </a:p>
          <a:p>
            <a:r>
              <a:rPr lang="en-US" altLang="ko-KR" sz="700" dirty="0"/>
              <a:t>1. </a:t>
            </a:r>
            <a:r>
              <a:rPr lang="ko-KR" altLang="en-US" sz="700" dirty="0"/>
              <a:t>아이디 중복확인이 필요합니다</a:t>
            </a:r>
            <a:r>
              <a:rPr lang="en-US" altLang="ko-KR" sz="700" dirty="0"/>
              <a:t>. </a:t>
            </a:r>
            <a:br>
              <a:rPr lang="en-US" altLang="ko-KR" sz="700" dirty="0"/>
            </a:br>
            <a:br>
              <a:rPr lang="en-US" altLang="ko-KR" sz="700" dirty="0"/>
            </a:br>
            <a:r>
              <a:rPr lang="en-US" altLang="ko-KR" sz="700" dirty="0"/>
              <a:t>5</a:t>
            </a:r>
            <a:r>
              <a:rPr lang="ko-KR" altLang="en-US" sz="700" dirty="0"/>
              <a:t>자리 이내 </a:t>
            </a:r>
            <a:r>
              <a:rPr lang="ko-KR" altLang="en-US" sz="700" dirty="0" err="1"/>
              <a:t>입력시</a:t>
            </a:r>
            <a:r>
              <a:rPr lang="ko-KR" altLang="en-US" sz="700" dirty="0"/>
              <a:t> </a:t>
            </a:r>
            <a:r>
              <a:rPr lang="en-US" altLang="ko-KR" sz="700" dirty="0"/>
              <a:t>or </a:t>
            </a:r>
            <a:r>
              <a:rPr lang="ko-KR" altLang="en-US" sz="700" dirty="0"/>
              <a:t>입력 형식 오류</a:t>
            </a:r>
            <a:br>
              <a:rPr lang="en-US" altLang="ko-KR" sz="700" dirty="0"/>
            </a:br>
            <a:r>
              <a:rPr lang="en-US" altLang="ko-KR" sz="700" dirty="0"/>
              <a:t>2. </a:t>
            </a:r>
            <a:r>
              <a:rPr lang="ko-KR" altLang="en-US" sz="700" dirty="0"/>
              <a:t>아이디는 대소문자</a:t>
            </a:r>
            <a:r>
              <a:rPr lang="en-US" altLang="ko-KR" sz="700" dirty="0"/>
              <a:t>, </a:t>
            </a:r>
            <a:r>
              <a:rPr lang="ko-KR" altLang="en-US" sz="700" dirty="0"/>
              <a:t>숫자를 포함하여 최소 </a:t>
            </a:r>
            <a:r>
              <a:rPr lang="en-US" altLang="ko-KR" sz="700" dirty="0"/>
              <a:t>5</a:t>
            </a:r>
            <a:r>
              <a:rPr lang="ko-KR" altLang="en-US" sz="700" dirty="0"/>
              <a:t>자리 이상으로 등록해 주시기 바랍니다</a:t>
            </a:r>
            <a:r>
              <a:rPr lang="en-US" altLang="ko-KR" sz="700" dirty="0"/>
              <a:t>.</a:t>
            </a:r>
            <a:br>
              <a:rPr lang="en-US" altLang="ko-KR" sz="700" dirty="0"/>
            </a:br>
            <a:br>
              <a:rPr lang="en-US" altLang="ko-KR" sz="700" dirty="0"/>
            </a:br>
            <a:r>
              <a:rPr lang="ko-KR" altLang="en-US" sz="700" dirty="0"/>
              <a:t>중복확인 </a:t>
            </a:r>
            <a:r>
              <a:rPr lang="en-US" altLang="ko-KR" sz="700" dirty="0"/>
              <a:t>– </a:t>
            </a:r>
            <a:r>
              <a:rPr lang="ko-KR" altLang="en-US" sz="700" dirty="0"/>
              <a:t>사용가능</a:t>
            </a:r>
            <a:endParaRPr lang="en-US" altLang="ko-KR" sz="700" dirty="0"/>
          </a:p>
          <a:p>
            <a:r>
              <a:rPr lang="en-US" altLang="ko-KR" sz="700" dirty="0"/>
              <a:t>3. </a:t>
            </a:r>
            <a:r>
              <a:rPr lang="ko-KR" altLang="en-US" sz="700" dirty="0"/>
              <a:t>사용가능한 아이디 입니다</a:t>
            </a:r>
            <a:r>
              <a:rPr lang="en-US" altLang="ko-KR" sz="700" dirty="0"/>
              <a:t>.</a:t>
            </a:r>
            <a:br>
              <a:rPr lang="en-US" altLang="ko-KR" sz="700" dirty="0"/>
            </a:br>
            <a:br>
              <a:rPr lang="en-US" altLang="ko-KR" sz="700" dirty="0"/>
            </a:br>
            <a:r>
              <a:rPr lang="ko-KR" altLang="en-US" sz="700" dirty="0"/>
              <a:t>중복확인 </a:t>
            </a:r>
            <a:r>
              <a:rPr lang="en-US" altLang="ko-KR" sz="700" dirty="0"/>
              <a:t>– </a:t>
            </a:r>
            <a:r>
              <a:rPr lang="ko-KR" altLang="en-US" sz="700" dirty="0"/>
              <a:t>사용불가</a:t>
            </a:r>
            <a:br>
              <a:rPr lang="en-US" altLang="ko-KR" sz="700" dirty="0"/>
            </a:br>
            <a:r>
              <a:rPr lang="en-US" altLang="ko-KR" sz="700" dirty="0"/>
              <a:t>4. </a:t>
            </a:r>
            <a:r>
              <a:rPr lang="ko-KR" altLang="en-US" sz="700" dirty="0"/>
              <a:t>이미 사용중인 아이디 입니다</a:t>
            </a:r>
            <a:r>
              <a:rPr lang="en-US" altLang="ko-KR" sz="700" dirty="0"/>
              <a:t>. </a:t>
            </a:r>
            <a:r>
              <a:rPr lang="ko-KR" altLang="en-US" sz="700" dirty="0"/>
              <a:t>다른 아이디를 입력해 주시기 바랍니다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53684F6-20A4-AB29-68DD-D48BE43D8157}"/>
              </a:ext>
            </a:extLst>
          </p:cNvPr>
          <p:cNvSpPr txBox="1"/>
          <p:nvPr/>
        </p:nvSpPr>
        <p:spPr>
          <a:xfrm>
            <a:off x="250470" y="5578985"/>
            <a:ext cx="4085141" cy="846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highlight>
                  <a:srgbClr val="FFFF00"/>
                </a:highlight>
              </a:rPr>
              <a:t>&lt;&lt; </a:t>
            </a:r>
            <a:r>
              <a:rPr lang="ko-KR" altLang="en-US" sz="700" dirty="0">
                <a:highlight>
                  <a:srgbClr val="FFFF00"/>
                </a:highlight>
              </a:rPr>
              <a:t>비밀번호 </a:t>
            </a:r>
            <a:r>
              <a:rPr lang="ko-KR" altLang="en-US" sz="700" dirty="0" err="1">
                <a:highlight>
                  <a:srgbClr val="FFFF00"/>
                </a:highlight>
              </a:rPr>
              <a:t>알럿</a:t>
            </a:r>
            <a:r>
              <a:rPr lang="ko-KR" altLang="en-US" sz="700" dirty="0">
                <a:highlight>
                  <a:srgbClr val="FFFF00"/>
                </a:highlight>
              </a:rPr>
              <a:t> </a:t>
            </a:r>
            <a:r>
              <a:rPr lang="en-US" altLang="ko-KR" sz="700" dirty="0">
                <a:highlight>
                  <a:srgbClr val="FFFF00"/>
                </a:highlight>
              </a:rPr>
              <a:t>&gt;&gt;</a:t>
            </a:r>
          </a:p>
          <a:p>
            <a:br>
              <a:rPr lang="en-US" altLang="ko-KR" sz="700" dirty="0"/>
            </a:br>
            <a:r>
              <a:rPr lang="ko-KR" altLang="en-US" sz="700" dirty="0"/>
              <a:t>최초 </a:t>
            </a:r>
            <a:r>
              <a:rPr lang="en-US" altLang="ko-KR" sz="700" dirty="0"/>
              <a:t>or </a:t>
            </a:r>
            <a:r>
              <a:rPr lang="ko-KR" altLang="en-US" sz="700" dirty="0"/>
              <a:t>입력 안됨 </a:t>
            </a:r>
            <a:r>
              <a:rPr lang="en-US" altLang="ko-KR" sz="700" dirty="0"/>
              <a:t>or 8</a:t>
            </a:r>
            <a:r>
              <a:rPr lang="ko-KR" altLang="en-US" sz="700" dirty="0"/>
              <a:t>자리 이내 </a:t>
            </a:r>
            <a:r>
              <a:rPr lang="ko-KR" altLang="en-US" sz="700" dirty="0" err="1"/>
              <a:t>입력시</a:t>
            </a:r>
            <a:r>
              <a:rPr lang="ko-KR" altLang="en-US" sz="700" dirty="0"/>
              <a:t> </a:t>
            </a:r>
            <a:r>
              <a:rPr lang="en-US" altLang="ko-KR" sz="700" dirty="0"/>
              <a:t>or </a:t>
            </a:r>
            <a:r>
              <a:rPr lang="ko-KR" altLang="en-US" sz="700" dirty="0"/>
              <a:t>입력 오류</a:t>
            </a:r>
            <a:endParaRPr lang="en-US" altLang="ko-KR" sz="700" dirty="0"/>
          </a:p>
          <a:p>
            <a:r>
              <a:rPr lang="en-US" altLang="ko-KR" sz="700" dirty="0"/>
              <a:t>1. </a:t>
            </a:r>
            <a:r>
              <a:rPr lang="ko-KR" altLang="en-US" sz="700" dirty="0"/>
              <a:t>비밀번호는 대소문자</a:t>
            </a:r>
            <a:r>
              <a:rPr lang="en-US" altLang="ko-KR" sz="700" dirty="0"/>
              <a:t>, </a:t>
            </a:r>
            <a:r>
              <a:rPr lang="ko-KR" altLang="en-US" sz="700" dirty="0"/>
              <a:t>숫자</a:t>
            </a:r>
            <a:r>
              <a:rPr lang="en-US" altLang="ko-KR" sz="700" dirty="0"/>
              <a:t>, </a:t>
            </a:r>
            <a:r>
              <a:rPr lang="ko-KR" altLang="en-US" sz="700" dirty="0"/>
              <a:t>특수문자를 포함하여 최소 </a:t>
            </a:r>
            <a:r>
              <a:rPr lang="en-US" altLang="ko-KR" sz="700" dirty="0"/>
              <a:t>8</a:t>
            </a:r>
            <a:r>
              <a:rPr lang="ko-KR" altLang="en-US" sz="700" dirty="0"/>
              <a:t>자리 이상으로 등록해 주시기 바랍니다</a:t>
            </a:r>
            <a:r>
              <a:rPr lang="en-US" altLang="ko-KR" sz="700" dirty="0"/>
              <a:t>. </a:t>
            </a:r>
            <a:br>
              <a:rPr lang="en-US" altLang="ko-KR" sz="700" dirty="0"/>
            </a:br>
            <a:br>
              <a:rPr lang="en-US" altLang="ko-KR" sz="700" dirty="0"/>
            </a:br>
            <a:r>
              <a:rPr lang="ko-KR" altLang="en-US" sz="700" dirty="0"/>
              <a:t>사용가능</a:t>
            </a:r>
            <a:endParaRPr lang="en-US" altLang="ko-KR" sz="700" dirty="0"/>
          </a:p>
          <a:p>
            <a:r>
              <a:rPr lang="en-US" altLang="ko-KR" sz="700" dirty="0"/>
              <a:t>2. </a:t>
            </a:r>
            <a:r>
              <a:rPr lang="ko-KR" altLang="en-US" sz="700" dirty="0"/>
              <a:t>사용가능한 비밀번호 입니다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0E64F41-B6C6-371A-3385-C191A083B66B}"/>
              </a:ext>
            </a:extLst>
          </p:cNvPr>
          <p:cNvSpPr txBox="1"/>
          <p:nvPr/>
        </p:nvSpPr>
        <p:spPr>
          <a:xfrm>
            <a:off x="4414713" y="5592263"/>
            <a:ext cx="4085141" cy="846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highlight>
                  <a:srgbClr val="FFFF00"/>
                </a:highlight>
              </a:rPr>
              <a:t>&lt;&lt; </a:t>
            </a:r>
            <a:r>
              <a:rPr lang="ko-KR" altLang="en-US" sz="700" dirty="0">
                <a:highlight>
                  <a:srgbClr val="FFFF00"/>
                </a:highlight>
              </a:rPr>
              <a:t>비밀번호 확인 </a:t>
            </a:r>
            <a:r>
              <a:rPr lang="ko-KR" altLang="en-US" sz="700" dirty="0" err="1">
                <a:highlight>
                  <a:srgbClr val="FFFF00"/>
                </a:highlight>
              </a:rPr>
              <a:t>알럿</a:t>
            </a:r>
            <a:r>
              <a:rPr lang="ko-KR" altLang="en-US" sz="700" dirty="0">
                <a:highlight>
                  <a:srgbClr val="FFFF00"/>
                </a:highlight>
              </a:rPr>
              <a:t> </a:t>
            </a:r>
            <a:r>
              <a:rPr lang="en-US" altLang="ko-KR" sz="700" dirty="0">
                <a:highlight>
                  <a:srgbClr val="FFFF00"/>
                </a:highlight>
              </a:rPr>
              <a:t>&gt;&gt;</a:t>
            </a:r>
          </a:p>
          <a:p>
            <a:br>
              <a:rPr lang="en-US" altLang="ko-KR" sz="700" dirty="0"/>
            </a:br>
            <a:r>
              <a:rPr lang="ko-KR" altLang="en-US" sz="700" dirty="0"/>
              <a:t>최초 </a:t>
            </a:r>
            <a:r>
              <a:rPr lang="en-US" altLang="ko-KR" sz="700" dirty="0"/>
              <a:t>or </a:t>
            </a:r>
            <a:r>
              <a:rPr lang="ko-KR" altLang="en-US" sz="700" dirty="0"/>
              <a:t>입력 안됨 </a:t>
            </a:r>
            <a:r>
              <a:rPr lang="en-US" altLang="ko-KR" sz="700" dirty="0"/>
              <a:t>or 8</a:t>
            </a:r>
            <a:r>
              <a:rPr lang="ko-KR" altLang="en-US" sz="700" dirty="0"/>
              <a:t>자리 이내 </a:t>
            </a:r>
            <a:r>
              <a:rPr lang="ko-KR" altLang="en-US" sz="700" dirty="0" err="1"/>
              <a:t>입력시</a:t>
            </a:r>
            <a:r>
              <a:rPr lang="ko-KR" altLang="en-US" sz="700" dirty="0"/>
              <a:t> </a:t>
            </a:r>
            <a:r>
              <a:rPr lang="en-US" altLang="ko-KR" sz="700" dirty="0"/>
              <a:t>or </a:t>
            </a:r>
            <a:r>
              <a:rPr lang="ko-KR" altLang="en-US" sz="700" dirty="0"/>
              <a:t>입력 오류 </a:t>
            </a:r>
            <a:r>
              <a:rPr lang="en-US" altLang="ko-KR" sz="700" dirty="0"/>
              <a:t>or </a:t>
            </a:r>
            <a:r>
              <a:rPr lang="ko-KR" altLang="en-US" sz="700" dirty="0"/>
              <a:t>비밀번호 동일 체크 오류</a:t>
            </a:r>
            <a:endParaRPr lang="en-US" altLang="ko-KR" sz="700" dirty="0"/>
          </a:p>
          <a:p>
            <a:r>
              <a:rPr lang="en-US" altLang="ko-KR" sz="700" dirty="0"/>
              <a:t>1. </a:t>
            </a:r>
            <a:r>
              <a:rPr lang="ko-KR" altLang="en-US" sz="700" dirty="0"/>
              <a:t>비밀번호와 동일한 문자를 입력해 주시기 바랍니다</a:t>
            </a:r>
            <a:r>
              <a:rPr lang="en-US" altLang="ko-KR" sz="700" dirty="0"/>
              <a:t>. </a:t>
            </a:r>
            <a:br>
              <a:rPr lang="en-US" altLang="ko-KR" sz="700" dirty="0"/>
            </a:br>
            <a:br>
              <a:rPr lang="en-US" altLang="ko-KR" sz="700" dirty="0"/>
            </a:br>
            <a:r>
              <a:rPr lang="ko-KR" altLang="en-US" sz="700" dirty="0"/>
              <a:t>비밀번호 동일 입력</a:t>
            </a:r>
            <a:endParaRPr lang="en-US" altLang="ko-KR" sz="700" dirty="0"/>
          </a:p>
          <a:p>
            <a:r>
              <a:rPr lang="en-US" altLang="ko-KR" sz="700" dirty="0"/>
              <a:t>2. </a:t>
            </a:r>
            <a:r>
              <a:rPr lang="ko-KR" altLang="en-US" sz="700" dirty="0"/>
              <a:t>비밀번호가 정상으로 확인 되었습니다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ADFE1266-012E-AD52-52D4-4281C562E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598468"/>
              </p:ext>
            </p:extLst>
          </p:nvPr>
        </p:nvGraphicFramePr>
        <p:xfrm>
          <a:off x="6969418" y="2548005"/>
          <a:ext cx="2772114" cy="225459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등록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등록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부서 선택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 관리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중복확인 필수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번호 숫자만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입력 및 비밀번호 확인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근무 여부 선택 설정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재직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 여부 선택 설정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사용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중복확인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중복 확인 필수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입력된 관리자 정보 저장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필수 정보 입력 필수 체크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65F21611-E1CD-1F38-DE73-9B5BB91D82EF}"/>
              </a:ext>
            </a:extLst>
          </p:cNvPr>
          <p:cNvSpPr/>
          <p:nvPr/>
        </p:nvSpPr>
        <p:spPr>
          <a:xfrm>
            <a:off x="5867172" y="306885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256FA15-28B0-92AB-E851-F1E42977D210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D922132-8D8F-B6C5-AD7B-65E40F5C9442}"/>
              </a:ext>
            </a:extLst>
          </p:cNvPr>
          <p:cNvSpPr/>
          <p:nvPr/>
        </p:nvSpPr>
        <p:spPr>
          <a:xfrm>
            <a:off x="2762955" y="193687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03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12D4-4861-AAC9-80C9-C7176CE4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42ACA-59BA-CC4D-257C-F6B6A338A23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0DC56-8B53-08B7-5A55-CA0DFBA89F6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0BC9A6-3A80-4920-6AAC-82E77D99A0C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조회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54D8E9-B516-0097-A3D5-68C5BD4AB975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A91148A-3E97-DAE4-B1D2-2CDABA7566A7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F4FCC08-4824-CB83-A974-37BFDDF2406E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7A3A3D6-E2C2-FCA3-4B77-A5019754DEA3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관리자관리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0C427FC-E9C7-1FB3-2B74-E1792A03F158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관리자관리</a:t>
              </a:r>
            </a:p>
          </p:txBody>
        </p:sp>
      </p:grp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1278AF53-92B0-D136-62B9-920BB5CBF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769205"/>
              </p:ext>
            </p:extLst>
          </p:nvPr>
        </p:nvGraphicFramePr>
        <p:xfrm>
          <a:off x="200472" y="1700808"/>
          <a:ext cx="6696742" cy="1274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고객지원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abcde123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                           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비밀번호 초기화시 비밀번호는 강제로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‘abcd-1234’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로 설정 됩니다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반드시 비밀번호를 변경 하신 후 이용하시기 바랍니다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재직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" name="직사각형 85">
            <a:extLst>
              <a:ext uri="{FF2B5EF4-FFF2-40B4-BE49-F238E27FC236}">
                <a16:creationId xmlns:a16="http://schemas.microsoft.com/office/drawing/2014/main" id="{A1EBE7DB-1784-7E28-2481-613F2D22B2F8}"/>
              </a:ext>
            </a:extLst>
          </p:cNvPr>
          <p:cNvSpPr/>
          <p:nvPr/>
        </p:nvSpPr>
        <p:spPr>
          <a:xfrm>
            <a:off x="1172580" y="2458251"/>
            <a:ext cx="792088" cy="14374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비밀번호 초기화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4781F21-C91D-061A-2B28-DE3DA51935E7}"/>
              </a:ext>
            </a:extLst>
          </p:cNvPr>
          <p:cNvSpPr/>
          <p:nvPr/>
        </p:nvSpPr>
        <p:spPr>
          <a:xfrm>
            <a:off x="5988638" y="3033224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7C888D2-A9C4-FACB-E5D3-FDE8889C90AA}"/>
              </a:ext>
            </a:extLst>
          </p:cNvPr>
          <p:cNvSpPr/>
          <p:nvPr/>
        </p:nvSpPr>
        <p:spPr>
          <a:xfrm>
            <a:off x="6457284" y="3033224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233265A-81D1-157A-E10F-53A22A12F966}"/>
              </a:ext>
            </a:extLst>
          </p:cNvPr>
          <p:cNvSpPr/>
          <p:nvPr/>
        </p:nvSpPr>
        <p:spPr>
          <a:xfrm>
            <a:off x="5529064" y="303322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D5D1ED4-39B2-C630-1A55-8DA29A390107}"/>
              </a:ext>
            </a:extLst>
          </p:cNvPr>
          <p:cNvSpPr/>
          <p:nvPr/>
        </p:nvSpPr>
        <p:spPr>
          <a:xfrm>
            <a:off x="4722619" y="3036317"/>
            <a:ext cx="792088" cy="14374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비밀번호 초기화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8C1285-4231-5D74-ADAA-654B28634C2B}"/>
              </a:ext>
            </a:extLst>
          </p:cNvPr>
          <p:cNvSpPr txBox="1"/>
          <p:nvPr/>
        </p:nvSpPr>
        <p:spPr>
          <a:xfrm>
            <a:off x="181966" y="5347515"/>
            <a:ext cx="4338986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highlight>
                  <a:srgbClr val="FFFF00"/>
                </a:highlight>
              </a:rPr>
              <a:t>&lt;&lt; </a:t>
            </a:r>
            <a:r>
              <a:rPr lang="ko-KR" altLang="en-US" sz="700" dirty="0">
                <a:highlight>
                  <a:srgbClr val="FFFF00"/>
                </a:highlight>
              </a:rPr>
              <a:t>비밀번호 초기화 </a:t>
            </a:r>
            <a:r>
              <a:rPr lang="ko-KR" altLang="en-US" sz="700" dirty="0" err="1">
                <a:highlight>
                  <a:srgbClr val="FFFF00"/>
                </a:highlight>
              </a:rPr>
              <a:t>알럿</a:t>
            </a:r>
            <a:r>
              <a:rPr lang="ko-KR" altLang="en-US" sz="700" dirty="0">
                <a:highlight>
                  <a:srgbClr val="FFFF00"/>
                </a:highlight>
              </a:rPr>
              <a:t> </a:t>
            </a:r>
            <a:r>
              <a:rPr lang="en-US" altLang="ko-KR" sz="700" dirty="0">
                <a:highlight>
                  <a:srgbClr val="FFFF00"/>
                </a:highlight>
              </a:rPr>
              <a:t>&gt;&gt;</a:t>
            </a:r>
          </a:p>
          <a:p>
            <a:br>
              <a:rPr lang="en-US" altLang="ko-KR" sz="700" dirty="0"/>
            </a:br>
            <a:r>
              <a:rPr lang="ko-KR" altLang="en-US" sz="700" dirty="0"/>
              <a:t>초기화 이전</a:t>
            </a:r>
            <a:endParaRPr lang="en-US" altLang="ko-KR" sz="700" dirty="0"/>
          </a:p>
          <a:p>
            <a:r>
              <a:rPr lang="en-US" altLang="ko-KR" sz="700" dirty="0"/>
              <a:t>1. </a:t>
            </a:r>
            <a:r>
              <a:rPr lang="ko-KR" altLang="en-US" sz="700" dirty="0"/>
              <a:t>비밀번호를 초기화 하시겠습니다</a:t>
            </a:r>
            <a:r>
              <a:rPr lang="en-US" altLang="ko-KR" sz="700" dirty="0"/>
              <a:t>? </a:t>
            </a:r>
            <a:r>
              <a:rPr lang="ko-KR" altLang="en-US" sz="700" dirty="0"/>
              <a:t>초기화 후에는 기존 비밀번호를 사용 하실 수 없습니다</a:t>
            </a:r>
            <a:r>
              <a:rPr lang="en-US" altLang="ko-KR" sz="700" dirty="0"/>
              <a:t>.</a:t>
            </a:r>
          </a:p>
          <a:p>
            <a:endParaRPr lang="en-US" altLang="ko-KR" sz="700" dirty="0"/>
          </a:p>
          <a:p>
            <a:r>
              <a:rPr lang="ko-KR" altLang="en-US" sz="700" dirty="0"/>
              <a:t>초기화 성공</a:t>
            </a:r>
            <a:endParaRPr lang="en-US" altLang="ko-KR" sz="700" dirty="0"/>
          </a:p>
          <a:p>
            <a:r>
              <a:rPr lang="en-US" altLang="ko-KR" sz="700" dirty="0"/>
              <a:t>1. </a:t>
            </a:r>
            <a:r>
              <a:rPr lang="ko-KR" altLang="en-US" sz="700" dirty="0"/>
              <a:t>비밀번호가 성공적으로 초기화 되었습니다</a:t>
            </a:r>
            <a:r>
              <a:rPr lang="en-US" altLang="ko-KR" sz="700" dirty="0"/>
              <a:t>.</a:t>
            </a:r>
          </a:p>
          <a:p>
            <a:r>
              <a:rPr lang="ko-KR" altLang="en-US" sz="700" dirty="0"/>
              <a:t>    반드시 비밀번호를 변경 하신 후 이용하시기 바랍니다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CC4C5956-89FA-809B-4202-9965446DF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45092"/>
              </p:ext>
            </p:extLst>
          </p:nvPr>
        </p:nvGraphicFramePr>
        <p:xfrm>
          <a:off x="6969418" y="2548005"/>
          <a:ext cx="2772114" cy="171255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조회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초기화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비밀번호 초기화 적용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abcd-1234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강제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관리자 계정 정보 수정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삭제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관리자 계정 삭제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602238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80D450EE-2D15-792B-58B4-C6341BE69246}"/>
              </a:ext>
            </a:extLst>
          </p:cNvPr>
          <p:cNvSpPr/>
          <p:nvPr/>
        </p:nvSpPr>
        <p:spPr>
          <a:xfrm>
            <a:off x="5456860" y="2831695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9D5D270-7D8C-29BF-A5ED-BD6752674ED8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9015CC5-35B1-637A-0E5B-89E80A2FC656}"/>
              </a:ext>
            </a:extLst>
          </p:cNvPr>
          <p:cNvSpPr/>
          <p:nvPr/>
        </p:nvSpPr>
        <p:spPr>
          <a:xfrm>
            <a:off x="992376" y="237954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1621A05-FF59-15D9-828B-5EA3D16B95E6}"/>
              </a:ext>
            </a:extLst>
          </p:cNvPr>
          <p:cNvSpPr/>
          <p:nvPr/>
        </p:nvSpPr>
        <p:spPr>
          <a:xfrm>
            <a:off x="4585709" y="292522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0DD2F00-C69F-6A54-6761-19498BB17B35}"/>
              </a:ext>
            </a:extLst>
          </p:cNvPr>
          <p:cNvSpPr/>
          <p:nvPr/>
        </p:nvSpPr>
        <p:spPr>
          <a:xfrm>
            <a:off x="5943230" y="284234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237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15A4-F31C-182A-2147-494530E6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28B938-E3FA-E76A-66C4-DF3310CDFB8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304B7-5207-385D-169A-C8B8D861D0A2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9FDAD-96C1-88A1-E918-42AD24F6A91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C531D4-D087-8F3D-5414-B9D69BD99A2F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1ABE0F9F-1FA5-366A-00DE-406BB3A7CBD2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2C6E8A70-F7EB-0CC8-6976-4196435025B9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1276DC3-4EA9-FDCB-B22E-DF13C1C2FEBC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관리자관리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88ECAE2-694D-DA56-B60C-3933134C99EA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관리자관리</a:t>
              </a: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47A914-1606-9AEE-00F2-5F12BDF2E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65664"/>
              </p:ext>
            </p:extLst>
          </p:nvPr>
        </p:nvGraphicFramePr>
        <p:xfrm>
          <a:off x="200472" y="1700808"/>
          <a:ext cx="6696742" cy="108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                          </a:t>
                      </a:r>
                      <a:r>
                        <a:rPr lang="en-US" altLang="ko-KR" sz="600" b="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b="0" kern="0" dirty="0">
                          <a:solidFill>
                            <a:srgbClr val="FF0000"/>
                          </a:solidFill>
                        </a:rPr>
                        <a:t>부서가 변경될 경우 사용 권한이 변경 될 수 있습니다</a:t>
                      </a:r>
                      <a:r>
                        <a:rPr lang="en-US" altLang="ko-KR" sz="600" b="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abcde123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재직  ○ 퇴사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근무여부가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퇴사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＇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인 경우 사용여부는 자동으로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미사용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＇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으로 설정 됩니다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1A51C30-D423-8562-5182-60D5A10E8485}"/>
              </a:ext>
            </a:extLst>
          </p:cNvPr>
          <p:cNvSpPr/>
          <p:nvPr/>
        </p:nvSpPr>
        <p:spPr>
          <a:xfrm>
            <a:off x="6457284" y="2853204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2B44B3-D8C2-7A8E-269E-2801B14B6156}"/>
              </a:ext>
            </a:extLst>
          </p:cNvPr>
          <p:cNvSpPr/>
          <p:nvPr/>
        </p:nvSpPr>
        <p:spPr>
          <a:xfrm>
            <a:off x="5989232" y="285320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C278E5D-1956-6638-C116-6D7DE07FA355}"/>
              </a:ext>
            </a:extLst>
          </p:cNvPr>
          <p:cNvGrpSpPr/>
          <p:nvPr/>
        </p:nvGrpSpPr>
        <p:grpSpPr>
          <a:xfrm>
            <a:off x="1172581" y="1731968"/>
            <a:ext cx="1246037" cy="126000"/>
            <a:chOff x="1172581" y="2101110"/>
            <a:chExt cx="1246037" cy="126000"/>
          </a:xfrm>
        </p:grpSpPr>
        <p:pic>
          <p:nvPicPr>
            <p:cNvPr id="15" name="Picture 13">
              <a:extLst>
                <a:ext uri="{FF2B5EF4-FFF2-40B4-BE49-F238E27FC236}">
                  <a16:creationId xmlns:a16="http://schemas.microsoft.com/office/drawing/2014/main" id="{791E62AB-F0AF-57FD-EF20-DA49FF5C69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317" y="2101110"/>
              <a:ext cx="132301" cy="126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D1CC9E-D214-CC72-C2BB-01777E5A42A4}"/>
                </a:ext>
              </a:extLst>
            </p:cNvPr>
            <p:cNvSpPr/>
            <p:nvPr/>
          </p:nvSpPr>
          <p:spPr>
            <a:xfrm>
              <a:off x="1172581" y="2101374"/>
              <a:ext cx="1092090" cy="1188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ko-KR" altLang="en-US" sz="6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고객지원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C13F978-0598-A78A-0141-E732B1853DAB}"/>
              </a:ext>
            </a:extLst>
          </p:cNvPr>
          <p:cNvSpPr/>
          <p:nvPr/>
        </p:nvSpPr>
        <p:spPr>
          <a:xfrm>
            <a:off x="1172979" y="1915681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472E96-D09C-8E4F-5C6A-7696067FA729}"/>
              </a:ext>
            </a:extLst>
          </p:cNvPr>
          <p:cNvSpPr/>
          <p:nvPr/>
        </p:nvSpPr>
        <p:spPr>
          <a:xfrm>
            <a:off x="1168179" y="2284612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01000000000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C84CB611-D65F-FA37-ED80-DD685E1DC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49" y="2300881"/>
            <a:ext cx="687689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‘-’ 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없이 숫자만 입력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C144DD0-1F81-838B-8AE5-168B9EE72584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Group 260">
            <a:extLst>
              <a:ext uri="{FF2B5EF4-FFF2-40B4-BE49-F238E27FC236}">
                <a16:creationId xmlns:a16="http://schemas.microsoft.com/office/drawing/2014/main" id="{54A6DC8F-59C7-3F29-64E3-2E89BE5D2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48828"/>
              </p:ext>
            </p:extLst>
          </p:nvPr>
        </p:nvGraphicFramePr>
        <p:xfrm>
          <a:off x="6969418" y="2548005"/>
          <a:ext cx="2772114" cy="171745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수정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부서 선택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 관리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조회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수정 불가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번호 숫자만 입력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근무 여부 선택 설정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재직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사용 여부 선택 설정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디폴트 사용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입력된 관리자 정보 수정 저장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 정보 입력 필수 체크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1AA81E99-D9B0-F5BF-6B03-5C77537CB0E2}"/>
              </a:ext>
            </a:extLst>
          </p:cNvPr>
          <p:cNvSpPr/>
          <p:nvPr/>
        </p:nvSpPr>
        <p:spPr>
          <a:xfrm>
            <a:off x="5889128" y="267294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99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6281-7CD0-F5E4-78E7-8B8B9E40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4627C348-9759-5FAC-63E7-D4A1EEDBBD51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539BE6BA-9022-5BEB-5E7A-551AF408B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내정보관리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022DCD23-6C29-73FA-378F-2C533F4F1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내정보관리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87C7056C-128F-3585-34B8-62E5BAAB1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03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738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616E-C400-4A5C-F825-120B36E4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C7E2C-78CB-2336-17A6-134312460096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내정보관리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70674-C2D4-AD51-46F1-1B8E2F00D45A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내정보관리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05CCE8-2C2C-6DB7-D6B1-EDE975DCB19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조회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80AF5A-AAB4-A37A-BE48-A7262A2C687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A533A80-9ACB-9CC3-4777-34388BF4BF30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6C09C345-E36A-4343-DAC8-05D369F3658F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BBF29FD-BE51-EF03-DFC8-3AAC55A1136C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 </a:t>
              </a:r>
              <a:r>
                <a:rPr lang="en-US" altLang="ko-KR" sz="900" dirty="0"/>
                <a:t>&gt; </a:t>
              </a:r>
              <a:r>
                <a:rPr lang="ko-KR" altLang="en-US" sz="900" dirty="0"/>
                <a:t>내정보관리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0A3DFAA-60C5-F959-EC2E-217840662206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내정보관리</a:t>
              </a:r>
            </a:p>
          </p:txBody>
        </p:sp>
      </p:grp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B4E70173-CBCD-1A40-0ED8-85A7C7855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468134"/>
              </p:ext>
            </p:extLst>
          </p:nvPr>
        </p:nvGraphicFramePr>
        <p:xfrm>
          <a:off x="200472" y="1700808"/>
          <a:ext cx="6696742" cy="108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고객지원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abcde123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재직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E66110-9CB8-0C81-6549-64B9163C49CD}"/>
              </a:ext>
            </a:extLst>
          </p:cNvPr>
          <p:cNvSpPr/>
          <p:nvPr/>
        </p:nvSpPr>
        <p:spPr>
          <a:xfrm>
            <a:off x="6457284" y="2852936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정보 수정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979038-C373-366E-D5D3-7C1CE9716983}"/>
              </a:ext>
            </a:extLst>
          </p:cNvPr>
          <p:cNvSpPr/>
          <p:nvPr/>
        </p:nvSpPr>
        <p:spPr>
          <a:xfrm>
            <a:off x="5809114" y="2852936"/>
            <a:ext cx="612068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비밀번호 수정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22AA9CF-2B17-1B2F-9A2E-3D67FA7B8A6F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7D1F6F7-16C3-550F-6906-5818DE5FFCE3}"/>
              </a:ext>
            </a:extLst>
          </p:cNvPr>
          <p:cNvSpPr/>
          <p:nvPr/>
        </p:nvSpPr>
        <p:spPr>
          <a:xfrm>
            <a:off x="5665012" y="267216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EF79A2-531E-88EE-2DEA-DA74414702BE}"/>
              </a:ext>
            </a:extLst>
          </p:cNvPr>
          <p:cNvSpPr/>
          <p:nvPr/>
        </p:nvSpPr>
        <p:spPr>
          <a:xfrm>
            <a:off x="6357180" y="267291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Group 260">
            <a:extLst>
              <a:ext uri="{FF2B5EF4-FFF2-40B4-BE49-F238E27FC236}">
                <a16:creationId xmlns:a16="http://schemas.microsoft.com/office/drawing/2014/main" id="{71732677-0A10-E69E-BB19-4A59DD58E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845916"/>
              </p:ext>
            </p:extLst>
          </p:nvPr>
        </p:nvGraphicFramePr>
        <p:xfrm>
          <a:off x="6969418" y="2548005"/>
          <a:ext cx="2772114" cy="129511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내정보관리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내 계정 정보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로그인한 관리자 계정정보 조회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비밀번호 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비밀번호 수정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관리자 계정 정보 수정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13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1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49DD-25C4-EF5C-FB7B-92E1D151E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E6188-8F13-0381-E71D-F94E723EA09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74FA6-0166-0E22-829B-7A21A9A1352C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3B41E1-E5DC-FCCD-2088-19172472F1E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257011-F24A-AAAF-CDD5-6C23AC045FC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94653413-09AB-299D-DCB9-FCB38A9D81E8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F27EF2DC-3CA0-35CD-89F6-E2162D343796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77B078F-3F54-6090-87EA-D6B297FD135F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관리자관리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C0C39E3-389D-61C1-685B-C33611BA13CE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관리자관리</a:t>
              </a: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4FA88B3-6C8D-7656-E7DB-A6F1C8FAE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82012"/>
              </p:ext>
            </p:extLst>
          </p:nvPr>
        </p:nvGraphicFramePr>
        <p:xfrm>
          <a:off x="200472" y="1700808"/>
          <a:ext cx="6696742" cy="164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고객지원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abcde123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비밀번호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                                            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현재 비밀번호를 입력해 주시기 바랍니다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260967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비밀번호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                                                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비밀번호는 대소문자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숫자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특수문자를 포함하여 최소 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자리 이상으로 등록해 주시기 바랍니다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002557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                                                 ※ </a:t>
                      </a:r>
                      <a:r>
                        <a:rPr lang="ko-KR" altLang="en-US" sz="600" kern="0" dirty="0">
                          <a:solidFill>
                            <a:srgbClr val="FF0000"/>
                          </a:solidFill>
                        </a:rPr>
                        <a:t>비밀번호와 동일한 문자를 입력해 주시기 바랍니다</a:t>
                      </a:r>
                      <a:r>
                        <a:rPr lang="en-US" altLang="ko-KR" sz="600" kern="0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693981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재직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DFBBCD0-3E53-A802-CA43-17319106947C}"/>
              </a:ext>
            </a:extLst>
          </p:cNvPr>
          <p:cNvSpPr/>
          <p:nvPr/>
        </p:nvSpPr>
        <p:spPr>
          <a:xfrm>
            <a:off x="6457284" y="3392996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이전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3DBE8B-38E7-3427-F585-F028ADD6D7E1}"/>
              </a:ext>
            </a:extLst>
          </p:cNvPr>
          <p:cNvSpPr/>
          <p:nvPr/>
        </p:nvSpPr>
        <p:spPr>
          <a:xfrm>
            <a:off x="1166882" y="2466676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7BD1BA4-FD7D-44A8-B269-E9E2AA4E0BE9}"/>
              </a:ext>
            </a:extLst>
          </p:cNvPr>
          <p:cNvSpPr/>
          <p:nvPr/>
        </p:nvSpPr>
        <p:spPr>
          <a:xfrm>
            <a:off x="1161930" y="2652682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E6B8E7-DF6E-457F-5C84-6F0A13760B9C}"/>
              </a:ext>
            </a:extLst>
          </p:cNvPr>
          <p:cNvSpPr/>
          <p:nvPr/>
        </p:nvSpPr>
        <p:spPr>
          <a:xfrm>
            <a:off x="1161930" y="2835607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FB8C113-EB1A-FB36-0CF9-F41F64591791}"/>
              </a:ext>
            </a:extLst>
          </p:cNvPr>
          <p:cNvSpPr/>
          <p:nvPr/>
        </p:nvSpPr>
        <p:spPr>
          <a:xfrm>
            <a:off x="5809200" y="3392996"/>
            <a:ext cx="612068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비밀번호 수정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D6F1EA-8C41-230A-FE91-838BD8F1A34C}"/>
              </a:ext>
            </a:extLst>
          </p:cNvPr>
          <p:cNvSpPr txBox="1"/>
          <p:nvPr/>
        </p:nvSpPr>
        <p:spPr>
          <a:xfrm>
            <a:off x="228580" y="5553236"/>
            <a:ext cx="5580620" cy="846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highlight>
                  <a:srgbClr val="FFFF00"/>
                </a:highlight>
              </a:rPr>
              <a:t>&lt;&lt; </a:t>
            </a:r>
            <a:r>
              <a:rPr lang="ko-KR" altLang="en-US" sz="700" dirty="0">
                <a:highlight>
                  <a:srgbClr val="FFFF00"/>
                </a:highlight>
              </a:rPr>
              <a:t>현재 비밀번호 </a:t>
            </a:r>
            <a:r>
              <a:rPr lang="ko-KR" altLang="en-US" sz="700" dirty="0" err="1">
                <a:highlight>
                  <a:srgbClr val="FFFF00"/>
                </a:highlight>
              </a:rPr>
              <a:t>알럿</a:t>
            </a:r>
            <a:r>
              <a:rPr lang="ko-KR" altLang="en-US" sz="700" dirty="0">
                <a:highlight>
                  <a:srgbClr val="FFFF00"/>
                </a:highlight>
              </a:rPr>
              <a:t> </a:t>
            </a:r>
            <a:r>
              <a:rPr lang="en-US" altLang="ko-KR" sz="700" dirty="0">
                <a:highlight>
                  <a:srgbClr val="FFFF00"/>
                </a:highlight>
              </a:rPr>
              <a:t>&gt;&gt;</a:t>
            </a:r>
          </a:p>
          <a:p>
            <a:br>
              <a:rPr lang="en-US" altLang="ko-KR" sz="700" dirty="0"/>
            </a:br>
            <a:r>
              <a:rPr lang="ko-KR" altLang="en-US" sz="700" dirty="0"/>
              <a:t>최초 </a:t>
            </a:r>
            <a:r>
              <a:rPr lang="en-US" altLang="ko-KR" sz="700" dirty="0"/>
              <a:t>or </a:t>
            </a:r>
            <a:r>
              <a:rPr lang="ko-KR" altLang="en-US" sz="700" dirty="0"/>
              <a:t>입력 안됨 </a:t>
            </a:r>
            <a:r>
              <a:rPr lang="en-US" altLang="ko-KR" sz="700" dirty="0"/>
              <a:t>or 8</a:t>
            </a:r>
            <a:r>
              <a:rPr lang="ko-KR" altLang="en-US" sz="700" dirty="0"/>
              <a:t>자리 이내 </a:t>
            </a:r>
            <a:r>
              <a:rPr lang="ko-KR" altLang="en-US" sz="700" dirty="0" err="1"/>
              <a:t>입력시</a:t>
            </a:r>
            <a:r>
              <a:rPr lang="ko-KR" altLang="en-US" sz="700" dirty="0"/>
              <a:t> </a:t>
            </a:r>
            <a:r>
              <a:rPr lang="en-US" altLang="ko-KR" sz="700" dirty="0"/>
              <a:t>or </a:t>
            </a:r>
            <a:r>
              <a:rPr lang="ko-KR" altLang="en-US" sz="700" dirty="0"/>
              <a:t>입력 오류 </a:t>
            </a:r>
            <a:r>
              <a:rPr lang="en-US" altLang="ko-KR" sz="700" dirty="0"/>
              <a:t>or </a:t>
            </a:r>
            <a:r>
              <a:rPr lang="ko-KR" altLang="en-US" sz="700" dirty="0"/>
              <a:t>현재 비밀번호 오류</a:t>
            </a:r>
            <a:endParaRPr lang="en-US" altLang="ko-KR" sz="700" dirty="0"/>
          </a:p>
          <a:p>
            <a:r>
              <a:rPr lang="en-US" altLang="ko-KR" sz="700" dirty="0"/>
              <a:t>1. </a:t>
            </a:r>
            <a:r>
              <a:rPr lang="ko-KR" altLang="en-US" sz="700" dirty="0"/>
              <a:t>현재 비밀번호를 입력해 주시기 바랍니다</a:t>
            </a:r>
            <a:r>
              <a:rPr lang="en-US" altLang="ko-KR" sz="700" dirty="0"/>
              <a:t>. </a:t>
            </a:r>
            <a:br>
              <a:rPr lang="en-US" altLang="ko-KR" sz="700" dirty="0"/>
            </a:br>
            <a:br>
              <a:rPr lang="en-US" altLang="ko-KR" sz="700" dirty="0"/>
            </a:br>
            <a:r>
              <a:rPr lang="ko-KR" altLang="en-US" sz="700" dirty="0"/>
              <a:t>정상 입력</a:t>
            </a:r>
            <a:endParaRPr lang="en-US" altLang="ko-KR" sz="700" dirty="0"/>
          </a:p>
          <a:p>
            <a:r>
              <a:rPr lang="en-US" altLang="ko-KR" sz="700" dirty="0"/>
              <a:t>2. </a:t>
            </a:r>
            <a:r>
              <a:rPr lang="ko-KR" altLang="en-US" sz="700" dirty="0"/>
              <a:t>비밀번호가 정상으로 확인 되었습니다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C5C22B0-41CB-4210-ED34-F3C283EEFE35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5BBFF04-6A03-6009-DDF7-B4E705D73B30}"/>
              </a:ext>
            </a:extLst>
          </p:cNvPr>
          <p:cNvSpPr/>
          <p:nvPr/>
        </p:nvSpPr>
        <p:spPr>
          <a:xfrm>
            <a:off x="5673080" y="324890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260">
            <a:extLst>
              <a:ext uri="{FF2B5EF4-FFF2-40B4-BE49-F238E27FC236}">
                <a16:creationId xmlns:a16="http://schemas.microsoft.com/office/drawing/2014/main" id="{6C1926C5-9B70-49EB-953F-35D4EBACB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362363"/>
              </p:ext>
            </p:extLst>
          </p:nvPr>
        </p:nvGraphicFramePr>
        <p:xfrm>
          <a:off x="6969418" y="2548005"/>
          <a:ext cx="2772114" cy="138877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내정보관리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내 계정 정보 조회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로그인한 관리자 계정정보 조회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수정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비밀번호 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비밀번호 수정 적용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관리자 계정 정보 수정 페이지 이동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13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592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3FA8-319B-B872-C527-5C0B9B10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08958-FE43-2339-B382-54377FD64D9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회원관리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58776-7AF6-F668-10AF-DC9F442BA9AF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관리자관리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A9C30B-432C-2214-4D4C-7C25AB56ABA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5F4737-507F-BFFC-28B2-75EF00440731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EA55B151-A0B1-6E58-E29E-383F3806FFB7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32DB2B03-37A4-F5C8-C9D4-ED06E3C2C121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D035EB1-47A7-2962-70A2-45E5D5D4E4D0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회원관리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관리자관리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836C65F-17DB-EA31-38BB-8B61D1B036B1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관리자관리</a:t>
              </a: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3AE16A-1309-8872-D1B1-1BE4DDE16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44762"/>
              </p:ext>
            </p:extLst>
          </p:nvPr>
        </p:nvGraphicFramePr>
        <p:xfrm>
          <a:off x="200472" y="1700808"/>
          <a:ext cx="6696742" cy="1089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8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부서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고객지원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아이디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kern="0" dirty="0">
                          <a:solidFill>
                            <a:srgbClr val="000000"/>
                          </a:solidFill>
                        </a:rPr>
                        <a:t>abcde123</a:t>
                      </a: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010-0000-0000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18654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근무여부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재직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9C6A619-2BC6-67CA-2774-444EE253F8B6}"/>
              </a:ext>
            </a:extLst>
          </p:cNvPr>
          <p:cNvSpPr/>
          <p:nvPr/>
        </p:nvSpPr>
        <p:spPr>
          <a:xfrm>
            <a:off x="6457284" y="2852912"/>
            <a:ext cx="439932" cy="14374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이전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91B587-FCF7-7D2A-351F-31F5C55F04B8}"/>
              </a:ext>
            </a:extLst>
          </p:cNvPr>
          <p:cNvSpPr/>
          <p:nvPr/>
        </p:nvSpPr>
        <p:spPr>
          <a:xfrm>
            <a:off x="5989232" y="2852912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7D52777-2DEE-F9E6-925B-73A9C3F6FEF5}"/>
              </a:ext>
            </a:extLst>
          </p:cNvPr>
          <p:cNvSpPr/>
          <p:nvPr/>
        </p:nvSpPr>
        <p:spPr>
          <a:xfrm>
            <a:off x="100675" y="1590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Group 260">
            <a:extLst>
              <a:ext uri="{FF2B5EF4-FFF2-40B4-BE49-F238E27FC236}">
                <a16:creationId xmlns:a16="http://schemas.microsoft.com/office/drawing/2014/main" id="{6C01902B-B71A-4750-2DA5-0E131C14C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78706"/>
              </p:ext>
            </p:extLst>
          </p:nvPr>
        </p:nvGraphicFramePr>
        <p:xfrm>
          <a:off x="6969418" y="2548005"/>
          <a:ext cx="2772114" cy="12653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수정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계정 정보 조회 및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이름 정보 수정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휴대폰 정보 수정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입력된 관리자 정보 수정 저장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 정보 입력 필수 체크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02CE4C92-65CD-8A1C-B4E0-82DA3854D9C7}"/>
              </a:ext>
            </a:extLst>
          </p:cNvPr>
          <p:cNvSpPr/>
          <p:nvPr/>
        </p:nvSpPr>
        <p:spPr>
          <a:xfrm>
            <a:off x="5925314" y="267291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440A63-6F9C-5FB9-1271-D1D3482771DA}"/>
              </a:ext>
            </a:extLst>
          </p:cNvPr>
          <p:cNvSpPr/>
          <p:nvPr/>
        </p:nvSpPr>
        <p:spPr>
          <a:xfrm>
            <a:off x="1172979" y="1915681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BB3F77-7E9E-30A3-52CB-66800454A025}"/>
              </a:ext>
            </a:extLst>
          </p:cNvPr>
          <p:cNvSpPr/>
          <p:nvPr/>
        </p:nvSpPr>
        <p:spPr>
          <a:xfrm>
            <a:off x="1168179" y="2284612"/>
            <a:ext cx="1250440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01000000000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3" name="Rectangle 191">
            <a:extLst>
              <a:ext uri="{FF2B5EF4-FFF2-40B4-BE49-F238E27FC236}">
                <a16:creationId xmlns:a16="http://schemas.microsoft.com/office/drawing/2014/main" id="{1E60C5CC-7F98-214A-DD8B-24CFCDF21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49" y="2300881"/>
            <a:ext cx="687689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‘-’ </a:t>
            </a:r>
            <a:r>
              <a:rPr lang="ko-KR" altLang="en-US" sz="6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없이 숫자만 입력</a:t>
            </a:r>
            <a:endParaRPr kumimoji="0" lang="ko-KR" altLang="en-US" sz="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8031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3EE4-2E92-9953-A352-AF0A83FC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F9AB74EA-D9F2-961A-E567-7DCA4AE3842B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F9654FA4-FBA4-23B8-B957-84C999E17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시스템관리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공통코드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메뉴관리 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&gt;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관리자 메뉴관리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메뉴관리 </a:t>
            </a:r>
            <a:r>
              <a:rPr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&gt; </a:t>
            </a: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사용자 메뉴관리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CD42FFC5-EED1-0DC8-F2BF-0F07F1D15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시스템관리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7B11BA6-04E8-9437-F00D-6B36A2742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08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895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8B35-DA48-2F95-55B9-0ADE0054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AFAFE332-A020-8EFA-27F3-74DA0DC7CED8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C1A336A0-4105-6964-AB01-A2D266AB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공통코드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23AA6433-93BE-21FC-07FB-A6BE7E947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공통코드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AA55B8C8-2A5D-321A-8829-624F8E9E3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6778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5AC0-66B5-F784-3A07-C3C7DDBC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07172-2652-9CAC-E60A-1BA9B3B10C2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0D986-1BFB-8F8C-FDC7-9EFD6D9E51DA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B4AAA4-D758-DB93-00C9-3056633A7CCD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리스트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F6703B-1523-B6D3-C914-745032BB3F23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0F3403B-A48E-2101-0FC2-20322849D01D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4203653-96CC-09C1-475C-44F40B7645C6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C851FA-6602-27EB-40D6-4D7A0FC127BA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시스템관리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공통코드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16ACD4-D522-68AD-DA63-77FC716201F3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공통코드</a:t>
              </a:r>
            </a:p>
          </p:txBody>
        </p: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14161D7-1586-AA67-D7F7-9F22E8074928}"/>
              </a:ext>
            </a:extLst>
          </p:cNvPr>
          <p:cNvSpPr/>
          <p:nvPr/>
        </p:nvSpPr>
        <p:spPr>
          <a:xfrm>
            <a:off x="200469" y="1700807"/>
            <a:ext cx="2810335" cy="4716519"/>
          </a:xfrm>
          <a:prstGeom prst="roundRect">
            <a:avLst>
              <a:gd name="adj" fmla="val 3198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7B361DC0-96A5-CBEC-1F6D-E857857E9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101874"/>
              </p:ext>
            </p:extLst>
          </p:nvPr>
        </p:nvGraphicFramePr>
        <p:xfrm>
          <a:off x="272478" y="2071185"/>
          <a:ext cx="2643699" cy="198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7">
                  <a:extLst>
                    <a:ext uri="{9D8B030D-6E8A-4147-A177-3AD203B41FA5}">
                      <a16:colId xmlns:a16="http://schemas.microsoft.com/office/drawing/2014/main" val="3401766138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코드</a:t>
                      </a: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코드명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u="sng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AA2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6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AA3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600" u="sng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AA4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6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600" u="sng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AB2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6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AB3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600" u="sng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AB4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6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AB5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600" u="sng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17043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AB6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6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66652"/>
                  </a:ext>
                </a:extLst>
              </a:tr>
            </a:tbl>
          </a:graphicData>
        </a:graphic>
      </p:graphicFrame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33E76CB-C50B-09A5-6F4F-EE73FC93F745}"/>
              </a:ext>
            </a:extLst>
          </p:cNvPr>
          <p:cNvSpPr/>
          <p:nvPr/>
        </p:nvSpPr>
        <p:spPr>
          <a:xfrm>
            <a:off x="272479" y="1820136"/>
            <a:ext cx="2340262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그룹코드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그룹명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검색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77E521A-0901-B69F-22D7-D2FC7CF559E7}"/>
              </a:ext>
            </a:extLst>
          </p:cNvPr>
          <p:cNvSpPr/>
          <p:nvPr/>
        </p:nvSpPr>
        <p:spPr>
          <a:xfrm>
            <a:off x="2720752" y="1827206"/>
            <a:ext cx="180020" cy="197638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9665546-A86B-0C7D-2781-892B4CC80AD0}"/>
              </a:ext>
            </a:extLst>
          </p:cNvPr>
          <p:cNvSpPr/>
          <p:nvPr/>
        </p:nvSpPr>
        <p:spPr>
          <a:xfrm>
            <a:off x="2504728" y="228189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9056B18-998C-8779-0758-A2E93A6D2E67}"/>
              </a:ext>
            </a:extLst>
          </p:cNvPr>
          <p:cNvSpPr/>
          <p:nvPr/>
        </p:nvSpPr>
        <p:spPr>
          <a:xfrm>
            <a:off x="2504728" y="2471060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006973D-2939-81D8-D7A4-AA8BFCB796B3}"/>
              </a:ext>
            </a:extLst>
          </p:cNvPr>
          <p:cNvSpPr/>
          <p:nvPr/>
        </p:nvSpPr>
        <p:spPr>
          <a:xfrm>
            <a:off x="2504728" y="2640518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AA5612-164B-F0B9-8955-AFF5A3221971}"/>
              </a:ext>
            </a:extLst>
          </p:cNvPr>
          <p:cNvSpPr/>
          <p:nvPr/>
        </p:nvSpPr>
        <p:spPr>
          <a:xfrm>
            <a:off x="2499296" y="2826427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AFB6F5-7BB9-8271-3FEA-2CB7223718B7}"/>
              </a:ext>
            </a:extLst>
          </p:cNvPr>
          <p:cNvSpPr/>
          <p:nvPr/>
        </p:nvSpPr>
        <p:spPr>
          <a:xfrm>
            <a:off x="2499296" y="3015591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25D101F-63FF-85CC-8882-CD309CF30FA4}"/>
              </a:ext>
            </a:extLst>
          </p:cNvPr>
          <p:cNvSpPr/>
          <p:nvPr/>
        </p:nvSpPr>
        <p:spPr>
          <a:xfrm>
            <a:off x="2499296" y="318504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A3F47C2-52B7-AE3A-1A18-9138F3C0F970}"/>
              </a:ext>
            </a:extLst>
          </p:cNvPr>
          <p:cNvSpPr/>
          <p:nvPr/>
        </p:nvSpPr>
        <p:spPr>
          <a:xfrm>
            <a:off x="2499296" y="3370958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4D41092-8758-CCCE-05BB-728B6971861B}"/>
              </a:ext>
            </a:extLst>
          </p:cNvPr>
          <p:cNvSpPr/>
          <p:nvPr/>
        </p:nvSpPr>
        <p:spPr>
          <a:xfrm>
            <a:off x="2499296" y="3560122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CAEB682-E499-BB30-9D47-B8465FBABB2F}"/>
              </a:ext>
            </a:extLst>
          </p:cNvPr>
          <p:cNvSpPr/>
          <p:nvPr/>
        </p:nvSpPr>
        <p:spPr>
          <a:xfrm>
            <a:off x="2499296" y="372658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33727DA-D188-9FF2-33B0-C92D378BD6A5}"/>
              </a:ext>
            </a:extLst>
          </p:cNvPr>
          <p:cNvSpPr/>
          <p:nvPr/>
        </p:nvSpPr>
        <p:spPr>
          <a:xfrm>
            <a:off x="2499296" y="391575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4DF132-8A4B-DB58-6189-53513A5FE74F}"/>
              </a:ext>
            </a:extLst>
          </p:cNvPr>
          <p:cNvSpPr/>
          <p:nvPr/>
        </p:nvSpPr>
        <p:spPr>
          <a:xfrm>
            <a:off x="2599174" y="16690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D65FFA9-789D-4BFE-B5AC-D1050D1D41D0}"/>
              </a:ext>
            </a:extLst>
          </p:cNvPr>
          <p:cNvSpPr/>
          <p:nvPr/>
        </p:nvSpPr>
        <p:spPr>
          <a:xfrm>
            <a:off x="131257" y="205785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5DDBFED-FCF8-75B6-70C2-CFF2318930B3}"/>
              </a:ext>
            </a:extLst>
          </p:cNvPr>
          <p:cNvSpPr/>
          <p:nvPr/>
        </p:nvSpPr>
        <p:spPr>
          <a:xfrm>
            <a:off x="129743" y="1631207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2D99466-E440-C393-7358-F822F8B65009}"/>
              </a:ext>
            </a:extLst>
          </p:cNvPr>
          <p:cNvSpPr/>
          <p:nvPr/>
        </p:nvSpPr>
        <p:spPr>
          <a:xfrm>
            <a:off x="3063612" y="1627984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87D66-28DD-A865-12FA-1712151E417F}"/>
              </a:ext>
            </a:extLst>
          </p:cNvPr>
          <p:cNvSpPr txBox="1"/>
          <p:nvPr/>
        </p:nvSpPr>
        <p:spPr>
          <a:xfrm>
            <a:off x="3364901" y="1958269"/>
            <a:ext cx="31761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왼쪽 그룹코드를 선택해 주세요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BA9F2F8-9542-279B-704B-F7FFC866FF27}"/>
              </a:ext>
            </a:extLst>
          </p:cNvPr>
          <p:cNvSpPr/>
          <p:nvPr/>
        </p:nvSpPr>
        <p:spPr>
          <a:xfrm>
            <a:off x="1226610" y="167601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0C848EB-FD74-0FD5-6402-EE9E4264D2DD}"/>
              </a:ext>
            </a:extLst>
          </p:cNvPr>
          <p:cNvSpPr/>
          <p:nvPr/>
        </p:nvSpPr>
        <p:spPr>
          <a:xfrm>
            <a:off x="2324732" y="213288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Group 260">
            <a:extLst>
              <a:ext uri="{FF2B5EF4-FFF2-40B4-BE49-F238E27FC236}">
                <a16:creationId xmlns:a16="http://schemas.microsoft.com/office/drawing/2014/main" id="{369132E2-6A89-543F-9A2E-8FC8AFB67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799022"/>
              </p:ext>
            </p:extLst>
          </p:nvPr>
        </p:nvGraphicFramePr>
        <p:xfrm>
          <a:off x="6969418" y="2548005"/>
          <a:ext cx="2772114" cy="2654116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관리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등록 관리 기능 구현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하위 코드 관리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- 2~3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코드 관리 영역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코드 설정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최초 영역 자체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NULL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코드 검색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명칭 검색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검색시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해당 코드 정보만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그룹코드 등록 팝업 페이지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등록된 그룹코드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 코드명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오늘쪽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영역 하위 코드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그룹 코드 정보 조회 및 수정 팝업 페이지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198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B57A-1EA7-4F1E-8853-2E2D3AB0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06451D9-68FC-E233-0E62-0225F6948551}"/>
              </a:ext>
            </a:extLst>
          </p:cNvPr>
          <p:cNvSpPr/>
          <p:nvPr/>
        </p:nvSpPr>
        <p:spPr>
          <a:xfrm>
            <a:off x="3066503" y="1700808"/>
            <a:ext cx="3828695" cy="4716524"/>
          </a:xfrm>
          <a:prstGeom prst="roundRect">
            <a:avLst>
              <a:gd name="adj" fmla="val 1980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fontAlgn="ctr"/>
            <a:r>
              <a:rPr lang="en-US" altLang="ko-KR" b="1" dirty="0"/>
              <a:t>Y</a:t>
            </a:r>
            <a:endParaRPr lang="ko-KR" altLang="ko-KR" dirty="0"/>
          </a:p>
          <a:p>
            <a:pPr fontAlgn="ctr"/>
            <a:r>
              <a:rPr lang="ko-KR" altLang="ko-KR" b="1" dirty="0"/>
              <a:t>이동 관리 추가</a:t>
            </a:r>
            <a:endParaRPr lang="ko-KR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DE1FC-A10F-075C-9F8C-68C7382E62B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D549C-0E1E-64C4-D5E6-CECAC8BF0848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3A5BA9-488C-20C1-A393-407A9E0BD69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리스트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268B45-A586-6BD9-47B7-FD6018823AD5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554B3B5-9EAD-3025-8DDD-2911148725F5}"/>
              </a:ext>
            </a:extLst>
          </p:cNvPr>
          <p:cNvGrpSpPr/>
          <p:nvPr/>
        </p:nvGrpSpPr>
        <p:grpSpPr>
          <a:xfrm>
            <a:off x="200472" y="1389499"/>
            <a:ext cx="6732748" cy="239072"/>
            <a:chOff x="200472" y="1389499"/>
            <a:chExt cx="6732748" cy="239072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0B5A419-5422-18D7-8874-27E11A11DF0D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180AD1-DB04-8AE2-0145-B18AAE0B65EE}"/>
                </a:ext>
              </a:extLst>
            </p:cNvPr>
            <p:cNvSpPr txBox="1"/>
            <p:nvPr/>
          </p:nvSpPr>
          <p:spPr>
            <a:xfrm>
              <a:off x="5272099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시스템관리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공통코드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7EAF9A-A93F-DF1C-5A73-4C036CB1EE49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공통코드</a:t>
              </a: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5FA769A-4E49-B387-E25E-529397BF3C53}"/>
              </a:ext>
            </a:extLst>
          </p:cNvPr>
          <p:cNvGraphicFramePr>
            <a:graphicFrameLocks noGrp="1"/>
          </p:cNvGraphicFramePr>
          <p:nvPr/>
        </p:nvGraphicFramePr>
        <p:xfrm>
          <a:off x="3124285" y="2063861"/>
          <a:ext cx="3717891" cy="162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8209">
                  <a:extLst>
                    <a:ext uri="{9D8B030D-6E8A-4147-A177-3AD203B41FA5}">
                      <a16:colId xmlns:a16="http://schemas.microsoft.com/office/drawing/2014/main" val="293383078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9634808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401766138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그룹 코드</a:t>
                      </a: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코드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코드명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고객만족팀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AA1002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영업팀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AA100201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ㄴ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AA100202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영업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AA1003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AA100301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AA100302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+mn-ea"/>
                        </a:rPr>
                        <a:t>ㄴ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 </a:t>
                      </a:r>
                      <a:r>
                        <a:rPr lang="en-US" altLang="ko-KR" sz="600" dirty="0">
                          <a:latin typeface="맑은 고딕" panose="020B0503020000020004" pitchFamily="50" charset="-127"/>
                          <a:ea typeface="+mn-ea"/>
                        </a:rPr>
                        <a:t>AA100301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ㄴ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개발팀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2437B17-A8AD-553C-57E3-4D07E77120EF}"/>
              </a:ext>
            </a:extLst>
          </p:cNvPr>
          <p:cNvSpPr txBox="1"/>
          <p:nvPr/>
        </p:nvSpPr>
        <p:spPr>
          <a:xfrm>
            <a:off x="3118622" y="1808820"/>
            <a:ext cx="1042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AA1 </a:t>
            </a:r>
            <a:r>
              <a:rPr lang="ko-KR" altLang="en-US" sz="800" b="1" dirty="0"/>
              <a:t>부서명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DF3FD7F-CD55-5031-5B60-3F383CC4F001}"/>
              </a:ext>
            </a:extLst>
          </p:cNvPr>
          <p:cNvSpPr/>
          <p:nvPr/>
        </p:nvSpPr>
        <p:spPr>
          <a:xfrm>
            <a:off x="6645188" y="1813010"/>
            <a:ext cx="180020" cy="197638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D620FC0-1F25-F1DA-7BAC-66C768F31A96}"/>
              </a:ext>
            </a:extLst>
          </p:cNvPr>
          <p:cNvSpPr/>
          <p:nvPr/>
        </p:nvSpPr>
        <p:spPr>
          <a:xfrm>
            <a:off x="200469" y="1700808"/>
            <a:ext cx="2810335" cy="4716524"/>
          </a:xfrm>
          <a:prstGeom prst="roundRect">
            <a:avLst>
              <a:gd name="adj" fmla="val 3198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79A56B1C-19CF-B0BE-50A7-95A11BA53AED}"/>
              </a:ext>
            </a:extLst>
          </p:cNvPr>
          <p:cNvGraphicFramePr>
            <a:graphicFrameLocks noGrp="1"/>
          </p:cNvGraphicFramePr>
          <p:nvPr/>
        </p:nvGraphicFramePr>
        <p:xfrm>
          <a:off x="272478" y="2071185"/>
          <a:ext cx="2643699" cy="198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067">
                  <a:extLst>
                    <a:ext uri="{9D8B030D-6E8A-4147-A177-3AD203B41FA5}">
                      <a16:colId xmlns:a16="http://schemas.microsoft.com/office/drawing/2014/main" val="3401766138"/>
                    </a:ext>
                  </a:extLst>
                </a:gridCol>
              </a:tblGrid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코드</a:t>
                      </a: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코드명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AA2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AA3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AA4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AB1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AB2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AB3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AB4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AB5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170430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AB6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부서명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66652"/>
                  </a:ext>
                </a:extLst>
              </a:tr>
            </a:tbl>
          </a:graphicData>
        </a:graphic>
      </p:graphicFrame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110EF61-C6C9-8526-65D3-74B570C41F5F}"/>
              </a:ext>
            </a:extLst>
          </p:cNvPr>
          <p:cNvSpPr/>
          <p:nvPr/>
        </p:nvSpPr>
        <p:spPr>
          <a:xfrm>
            <a:off x="272479" y="1820136"/>
            <a:ext cx="2340262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그룹코드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그룹명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검색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0E15C10-5EB5-8255-C50D-0CC25B665193}"/>
              </a:ext>
            </a:extLst>
          </p:cNvPr>
          <p:cNvSpPr/>
          <p:nvPr/>
        </p:nvSpPr>
        <p:spPr>
          <a:xfrm>
            <a:off x="2720752" y="1827206"/>
            <a:ext cx="180020" cy="197638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5619922-DC4C-1EB1-66FC-BC93066B1D0B}"/>
              </a:ext>
            </a:extLst>
          </p:cNvPr>
          <p:cNvSpPr/>
          <p:nvPr/>
        </p:nvSpPr>
        <p:spPr>
          <a:xfrm>
            <a:off x="2504728" y="228189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E811112-61E1-C1E2-8A85-118EC5443FBD}"/>
              </a:ext>
            </a:extLst>
          </p:cNvPr>
          <p:cNvSpPr/>
          <p:nvPr/>
        </p:nvSpPr>
        <p:spPr>
          <a:xfrm>
            <a:off x="2504728" y="2471060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E26B6FC-1BF5-BE8D-B8B4-80983D9BEEA3}"/>
              </a:ext>
            </a:extLst>
          </p:cNvPr>
          <p:cNvSpPr/>
          <p:nvPr/>
        </p:nvSpPr>
        <p:spPr>
          <a:xfrm>
            <a:off x="2504728" y="2640518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085E642-8DA7-7C15-B57E-63AD3225947F}"/>
              </a:ext>
            </a:extLst>
          </p:cNvPr>
          <p:cNvSpPr/>
          <p:nvPr/>
        </p:nvSpPr>
        <p:spPr>
          <a:xfrm>
            <a:off x="2499296" y="2826427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BC222BF-552A-3713-859B-8182BCD2A4FA}"/>
              </a:ext>
            </a:extLst>
          </p:cNvPr>
          <p:cNvSpPr/>
          <p:nvPr/>
        </p:nvSpPr>
        <p:spPr>
          <a:xfrm>
            <a:off x="2499296" y="3015591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18F618D-FF2E-DEAC-AFDE-8EAF582EE12A}"/>
              </a:ext>
            </a:extLst>
          </p:cNvPr>
          <p:cNvSpPr/>
          <p:nvPr/>
        </p:nvSpPr>
        <p:spPr>
          <a:xfrm>
            <a:off x="2499296" y="318504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2AA259B-D9AF-1625-F3F0-F4AAF0383C44}"/>
              </a:ext>
            </a:extLst>
          </p:cNvPr>
          <p:cNvSpPr/>
          <p:nvPr/>
        </p:nvSpPr>
        <p:spPr>
          <a:xfrm>
            <a:off x="2499296" y="3370958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A94F205-6E5B-4E13-2E98-1836BB78EB1A}"/>
              </a:ext>
            </a:extLst>
          </p:cNvPr>
          <p:cNvSpPr/>
          <p:nvPr/>
        </p:nvSpPr>
        <p:spPr>
          <a:xfrm>
            <a:off x="2499296" y="3560122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A265BED-7E24-7A3A-8CF7-EF8102149F57}"/>
              </a:ext>
            </a:extLst>
          </p:cNvPr>
          <p:cNvSpPr/>
          <p:nvPr/>
        </p:nvSpPr>
        <p:spPr>
          <a:xfrm>
            <a:off x="6373006" y="2277890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FD20532-4347-EF8A-7A22-9FABC6C0024A}"/>
              </a:ext>
            </a:extLst>
          </p:cNvPr>
          <p:cNvSpPr/>
          <p:nvPr/>
        </p:nvSpPr>
        <p:spPr>
          <a:xfrm>
            <a:off x="6373006" y="246705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6783913-BCA2-2E17-9AE7-5614EDB74CCA}"/>
              </a:ext>
            </a:extLst>
          </p:cNvPr>
          <p:cNvSpPr/>
          <p:nvPr/>
        </p:nvSpPr>
        <p:spPr>
          <a:xfrm>
            <a:off x="6373006" y="2636512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0512A54-29C1-F55E-FD29-E8E2E63CCE65}"/>
              </a:ext>
            </a:extLst>
          </p:cNvPr>
          <p:cNvSpPr/>
          <p:nvPr/>
        </p:nvSpPr>
        <p:spPr>
          <a:xfrm>
            <a:off x="6367574" y="2822421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C3B10F6-A0ED-DC70-4D2E-21125A32DC9F}"/>
              </a:ext>
            </a:extLst>
          </p:cNvPr>
          <p:cNvSpPr/>
          <p:nvPr/>
        </p:nvSpPr>
        <p:spPr>
          <a:xfrm>
            <a:off x="6367574" y="3011585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0C3BF5-EC6C-2A35-3E82-6BDD3DAFA587}"/>
              </a:ext>
            </a:extLst>
          </p:cNvPr>
          <p:cNvSpPr/>
          <p:nvPr/>
        </p:nvSpPr>
        <p:spPr>
          <a:xfrm>
            <a:off x="6367574" y="318104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147D9A7-D305-9CDD-65CF-27BD7FFB8E14}"/>
              </a:ext>
            </a:extLst>
          </p:cNvPr>
          <p:cNvSpPr/>
          <p:nvPr/>
        </p:nvSpPr>
        <p:spPr>
          <a:xfrm>
            <a:off x="6367574" y="3366952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D0656B0-1CEB-CE20-BA94-8A62CEE1B3CC}"/>
              </a:ext>
            </a:extLst>
          </p:cNvPr>
          <p:cNvSpPr/>
          <p:nvPr/>
        </p:nvSpPr>
        <p:spPr>
          <a:xfrm>
            <a:off x="6367574" y="3537012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A11CFB0-8D27-2725-1A29-AB2CBDE31597}"/>
              </a:ext>
            </a:extLst>
          </p:cNvPr>
          <p:cNvSpPr/>
          <p:nvPr/>
        </p:nvSpPr>
        <p:spPr>
          <a:xfrm>
            <a:off x="2499296" y="372658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AF75A5-2198-A5E6-51BC-0A625C9F8F13}"/>
              </a:ext>
            </a:extLst>
          </p:cNvPr>
          <p:cNvSpPr/>
          <p:nvPr/>
        </p:nvSpPr>
        <p:spPr>
          <a:xfrm>
            <a:off x="2499296" y="391575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435A84B-EBE3-AD49-93C0-9BFB5DB58671}"/>
              </a:ext>
            </a:extLst>
          </p:cNvPr>
          <p:cNvSpPr/>
          <p:nvPr/>
        </p:nvSpPr>
        <p:spPr>
          <a:xfrm>
            <a:off x="6074556" y="2273859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EB4D559-21AC-F281-B2D3-1BB3BDF18497}"/>
              </a:ext>
            </a:extLst>
          </p:cNvPr>
          <p:cNvSpPr/>
          <p:nvPr/>
        </p:nvSpPr>
        <p:spPr>
          <a:xfrm>
            <a:off x="6074556" y="246302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5E5BF0C-89A2-F2E0-5BE6-AB4C48F82F2C}"/>
              </a:ext>
            </a:extLst>
          </p:cNvPr>
          <p:cNvSpPr/>
          <p:nvPr/>
        </p:nvSpPr>
        <p:spPr>
          <a:xfrm>
            <a:off x="6074556" y="263248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71E1674-AF6C-88AC-B07A-70FA7DE2B68E}"/>
              </a:ext>
            </a:extLst>
          </p:cNvPr>
          <p:cNvSpPr/>
          <p:nvPr/>
        </p:nvSpPr>
        <p:spPr>
          <a:xfrm>
            <a:off x="6069124" y="2818390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337C4D0-58E3-F3D7-9EDF-9116D4A2B08A}"/>
              </a:ext>
            </a:extLst>
          </p:cNvPr>
          <p:cNvSpPr/>
          <p:nvPr/>
        </p:nvSpPr>
        <p:spPr>
          <a:xfrm>
            <a:off x="6069124" y="300755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7973B4B-5DA6-A4A0-730D-C2476D1DF3E5}"/>
              </a:ext>
            </a:extLst>
          </p:cNvPr>
          <p:cNvSpPr/>
          <p:nvPr/>
        </p:nvSpPr>
        <p:spPr>
          <a:xfrm>
            <a:off x="6069124" y="317701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4E268F6-CB9E-1CB3-7CAC-277E7F94B40C}"/>
              </a:ext>
            </a:extLst>
          </p:cNvPr>
          <p:cNvSpPr/>
          <p:nvPr/>
        </p:nvSpPr>
        <p:spPr>
          <a:xfrm>
            <a:off x="6069124" y="336292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A32EDB7-4DC4-A4C1-6D21-64699220E4E0}"/>
              </a:ext>
            </a:extLst>
          </p:cNvPr>
          <p:cNvSpPr/>
          <p:nvPr/>
        </p:nvSpPr>
        <p:spPr>
          <a:xfrm>
            <a:off x="6069124" y="353298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7B11878-5F7A-0EBB-4D81-FBDB1378BD02}"/>
              </a:ext>
            </a:extLst>
          </p:cNvPr>
          <p:cNvSpPr/>
          <p:nvPr/>
        </p:nvSpPr>
        <p:spPr>
          <a:xfrm>
            <a:off x="6669812" y="2277134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9C9299A-D1EC-5F69-9E13-B5C35A9A01DF}"/>
              </a:ext>
            </a:extLst>
          </p:cNvPr>
          <p:cNvSpPr/>
          <p:nvPr/>
        </p:nvSpPr>
        <p:spPr>
          <a:xfrm>
            <a:off x="6669812" y="2466298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D968D99-48B6-AEB6-5942-F68A23507B64}"/>
              </a:ext>
            </a:extLst>
          </p:cNvPr>
          <p:cNvSpPr/>
          <p:nvPr/>
        </p:nvSpPr>
        <p:spPr>
          <a:xfrm>
            <a:off x="6664380" y="3010829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BDF27A9-9B92-B228-D5DC-D3C00D83B2DE}"/>
              </a:ext>
            </a:extLst>
          </p:cNvPr>
          <p:cNvSpPr/>
          <p:nvPr/>
        </p:nvSpPr>
        <p:spPr>
          <a:xfrm>
            <a:off x="6226956" y="227687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1D574EC-E5E3-933F-7827-D35C0614F320}"/>
              </a:ext>
            </a:extLst>
          </p:cNvPr>
          <p:cNvSpPr/>
          <p:nvPr/>
        </p:nvSpPr>
        <p:spPr>
          <a:xfrm>
            <a:off x="6226956" y="246603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4383567-A4AA-7682-69EF-B1D777884346}"/>
              </a:ext>
            </a:extLst>
          </p:cNvPr>
          <p:cNvSpPr/>
          <p:nvPr/>
        </p:nvSpPr>
        <p:spPr>
          <a:xfrm>
            <a:off x="6226956" y="263549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435E8EF-C438-1569-F613-438B1069A03B}"/>
              </a:ext>
            </a:extLst>
          </p:cNvPr>
          <p:cNvSpPr/>
          <p:nvPr/>
        </p:nvSpPr>
        <p:spPr>
          <a:xfrm>
            <a:off x="6221524" y="282140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A8B7B56-4149-B257-8B86-54282E30F273}"/>
              </a:ext>
            </a:extLst>
          </p:cNvPr>
          <p:cNvSpPr/>
          <p:nvPr/>
        </p:nvSpPr>
        <p:spPr>
          <a:xfrm>
            <a:off x="6221524" y="3010567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DB4AD71-CFB7-BAC1-43DD-ED9F44763F84}"/>
              </a:ext>
            </a:extLst>
          </p:cNvPr>
          <p:cNvSpPr/>
          <p:nvPr/>
        </p:nvSpPr>
        <p:spPr>
          <a:xfrm>
            <a:off x="6221524" y="318002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78F6E62-4D4B-539C-5BE2-803F0BD3EF47}"/>
              </a:ext>
            </a:extLst>
          </p:cNvPr>
          <p:cNvSpPr/>
          <p:nvPr/>
        </p:nvSpPr>
        <p:spPr>
          <a:xfrm>
            <a:off x="6221524" y="336593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E4DE262-DCC7-6C3B-34C9-F5F053F078A4}"/>
              </a:ext>
            </a:extLst>
          </p:cNvPr>
          <p:cNvSpPr/>
          <p:nvPr/>
        </p:nvSpPr>
        <p:spPr>
          <a:xfrm>
            <a:off x="6221524" y="353599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graphicFrame>
        <p:nvGraphicFramePr>
          <p:cNvPr id="5" name="Group 260">
            <a:extLst>
              <a:ext uri="{FF2B5EF4-FFF2-40B4-BE49-F238E27FC236}">
                <a16:creationId xmlns:a16="http://schemas.microsoft.com/office/drawing/2014/main" id="{D492B81F-0D49-138B-9505-00C543C1F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17737"/>
              </p:ext>
            </p:extLst>
          </p:nvPr>
        </p:nvGraphicFramePr>
        <p:xfrm>
          <a:off x="6969418" y="2548005"/>
          <a:ext cx="2772114" cy="3430015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관리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등록 관리 기능 구현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하위 코드 관리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- 2~3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코드 관리 영역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코드 설정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최초 영역 자체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NULL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공통코드 등록 팝업 페이지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등록된 공통코드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상위 그룹 코드의 하위 공통 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코드 사용 여부 상태 정보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▲▼ 메뉴 이동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정보 노출 순서 설정 기능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순서 이동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코드 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하로 각각 한 칸씩 이동 후 저장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. 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코드는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코드 상태로만 이동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상위 코드 이동시 하위 코드 같이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 정보 조회 및 수정 팝업 페이지 노출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공통코드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공통코드 등록 팝업 페이지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69412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1E55DB8E-D0F5-519D-A2DE-7208D9CDDE4C}"/>
              </a:ext>
            </a:extLst>
          </p:cNvPr>
          <p:cNvSpPr/>
          <p:nvPr/>
        </p:nvSpPr>
        <p:spPr>
          <a:xfrm>
            <a:off x="6510592" y="1651797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ABE551D-F68D-1AC6-BBAA-EB84E8C863B9}"/>
              </a:ext>
            </a:extLst>
          </p:cNvPr>
          <p:cNvSpPr/>
          <p:nvPr/>
        </p:nvSpPr>
        <p:spPr>
          <a:xfrm>
            <a:off x="3010804" y="195783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D77249C-83C4-3E08-0D40-D652A459438A}"/>
              </a:ext>
            </a:extLst>
          </p:cNvPr>
          <p:cNvSpPr/>
          <p:nvPr/>
        </p:nvSpPr>
        <p:spPr>
          <a:xfrm>
            <a:off x="129743" y="1631207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F31BB2-FE4C-F8FC-6E8C-6507B79FEB32}"/>
              </a:ext>
            </a:extLst>
          </p:cNvPr>
          <p:cNvSpPr/>
          <p:nvPr/>
        </p:nvSpPr>
        <p:spPr>
          <a:xfrm>
            <a:off x="3063612" y="1627984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FAC22F3-5D08-C43D-F979-E8A2EE921EF9}"/>
              </a:ext>
            </a:extLst>
          </p:cNvPr>
          <p:cNvSpPr/>
          <p:nvPr/>
        </p:nvSpPr>
        <p:spPr>
          <a:xfrm>
            <a:off x="5915639" y="214135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7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994D81D-96CA-7B37-2A79-48C1A5793D6E}"/>
              </a:ext>
            </a:extLst>
          </p:cNvPr>
          <p:cNvSpPr/>
          <p:nvPr/>
        </p:nvSpPr>
        <p:spPr>
          <a:xfrm>
            <a:off x="6511308" y="287468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9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3E61A47-0FBD-CB4D-26B4-772870D97B3D}"/>
              </a:ext>
            </a:extLst>
          </p:cNvPr>
          <p:cNvSpPr/>
          <p:nvPr/>
        </p:nvSpPr>
        <p:spPr>
          <a:xfrm>
            <a:off x="6255369" y="251075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8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121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6C3D-D6C9-C358-600B-8CB9EFF2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1853C-1241-5276-41EC-3C2AF4943CB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공통코드</a:t>
            </a: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F369B199-36D1-71D4-32C6-5CD3D7B51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641695"/>
              </p:ext>
            </p:extLst>
          </p:nvPr>
        </p:nvGraphicFramePr>
        <p:xfrm>
          <a:off x="6969418" y="2548005"/>
          <a:ext cx="2772114" cy="169205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그룹코드 등록 및 설정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그룹코드 신규 등록 팝업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그룹 코드 신규 등록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정보 자동 및 수동 입력 설정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설정에 따라 그룹코드 입력 필드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그룹명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사용 여부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그룹코드 설정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팝업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그룹 코드 조회 및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그룹코드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그룹명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수정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사용 여부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F01DE9-21A1-22D8-E64D-5F5175CA74DE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6CECE1-2CA1-A01C-CA37-A2522F324BF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그룹코드 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272F31-EF2D-AB4A-1967-CDA8E1F5A81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1040BE-8DBD-0C11-0261-3CC4543E5013}"/>
              </a:ext>
            </a:extLst>
          </p:cNvPr>
          <p:cNvSpPr/>
          <p:nvPr/>
        </p:nvSpPr>
        <p:spPr>
          <a:xfrm>
            <a:off x="272480" y="1469659"/>
            <a:ext cx="3268298" cy="1815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EB53218-BC36-F577-C114-2E775DBE8AE0}"/>
              </a:ext>
            </a:extLst>
          </p:cNvPr>
          <p:cNvGrpSpPr/>
          <p:nvPr/>
        </p:nvGrpSpPr>
        <p:grpSpPr>
          <a:xfrm>
            <a:off x="273086" y="1412776"/>
            <a:ext cx="3267699" cy="230832"/>
            <a:chOff x="364813" y="1412776"/>
            <a:chExt cx="3267699" cy="23083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CFCBAEC-4CB2-3D85-44C0-474EEEBF3123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그룹코드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686FA9F-9BA9-58FD-8970-E23E78A5B776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E137FEBC-0CC6-92B4-CA40-DE9D6203A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925934"/>
              </p:ext>
            </p:extLst>
          </p:nvPr>
        </p:nvGraphicFramePr>
        <p:xfrm>
          <a:off x="344488" y="1664804"/>
          <a:ext cx="3096344" cy="136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코드 자동생성  ○ 코드 직접입력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5F6D3E9B-1AE0-1405-3724-F1A76D5E920E}"/>
              </a:ext>
            </a:extLst>
          </p:cNvPr>
          <p:cNvSpPr/>
          <p:nvPr/>
        </p:nvSpPr>
        <p:spPr>
          <a:xfrm>
            <a:off x="1672694" y="306896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974518B-91B5-D0B0-D5BB-8D5762419C95}"/>
              </a:ext>
            </a:extLst>
          </p:cNvPr>
          <p:cNvSpPr/>
          <p:nvPr/>
        </p:nvSpPr>
        <p:spPr>
          <a:xfrm>
            <a:off x="1314954" y="206084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E54C592-1118-57CB-9454-971218616B68}"/>
              </a:ext>
            </a:extLst>
          </p:cNvPr>
          <p:cNvSpPr/>
          <p:nvPr/>
        </p:nvSpPr>
        <p:spPr>
          <a:xfrm>
            <a:off x="1314954" y="2424212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AB9BB37-B512-89A6-9F50-8268E328A85B}"/>
              </a:ext>
            </a:extLst>
          </p:cNvPr>
          <p:cNvSpPr/>
          <p:nvPr/>
        </p:nvSpPr>
        <p:spPr>
          <a:xfrm>
            <a:off x="3612786" y="1469659"/>
            <a:ext cx="3268298" cy="1815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EEBF2FB-CCFA-2870-21A3-27527DBCC828}"/>
              </a:ext>
            </a:extLst>
          </p:cNvPr>
          <p:cNvGrpSpPr/>
          <p:nvPr/>
        </p:nvGrpSpPr>
        <p:grpSpPr>
          <a:xfrm>
            <a:off x="3613392" y="1412776"/>
            <a:ext cx="3267699" cy="230832"/>
            <a:chOff x="364813" y="1412776"/>
            <a:chExt cx="3267699" cy="230832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762A363-3A77-8EC9-3573-97D5B667D168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그룹코드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EDD6B4B-50DD-01F9-09DC-3F551FA87E6D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90B970EA-1A63-77B7-5D5E-69A09F8B9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10044"/>
              </p:ext>
            </p:extLst>
          </p:nvPr>
        </p:nvGraphicFramePr>
        <p:xfrm>
          <a:off x="3684794" y="1664804"/>
          <a:ext cx="3096344" cy="1175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3F3D531B-0AFF-5DC1-297D-2EAE224CAB33}"/>
              </a:ext>
            </a:extLst>
          </p:cNvPr>
          <p:cNvSpPr/>
          <p:nvPr/>
        </p:nvSpPr>
        <p:spPr>
          <a:xfrm>
            <a:off x="5013000" y="306896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1485D7B-0E4F-58BE-DC02-F74B6A7BE02F}"/>
              </a:ext>
            </a:extLst>
          </p:cNvPr>
          <p:cNvSpPr/>
          <p:nvPr/>
        </p:nvSpPr>
        <p:spPr>
          <a:xfrm>
            <a:off x="4655260" y="188082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부서명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8CDF2DB-B1BC-71D0-49D5-96FDE7353E67}"/>
              </a:ext>
            </a:extLst>
          </p:cNvPr>
          <p:cNvSpPr/>
          <p:nvPr/>
        </p:nvSpPr>
        <p:spPr>
          <a:xfrm>
            <a:off x="4655260" y="2240868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그룹코드에 대한 설명 입력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E2C8408-908A-39A2-89CE-15080AF8B40D}"/>
              </a:ext>
            </a:extLst>
          </p:cNvPr>
          <p:cNvSpPr/>
          <p:nvPr/>
        </p:nvSpPr>
        <p:spPr>
          <a:xfrm>
            <a:off x="272480" y="3480637"/>
            <a:ext cx="3268298" cy="1815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AF9C1DC-D96B-F4D8-9DBE-6AD4BE1A9794}"/>
              </a:ext>
            </a:extLst>
          </p:cNvPr>
          <p:cNvGrpSpPr/>
          <p:nvPr/>
        </p:nvGrpSpPr>
        <p:grpSpPr>
          <a:xfrm>
            <a:off x="273086" y="3423754"/>
            <a:ext cx="3267699" cy="230832"/>
            <a:chOff x="364813" y="1412776"/>
            <a:chExt cx="3267699" cy="230832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9083A74F-3839-B045-0A56-D9CDCFD47614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그룹코드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B256073-4D5A-66AB-A883-AF3CD0094956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0D1B4D55-A7B5-4613-8FDE-479F6F418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98437"/>
              </p:ext>
            </p:extLst>
          </p:nvPr>
        </p:nvGraphicFramePr>
        <p:xfrm>
          <a:off x="344488" y="3675782"/>
          <a:ext cx="3096344" cy="136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코드 자동생성  ● 코드 직접입력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7E6994EB-6AAD-97C3-0205-BA3621D094D5}"/>
              </a:ext>
            </a:extLst>
          </p:cNvPr>
          <p:cNvSpPr/>
          <p:nvPr/>
        </p:nvSpPr>
        <p:spPr>
          <a:xfrm>
            <a:off x="1672694" y="507993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8B029C4-25C5-4088-5821-50C849ECEB47}"/>
              </a:ext>
            </a:extLst>
          </p:cNvPr>
          <p:cNvSpPr/>
          <p:nvPr/>
        </p:nvSpPr>
        <p:spPr>
          <a:xfrm>
            <a:off x="1314954" y="4071826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2E3BFEE-09D8-76D8-34D1-35A21BEB1687}"/>
              </a:ext>
            </a:extLst>
          </p:cNvPr>
          <p:cNvSpPr/>
          <p:nvPr/>
        </p:nvSpPr>
        <p:spPr>
          <a:xfrm>
            <a:off x="1314954" y="4435190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9253FCF-2904-4D7E-882B-575CB9B0226B}"/>
              </a:ext>
            </a:extLst>
          </p:cNvPr>
          <p:cNvSpPr/>
          <p:nvPr/>
        </p:nvSpPr>
        <p:spPr>
          <a:xfrm>
            <a:off x="1322946" y="3890702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15B33AB-C6D1-CA29-F2B0-8B5E433227B4}"/>
              </a:ext>
            </a:extLst>
          </p:cNvPr>
          <p:cNvSpPr/>
          <p:nvPr/>
        </p:nvSpPr>
        <p:spPr>
          <a:xfrm>
            <a:off x="3612779" y="133321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ED0686B-0992-8204-A09A-D64AB59EAB1F}"/>
              </a:ext>
            </a:extLst>
          </p:cNvPr>
          <p:cNvSpPr/>
          <p:nvPr/>
        </p:nvSpPr>
        <p:spPr>
          <a:xfrm>
            <a:off x="152827" y="134194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7425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F390-00D4-429B-EDD6-1B9266B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CF8BB2-3739-6D78-682E-27052D9A64D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734A7-56BD-2794-07D9-9EC22C27BE3E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B84BF0-DE36-CA2F-B739-D18FB5E17920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공통코드 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DD72A-4849-4CED-5A0F-B6A5D640BC5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0140FD-A0F1-E2A8-4AAE-36FF5F89C96E}"/>
              </a:ext>
            </a:extLst>
          </p:cNvPr>
          <p:cNvSpPr/>
          <p:nvPr/>
        </p:nvSpPr>
        <p:spPr>
          <a:xfrm>
            <a:off x="272480" y="1469658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C4B0D56-FC31-5E47-BB88-1EF2F1812019}"/>
              </a:ext>
            </a:extLst>
          </p:cNvPr>
          <p:cNvGrpSpPr/>
          <p:nvPr/>
        </p:nvGrpSpPr>
        <p:grpSpPr>
          <a:xfrm>
            <a:off x="273086" y="1412776"/>
            <a:ext cx="3267699" cy="230832"/>
            <a:chOff x="364813" y="1412776"/>
            <a:chExt cx="3267699" cy="23083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15D9220-7487-0E99-EE31-4BCB5FB41AF0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공통코드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E1B58A0-63F3-BEA0-6383-04A7D5BBC92D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32447F37-3893-03EB-33C4-9EBC35E92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26669"/>
              </p:ext>
            </p:extLst>
          </p:nvPr>
        </p:nvGraphicFramePr>
        <p:xfrm>
          <a:off x="344488" y="1664804"/>
          <a:ext cx="3096344" cy="1545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코드 자동생성  ○ 코드 직접입력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A46545-0432-8B9F-5571-D310CE15610C}"/>
              </a:ext>
            </a:extLst>
          </p:cNvPr>
          <p:cNvSpPr/>
          <p:nvPr/>
        </p:nvSpPr>
        <p:spPr>
          <a:xfrm>
            <a:off x="1672694" y="32492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ADB92AD-BAB7-FDB7-F38A-BC10820800E4}"/>
              </a:ext>
            </a:extLst>
          </p:cNvPr>
          <p:cNvSpPr/>
          <p:nvPr/>
        </p:nvSpPr>
        <p:spPr>
          <a:xfrm>
            <a:off x="1314954" y="2241136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B861371-0F6A-CAA8-06BB-A439C73B8251}"/>
              </a:ext>
            </a:extLst>
          </p:cNvPr>
          <p:cNvSpPr/>
          <p:nvPr/>
        </p:nvSpPr>
        <p:spPr>
          <a:xfrm>
            <a:off x="1314954" y="2604500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0050C08-066B-A60E-9E38-28386F2AAC13}"/>
              </a:ext>
            </a:extLst>
          </p:cNvPr>
          <p:cNvSpPr/>
          <p:nvPr/>
        </p:nvSpPr>
        <p:spPr>
          <a:xfrm>
            <a:off x="3612786" y="1469658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E53F8FF-5EB1-138F-2AE0-80AB4691A4A9}"/>
              </a:ext>
            </a:extLst>
          </p:cNvPr>
          <p:cNvGrpSpPr/>
          <p:nvPr/>
        </p:nvGrpSpPr>
        <p:grpSpPr>
          <a:xfrm>
            <a:off x="3613392" y="1412776"/>
            <a:ext cx="3267699" cy="230832"/>
            <a:chOff x="364813" y="1412776"/>
            <a:chExt cx="3267699" cy="230832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C9BF279-2E15-63DE-6A97-2022949E19F1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공통코드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62A852A-F2DD-CCC9-45DC-832D2AFE6604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7A4EDCA6-F7FA-6D66-ACA6-28F650BEB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05954"/>
              </p:ext>
            </p:extLst>
          </p:nvPr>
        </p:nvGraphicFramePr>
        <p:xfrm>
          <a:off x="3684794" y="1664804"/>
          <a:ext cx="3096344" cy="136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AA1001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009279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공통코드명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44D3FCAA-33AA-C70E-FE6B-D01DE710B2ED}"/>
              </a:ext>
            </a:extLst>
          </p:cNvPr>
          <p:cNvSpPr/>
          <p:nvPr/>
        </p:nvSpPr>
        <p:spPr>
          <a:xfrm>
            <a:off x="5013000" y="324898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13894B5-F6F7-400E-DF79-669C34D86E49}"/>
              </a:ext>
            </a:extLst>
          </p:cNvPr>
          <p:cNvSpPr/>
          <p:nvPr/>
        </p:nvSpPr>
        <p:spPr>
          <a:xfrm>
            <a:off x="4655260" y="206084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영업팀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F76F610-489E-BB26-FB3E-FE70DAD96F00}"/>
              </a:ext>
            </a:extLst>
          </p:cNvPr>
          <p:cNvSpPr/>
          <p:nvPr/>
        </p:nvSpPr>
        <p:spPr>
          <a:xfrm>
            <a:off x="4655260" y="2420888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공통코드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(2</a:t>
            </a:r>
            <a:r>
              <a:rPr lang="ko-KR" altLang="en-US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뎁스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)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 대한 설명 입력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2010FC-34CA-8FC0-1DD9-F687A0C2BC2C}"/>
              </a:ext>
            </a:extLst>
          </p:cNvPr>
          <p:cNvSpPr/>
          <p:nvPr/>
        </p:nvSpPr>
        <p:spPr>
          <a:xfrm>
            <a:off x="272480" y="3595172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7B3C0D9-F703-D602-83C4-67C433008313}"/>
              </a:ext>
            </a:extLst>
          </p:cNvPr>
          <p:cNvGrpSpPr/>
          <p:nvPr/>
        </p:nvGrpSpPr>
        <p:grpSpPr>
          <a:xfrm>
            <a:off x="273086" y="3538290"/>
            <a:ext cx="3267699" cy="230832"/>
            <a:chOff x="364813" y="1412776"/>
            <a:chExt cx="3267699" cy="230832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FDE886F-7478-063E-7B04-B8363D3560AE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공통코드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DE05989-8BED-CF31-F2D0-37C8BAFB21B0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048E7B1-BBD4-2C90-DA0C-D9D027119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515415"/>
              </p:ext>
            </p:extLst>
          </p:nvPr>
        </p:nvGraphicFramePr>
        <p:xfrm>
          <a:off x="344488" y="3790318"/>
          <a:ext cx="3096344" cy="1545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코드 자동생성  ● 코드 직접입력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공통코드명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3DC2A032-5E8A-4B2A-8F13-0EE85FD3A024}"/>
              </a:ext>
            </a:extLst>
          </p:cNvPr>
          <p:cNvSpPr/>
          <p:nvPr/>
        </p:nvSpPr>
        <p:spPr>
          <a:xfrm>
            <a:off x="1672694" y="5374762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ECD5D9E-47E4-0D03-7CE2-9FD951F55BEC}"/>
              </a:ext>
            </a:extLst>
          </p:cNvPr>
          <p:cNvSpPr/>
          <p:nvPr/>
        </p:nvSpPr>
        <p:spPr>
          <a:xfrm>
            <a:off x="1314954" y="4366650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0729D4-3048-225E-26B3-DF8EA3AE2BCC}"/>
              </a:ext>
            </a:extLst>
          </p:cNvPr>
          <p:cNvSpPr/>
          <p:nvPr/>
        </p:nvSpPr>
        <p:spPr>
          <a:xfrm>
            <a:off x="1314954" y="4730014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4477884-D283-C595-B1FC-0F417C4F357A}"/>
              </a:ext>
            </a:extLst>
          </p:cNvPr>
          <p:cNvSpPr/>
          <p:nvPr/>
        </p:nvSpPr>
        <p:spPr>
          <a:xfrm>
            <a:off x="1316010" y="418496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A475F8E-F9B7-6BE0-72D5-6A9CFFBBD955}"/>
              </a:ext>
            </a:extLst>
          </p:cNvPr>
          <p:cNvSpPr/>
          <p:nvPr/>
        </p:nvSpPr>
        <p:spPr>
          <a:xfrm>
            <a:off x="3612779" y="134076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74BC3F-FB1D-AAD3-142C-A4D12DC8D7FC}"/>
              </a:ext>
            </a:extLst>
          </p:cNvPr>
          <p:cNvSpPr/>
          <p:nvPr/>
        </p:nvSpPr>
        <p:spPr>
          <a:xfrm>
            <a:off x="152827" y="134949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Group 260">
            <a:extLst>
              <a:ext uri="{FF2B5EF4-FFF2-40B4-BE49-F238E27FC236}">
                <a16:creationId xmlns:a16="http://schemas.microsoft.com/office/drawing/2014/main" id="{D0F30E35-E195-2508-BB1A-AA64ED932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756465"/>
              </p:ext>
            </p:extLst>
          </p:nvPr>
        </p:nvGraphicFramePr>
        <p:xfrm>
          <a:off x="6969418" y="2548005"/>
          <a:ext cx="2772114" cy="18800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등록 및 설정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(2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 신규 등록 팝업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 코드 신규 등록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상위 그룹코드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정보 자동 및 수동 입력 설정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설정에 따라 그룹코드 입력 필드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코드명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사용 여부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(2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공통코드 설정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팝업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 조회 및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상위 그룹코드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코드명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수정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사용 여부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111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71EA8-CE63-9A52-9C8F-EA4C332F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9AAAF3-3580-BDD1-6A2B-75AFFACB96F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74E58-2F6C-2398-E2B9-2DF47078E6B0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공통코드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492732-F16C-AD2E-0856-7C162517263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공통코드 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BF96B-4495-D0E8-6993-D406AE3987C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A60021-5113-7783-76F7-4F725EF5B07A}"/>
              </a:ext>
            </a:extLst>
          </p:cNvPr>
          <p:cNvSpPr/>
          <p:nvPr/>
        </p:nvSpPr>
        <p:spPr>
          <a:xfrm>
            <a:off x="272480" y="1469658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12CAEC3-D915-9420-F19A-AE61EF0CF5C0}"/>
              </a:ext>
            </a:extLst>
          </p:cNvPr>
          <p:cNvGrpSpPr/>
          <p:nvPr/>
        </p:nvGrpSpPr>
        <p:grpSpPr>
          <a:xfrm>
            <a:off x="273086" y="1412776"/>
            <a:ext cx="3267699" cy="230832"/>
            <a:chOff x="364813" y="1412776"/>
            <a:chExt cx="3267699" cy="23083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27286F2-E437-62C2-E0A0-47248E1852E4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공통코드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3E5D36-1987-3942-3610-58DFC9AF2514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6BC66D55-C418-7DA8-11C4-4069E3DDE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189168"/>
              </p:ext>
            </p:extLst>
          </p:nvPr>
        </p:nvGraphicFramePr>
        <p:xfrm>
          <a:off x="344488" y="1664804"/>
          <a:ext cx="3096344" cy="1545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상위코드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AA1002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코드 자동생성  ○ 코드 직접입력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45BC5F1B-4CF3-3EBD-CB73-5EF58B62F271}"/>
              </a:ext>
            </a:extLst>
          </p:cNvPr>
          <p:cNvSpPr/>
          <p:nvPr/>
        </p:nvSpPr>
        <p:spPr>
          <a:xfrm>
            <a:off x="1672694" y="32492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C312EFB-2772-E9A6-0FCB-C4C30D6B6D58}"/>
              </a:ext>
            </a:extLst>
          </p:cNvPr>
          <p:cNvSpPr/>
          <p:nvPr/>
        </p:nvSpPr>
        <p:spPr>
          <a:xfrm>
            <a:off x="1314954" y="2241136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D3537A4-AA84-1097-C69C-F71EEF205F97}"/>
              </a:ext>
            </a:extLst>
          </p:cNvPr>
          <p:cNvSpPr/>
          <p:nvPr/>
        </p:nvSpPr>
        <p:spPr>
          <a:xfrm>
            <a:off x="1314954" y="2604500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E7D7A93-5E1B-9CF6-E67B-C684FBB24D04}"/>
              </a:ext>
            </a:extLst>
          </p:cNvPr>
          <p:cNvSpPr/>
          <p:nvPr/>
        </p:nvSpPr>
        <p:spPr>
          <a:xfrm>
            <a:off x="3612786" y="1469658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4EFC1A7-20C6-8048-E625-A3E10374DA67}"/>
              </a:ext>
            </a:extLst>
          </p:cNvPr>
          <p:cNvGrpSpPr/>
          <p:nvPr/>
        </p:nvGrpSpPr>
        <p:grpSpPr>
          <a:xfrm>
            <a:off x="3613392" y="1412776"/>
            <a:ext cx="3267699" cy="230832"/>
            <a:chOff x="364813" y="1412776"/>
            <a:chExt cx="3267699" cy="230832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A5B69089-32F9-2317-5DE4-EC455A54580A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공통코드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BD46B1F-54E9-C188-CFFB-B64AD4758F7D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93D99293-0165-F675-E8C4-C3DFD93C0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549808"/>
              </p:ext>
            </p:extLst>
          </p:nvPr>
        </p:nvGraphicFramePr>
        <p:xfrm>
          <a:off x="3684794" y="1664804"/>
          <a:ext cx="3096344" cy="1360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상위코드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AA1002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AA1002001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009279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공통코드명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CFDD42A5-B643-42A2-F90D-0112C3E04C55}"/>
              </a:ext>
            </a:extLst>
          </p:cNvPr>
          <p:cNvSpPr/>
          <p:nvPr/>
        </p:nvSpPr>
        <p:spPr>
          <a:xfrm>
            <a:off x="5013000" y="3248980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CF921F6-A304-3C45-3042-93B07158B793}"/>
              </a:ext>
            </a:extLst>
          </p:cNvPr>
          <p:cNvSpPr/>
          <p:nvPr/>
        </p:nvSpPr>
        <p:spPr>
          <a:xfrm>
            <a:off x="4655260" y="206084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영업 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1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팀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B6D140D-81C4-942F-3A44-1C987B2B96DA}"/>
              </a:ext>
            </a:extLst>
          </p:cNvPr>
          <p:cNvSpPr/>
          <p:nvPr/>
        </p:nvSpPr>
        <p:spPr>
          <a:xfrm>
            <a:off x="4655260" y="2420888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공통코드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(3</a:t>
            </a:r>
            <a:r>
              <a:rPr lang="ko-KR" altLang="en-US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뎁스</a:t>
            </a:r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)</a:t>
            </a:r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 대한 설명 입력</a:t>
            </a:r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en-US" altLang="ko-KR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780A57-A17E-9ED7-24BE-A74D5B5B42A8}"/>
              </a:ext>
            </a:extLst>
          </p:cNvPr>
          <p:cNvSpPr/>
          <p:nvPr/>
        </p:nvSpPr>
        <p:spPr>
          <a:xfrm>
            <a:off x="272480" y="3595172"/>
            <a:ext cx="3268298" cy="19953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028E3B1-2230-BF2F-452C-4E51ECF40529}"/>
              </a:ext>
            </a:extLst>
          </p:cNvPr>
          <p:cNvGrpSpPr/>
          <p:nvPr/>
        </p:nvGrpSpPr>
        <p:grpSpPr>
          <a:xfrm>
            <a:off x="273086" y="3538290"/>
            <a:ext cx="3267699" cy="230832"/>
            <a:chOff x="364813" y="1412776"/>
            <a:chExt cx="3267699" cy="230832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DEEFE44-DF5A-0955-1D3E-F84C44EC1254}"/>
                </a:ext>
              </a:extLst>
            </p:cNvPr>
            <p:cNvSpPr/>
            <p:nvPr/>
          </p:nvSpPr>
          <p:spPr>
            <a:xfrm>
              <a:off x="364813" y="1476635"/>
              <a:ext cx="3267699" cy="1377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rtlCol="0" anchor="ctr"/>
            <a:lstStyle/>
            <a:p>
              <a:pPr algn="ctr"/>
              <a:r>
                <a:rPr lang="ko-KR" altLang="en-US" sz="600" b="1" dirty="0">
                  <a:solidFill>
                    <a:prstClr val="white"/>
                  </a:solidFill>
                </a:rPr>
                <a:t>공통코드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035E801-B187-C3FB-98DE-C5A416380DD4}"/>
                </a:ext>
              </a:extLst>
            </p:cNvPr>
            <p:cNvSpPr txBox="1"/>
            <p:nvPr/>
          </p:nvSpPr>
          <p:spPr>
            <a:xfrm>
              <a:off x="3403569" y="1412776"/>
              <a:ext cx="2172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×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808C69E-C358-F3F5-AD96-B27823472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709921"/>
              </p:ext>
            </p:extLst>
          </p:nvPr>
        </p:nvGraphicFramePr>
        <p:xfrm>
          <a:off x="344488" y="3790318"/>
          <a:ext cx="3096344" cy="1545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상위코드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AA1002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자동생성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○ 코드 자동생성  ● 코드 직접입력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공통코드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8675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marL="0" indent="0" algn="r" latinLnBrk="0">
                        <a:buFont typeface="Arial" panose="020B0604020202020204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공통코드명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설명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600" kern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F03E74-128A-0564-D18D-1D061C4A47D9}"/>
              </a:ext>
            </a:extLst>
          </p:cNvPr>
          <p:cNvSpPr/>
          <p:nvPr/>
        </p:nvSpPr>
        <p:spPr>
          <a:xfrm>
            <a:off x="1672694" y="5374762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696DC91-7562-2575-47F1-574E635306DF}"/>
              </a:ext>
            </a:extLst>
          </p:cNvPr>
          <p:cNvSpPr/>
          <p:nvPr/>
        </p:nvSpPr>
        <p:spPr>
          <a:xfrm>
            <a:off x="1314954" y="4366650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75B735-1E51-DE8B-B835-7D8E54223144}"/>
              </a:ext>
            </a:extLst>
          </p:cNvPr>
          <p:cNvSpPr/>
          <p:nvPr/>
        </p:nvSpPr>
        <p:spPr>
          <a:xfrm>
            <a:off x="1314954" y="4730014"/>
            <a:ext cx="2089874" cy="5561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17918EF-4D92-338A-FCB1-33B6905DF32A}"/>
              </a:ext>
            </a:extLst>
          </p:cNvPr>
          <p:cNvSpPr/>
          <p:nvPr/>
        </p:nvSpPr>
        <p:spPr>
          <a:xfrm>
            <a:off x="1316010" y="4184968"/>
            <a:ext cx="2089874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aphicFrame>
        <p:nvGraphicFramePr>
          <p:cNvPr id="6" name="Group 260">
            <a:extLst>
              <a:ext uri="{FF2B5EF4-FFF2-40B4-BE49-F238E27FC236}">
                <a16:creationId xmlns:a16="http://schemas.microsoft.com/office/drawing/2014/main" id="{EB545246-C84B-7F75-60E2-BD59DD90D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13832"/>
              </p:ext>
            </p:extLst>
          </p:nvPr>
        </p:nvGraphicFramePr>
        <p:xfrm>
          <a:off x="6969418" y="2548005"/>
          <a:ext cx="2772114" cy="18800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공통코드 등록 및 설정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(3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공통코드 신규 등록 팝업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 코드 신규 등록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상위 공통코드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정보 자동 및 수동 입력 설정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설정에 따라 그룹코드 입력 필드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코드명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사용 여부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(3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공통코드 설정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팝업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 조회 및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상위 공통코드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 정보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공통 코드명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수정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코드 사용 여부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2182B99-5388-4939-52ED-9032061CD2BB}"/>
              </a:ext>
            </a:extLst>
          </p:cNvPr>
          <p:cNvSpPr/>
          <p:nvPr/>
        </p:nvSpPr>
        <p:spPr>
          <a:xfrm>
            <a:off x="3612779" y="134076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2A184F3-D47D-4F0A-B5E4-66FA0AAA6C19}"/>
              </a:ext>
            </a:extLst>
          </p:cNvPr>
          <p:cNvSpPr/>
          <p:nvPr/>
        </p:nvSpPr>
        <p:spPr>
          <a:xfrm>
            <a:off x="152827" y="134949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03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93C1-96BE-2010-C53F-ACEAC288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E3B0587-6AA5-0464-72B0-51698674C6A0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9EA37C9A-37F6-99FD-E468-645E42BE7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메뉴관리 메뉴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BC4A7E09-EF5E-3DE5-9A92-814920BA7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메뉴관리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471A3736-E178-7AAF-AD0C-9F4F9E7F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02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9439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DBF9-680A-47B2-DB78-4D8FDADD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CE66A-0219-314D-0095-A2EC68A4730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메뉴관리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관리자메뉴관리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88A8C-B97C-2D19-7409-0213D676353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>
                <a:solidFill>
                  <a:prstClr val="black"/>
                </a:solidFill>
              </a:rPr>
              <a:t>관리자메뉴관리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64D618-9E5A-0190-D5A7-86B69F611A8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BA4ED4-ADF5-9B5B-C2AA-785463D137BF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6A86365-634A-A9B6-6D3E-034518944B3C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807692D-2AC7-989C-0F0B-3C735E78D871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D4E448-901B-17B0-F5E6-49B14B80AD1F}"/>
                </a:ext>
              </a:extLst>
            </p:cNvPr>
            <p:cNvSpPr txBox="1"/>
            <p:nvPr/>
          </p:nvSpPr>
          <p:spPr>
            <a:xfrm>
              <a:off x="4484949" y="1389499"/>
              <a:ext cx="24482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시스템관리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메뉴관리</a:t>
              </a:r>
              <a:r>
                <a:rPr lang="en-US" altLang="ko-KR" sz="900" dirty="0"/>
                <a:t>&gt;</a:t>
              </a:r>
              <a:r>
                <a:rPr lang="ko-KR" altLang="en-US" sz="900" dirty="0" err="1"/>
                <a:t>관리자메뉴관리</a:t>
              </a:r>
              <a:endParaRPr lang="ko-KR" altLang="en-US" sz="9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A3F5C9-6DC9-1AF7-8DA4-6BF2A4C4FECA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</a:t>
              </a:r>
              <a:r>
                <a:rPr lang="en-US" altLang="ko-KR" sz="900" b="1" dirty="0"/>
                <a:t> </a:t>
              </a:r>
              <a:r>
                <a:rPr lang="ko-KR" altLang="en-US" sz="900" b="1" dirty="0"/>
                <a:t>메뉴관리</a:t>
              </a: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97CA9C8-1559-036C-F4A4-8858B2A8B00B}"/>
              </a:ext>
            </a:extLst>
          </p:cNvPr>
          <p:cNvSpPr/>
          <p:nvPr/>
        </p:nvSpPr>
        <p:spPr>
          <a:xfrm>
            <a:off x="200469" y="1700808"/>
            <a:ext cx="2810335" cy="4716524"/>
          </a:xfrm>
          <a:prstGeom prst="roundRect">
            <a:avLst>
              <a:gd name="adj" fmla="val 3198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5547CB9-18A8-96C2-4A36-EDB070B78AF4}"/>
              </a:ext>
            </a:extLst>
          </p:cNvPr>
          <p:cNvSpPr/>
          <p:nvPr/>
        </p:nvSpPr>
        <p:spPr>
          <a:xfrm>
            <a:off x="1134110" y="1820136"/>
            <a:ext cx="756084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펼치기 ▼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671F486-0E09-B4BE-3BB5-EBE4A560BBA7}"/>
              </a:ext>
            </a:extLst>
          </p:cNvPr>
          <p:cNvSpPr/>
          <p:nvPr/>
        </p:nvSpPr>
        <p:spPr>
          <a:xfrm>
            <a:off x="2720752" y="1827206"/>
            <a:ext cx="180020" cy="197638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A0D453-0C18-9726-B03D-B002BE282A09}"/>
              </a:ext>
            </a:extLst>
          </p:cNvPr>
          <p:cNvSpPr txBox="1"/>
          <p:nvPr/>
        </p:nvSpPr>
        <p:spPr>
          <a:xfrm>
            <a:off x="225041" y="1808820"/>
            <a:ext cx="809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메뉴 구조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8DF05BFE-F740-BE28-380E-2A9ABD06DD33}"/>
              </a:ext>
            </a:extLst>
          </p:cNvPr>
          <p:cNvSpPr/>
          <p:nvPr/>
        </p:nvSpPr>
        <p:spPr>
          <a:xfrm>
            <a:off x="261045" y="2173831"/>
            <a:ext cx="2675731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497DD22-D606-BA94-65BB-5D132CC9AD83}"/>
              </a:ext>
            </a:extLst>
          </p:cNvPr>
          <p:cNvSpPr/>
          <p:nvPr/>
        </p:nvSpPr>
        <p:spPr>
          <a:xfrm>
            <a:off x="1928664" y="1826626"/>
            <a:ext cx="756084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닫기 ▲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Opened Folder">
            <a:extLst>
              <a:ext uri="{FF2B5EF4-FFF2-40B4-BE49-F238E27FC236}">
                <a16:creationId xmlns:a16="http://schemas.microsoft.com/office/drawing/2014/main" id="{3FCD4149-DBFE-9FEB-529A-17535D20B91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5480" y="2255754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F1E23F-08FC-726B-B654-FBF41DC0C4F8}"/>
              </a:ext>
            </a:extLst>
          </p:cNvPr>
          <p:cNvSpPr txBox="1"/>
          <p:nvPr/>
        </p:nvSpPr>
        <p:spPr>
          <a:xfrm>
            <a:off x="593625" y="2204864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채널관리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A59F9E-3AA9-8E83-6AD2-C295C3BFB897}"/>
              </a:ext>
            </a:extLst>
          </p:cNvPr>
          <p:cNvSpPr/>
          <p:nvPr/>
        </p:nvSpPr>
        <p:spPr>
          <a:xfrm>
            <a:off x="2386512" y="227073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550D51C-02B8-88DF-481E-3D1FC3D57303}"/>
              </a:ext>
            </a:extLst>
          </p:cNvPr>
          <p:cNvSpPr/>
          <p:nvPr/>
        </p:nvSpPr>
        <p:spPr>
          <a:xfrm>
            <a:off x="2088062" y="226670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722A036-F374-43BE-F847-D23532845D03}"/>
              </a:ext>
            </a:extLst>
          </p:cNvPr>
          <p:cNvSpPr/>
          <p:nvPr/>
        </p:nvSpPr>
        <p:spPr>
          <a:xfrm>
            <a:off x="2683318" y="2269980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A938F24-E70F-6C83-49EB-49A966B4B3E5}"/>
              </a:ext>
            </a:extLst>
          </p:cNvPr>
          <p:cNvSpPr/>
          <p:nvPr/>
        </p:nvSpPr>
        <p:spPr>
          <a:xfrm>
            <a:off x="2240462" y="226971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A1F6C7E-C54C-C382-DF37-E325F0365E36}"/>
              </a:ext>
            </a:extLst>
          </p:cNvPr>
          <p:cNvSpPr/>
          <p:nvPr/>
        </p:nvSpPr>
        <p:spPr>
          <a:xfrm>
            <a:off x="261045" y="3248980"/>
            <a:ext cx="2675731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Opened Folder">
            <a:extLst>
              <a:ext uri="{FF2B5EF4-FFF2-40B4-BE49-F238E27FC236}">
                <a16:creationId xmlns:a16="http://schemas.microsoft.com/office/drawing/2014/main" id="{80A23195-3914-AC32-E26D-8C02BE3640A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5480" y="3330903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ED3BBF-8BD9-88BD-115F-80DF10C606C4}"/>
              </a:ext>
            </a:extLst>
          </p:cNvPr>
          <p:cNvSpPr txBox="1"/>
          <p:nvPr/>
        </p:nvSpPr>
        <p:spPr>
          <a:xfrm>
            <a:off x="593625" y="3280013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시스템관리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3203994-7A66-3010-EC73-CDD9D988AEE1}"/>
              </a:ext>
            </a:extLst>
          </p:cNvPr>
          <p:cNvSpPr/>
          <p:nvPr/>
        </p:nvSpPr>
        <p:spPr>
          <a:xfrm>
            <a:off x="2386512" y="3345885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55CCC9D-D3A7-F12B-6FCA-72B4EE84A740}"/>
              </a:ext>
            </a:extLst>
          </p:cNvPr>
          <p:cNvSpPr/>
          <p:nvPr/>
        </p:nvSpPr>
        <p:spPr>
          <a:xfrm>
            <a:off x="2088062" y="334185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E2E7432-561A-935E-201F-9962133CDB0C}"/>
              </a:ext>
            </a:extLst>
          </p:cNvPr>
          <p:cNvSpPr/>
          <p:nvPr/>
        </p:nvSpPr>
        <p:spPr>
          <a:xfrm>
            <a:off x="2683318" y="3345129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0720AC9-5E00-610F-C4C8-E23E6676524D}"/>
              </a:ext>
            </a:extLst>
          </p:cNvPr>
          <p:cNvSpPr/>
          <p:nvPr/>
        </p:nvSpPr>
        <p:spPr>
          <a:xfrm>
            <a:off x="2240462" y="3344867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D438A80-7916-CD8C-FB4F-B69B818C14C1}"/>
              </a:ext>
            </a:extLst>
          </p:cNvPr>
          <p:cNvSpPr/>
          <p:nvPr/>
        </p:nvSpPr>
        <p:spPr>
          <a:xfrm>
            <a:off x="548993" y="2524185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CE7C3FE-679E-FC93-09D4-D42AF74B21A3}"/>
              </a:ext>
            </a:extLst>
          </p:cNvPr>
          <p:cNvSpPr txBox="1"/>
          <p:nvPr/>
        </p:nvSpPr>
        <p:spPr>
          <a:xfrm>
            <a:off x="668524" y="2555218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채널관리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254D3D0-37B8-4AE6-782A-0F003A527C5F}"/>
              </a:ext>
            </a:extLst>
          </p:cNvPr>
          <p:cNvSpPr/>
          <p:nvPr/>
        </p:nvSpPr>
        <p:spPr>
          <a:xfrm>
            <a:off x="2386512" y="2621090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3A98FC6-4778-4B19-B4AD-08FDA321129B}"/>
              </a:ext>
            </a:extLst>
          </p:cNvPr>
          <p:cNvSpPr/>
          <p:nvPr/>
        </p:nvSpPr>
        <p:spPr>
          <a:xfrm>
            <a:off x="2088062" y="2617059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5FD1E96-DFAA-ACB2-9FE6-B1A8A8584726}"/>
              </a:ext>
            </a:extLst>
          </p:cNvPr>
          <p:cNvSpPr/>
          <p:nvPr/>
        </p:nvSpPr>
        <p:spPr>
          <a:xfrm>
            <a:off x="2683318" y="2620334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969EFA0B-E4B4-AC3D-7B48-15C370BDB43D}"/>
              </a:ext>
            </a:extLst>
          </p:cNvPr>
          <p:cNvSpPr/>
          <p:nvPr/>
        </p:nvSpPr>
        <p:spPr>
          <a:xfrm>
            <a:off x="2240462" y="262007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D6041803-1ECD-D568-0868-0BCDBF52BA8D}"/>
              </a:ext>
            </a:extLst>
          </p:cNvPr>
          <p:cNvSpPr/>
          <p:nvPr/>
        </p:nvSpPr>
        <p:spPr>
          <a:xfrm>
            <a:off x="548993" y="3599334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CCECA11-701F-D91E-F7E5-CDC449E0E0EF}"/>
              </a:ext>
            </a:extLst>
          </p:cNvPr>
          <p:cNvSpPr txBox="1"/>
          <p:nvPr/>
        </p:nvSpPr>
        <p:spPr>
          <a:xfrm>
            <a:off x="701637" y="3630367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공통코드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5AD6093-A1C4-7A6D-5BD1-9AA26BB399DD}"/>
              </a:ext>
            </a:extLst>
          </p:cNvPr>
          <p:cNvSpPr/>
          <p:nvPr/>
        </p:nvSpPr>
        <p:spPr>
          <a:xfrm>
            <a:off x="2386512" y="369623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AAB2198-96FE-1454-80EE-8D82C9C930B2}"/>
              </a:ext>
            </a:extLst>
          </p:cNvPr>
          <p:cNvSpPr/>
          <p:nvPr/>
        </p:nvSpPr>
        <p:spPr>
          <a:xfrm>
            <a:off x="2088062" y="369220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DF46FEB6-3480-B9D6-0DB4-EF06631E6BAF}"/>
              </a:ext>
            </a:extLst>
          </p:cNvPr>
          <p:cNvSpPr/>
          <p:nvPr/>
        </p:nvSpPr>
        <p:spPr>
          <a:xfrm>
            <a:off x="2683318" y="3695483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D4BAEBD-4F53-B546-E900-8AD9619BF4AD}"/>
              </a:ext>
            </a:extLst>
          </p:cNvPr>
          <p:cNvSpPr/>
          <p:nvPr/>
        </p:nvSpPr>
        <p:spPr>
          <a:xfrm>
            <a:off x="2240462" y="369522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4BB3760-623D-38EB-6E50-3351BC7D0AFA}"/>
              </a:ext>
            </a:extLst>
          </p:cNvPr>
          <p:cNvSpPr/>
          <p:nvPr/>
        </p:nvSpPr>
        <p:spPr>
          <a:xfrm>
            <a:off x="548993" y="2874539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1B000D3-B5B3-0D07-C0DD-621B12232727}"/>
              </a:ext>
            </a:extLst>
          </p:cNvPr>
          <p:cNvSpPr txBox="1"/>
          <p:nvPr/>
        </p:nvSpPr>
        <p:spPr>
          <a:xfrm>
            <a:off x="668524" y="2905572"/>
            <a:ext cx="1273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채널별 소속 관리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63E84EB-0E79-A12D-B5E7-78CABFAA0808}"/>
              </a:ext>
            </a:extLst>
          </p:cNvPr>
          <p:cNvSpPr/>
          <p:nvPr/>
        </p:nvSpPr>
        <p:spPr>
          <a:xfrm>
            <a:off x="2386512" y="297144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BF7C752-C863-A439-A707-B09DBB04F66F}"/>
              </a:ext>
            </a:extLst>
          </p:cNvPr>
          <p:cNvSpPr/>
          <p:nvPr/>
        </p:nvSpPr>
        <p:spPr>
          <a:xfrm>
            <a:off x="2088062" y="296741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985B6CE-2788-D9C3-928A-228BB34B474C}"/>
              </a:ext>
            </a:extLst>
          </p:cNvPr>
          <p:cNvSpPr/>
          <p:nvPr/>
        </p:nvSpPr>
        <p:spPr>
          <a:xfrm>
            <a:off x="2683318" y="2970688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16F77FF2-B823-430F-5CA7-506880BD3CCB}"/>
              </a:ext>
            </a:extLst>
          </p:cNvPr>
          <p:cNvSpPr/>
          <p:nvPr/>
        </p:nvSpPr>
        <p:spPr>
          <a:xfrm>
            <a:off x="2240462" y="297042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C4AA98EB-EFB0-A4C8-22AF-79ECF01A5F03}"/>
              </a:ext>
            </a:extLst>
          </p:cNvPr>
          <p:cNvSpPr/>
          <p:nvPr/>
        </p:nvSpPr>
        <p:spPr>
          <a:xfrm>
            <a:off x="556795" y="3949688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Opened Folder">
            <a:extLst>
              <a:ext uri="{FF2B5EF4-FFF2-40B4-BE49-F238E27FC236}">
                <a16:creationId xmlns:a16="http://schemas.microsoft.com/office/drawing/2014/main" id="{972D284C-1750-A345-1FEC-9A51A959BFB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5310" y="4031611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DB192B9-8E34-19E0-CAAE-D821AC13E574}"/>
              </a:ext>
            </a:extLst>
          </p:cNvPr>
          <p:cNvSpPr txBox="1"/>
          <p:nvPr/>
        </p:nvSpPr>
        <p:spPr>
          <a:xfrm>
            <a:off x="737641" y="3980721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메뉴관리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BC46C9A-3F8D-994B-A746-9F2482521134}"/>
              </a:ext>
            </a:extLst>
          </p:cNvPr>
          <p:cNvSpPr/>
          <p:nvPr/>
        </p:nvSpPr>
        <p:spPr>
          <a:xfrm>
            <a:off x="2394314" y="404659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8F457D9A-6F15-32CF-F6A1-3F7106809E71}"/>
              </a:ext>
            </a:extLst>
          </p:cNvPr>
          <p:cNvSpPr/>
          <p:nvPr/>
        </p:nvSpPr>
        <p:spPr>
          <a:xfrm>
            <a:off x="2095864" y="404256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0C403C93-9341-0197-E5F5-A08C5B36FE59}"/>
              </a:ext>
            </a:extLst>
          </p:cNvPr>
          <p:cNvSpPr/>
          <p:nvPr/>
        </p:nvSpPr>
        <p:spPr>
          <a:xfrm>
            <a:off x="2691120" y="4045837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32CE1C9-DB0C-33B6-D4E6-436E8896B0F2}"/>
              </a:ext>
            </a:extLst>
          </p:cNvPr>
          <p:cNvSpPr/>
          <p:nvPr/>
        </p:nvSpPr>
        <p:spPr>
          <a:xfrm>
            <a:off x="2248264" y="404557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066A475C-6A54-58A1-CC39-8D558B6AD358}"/>
              </a:ext>
            </a:extLst>
          </p:cNvPr>
          <p:cNvSpPr/>
          <p:nvPr/>
        </p:nvSpPr>
        <p:spPr>
          <a:xfrm>
            <a:off x="808823" y="4283789"/>
            <a:ext cx="2124565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C166307-ABE8-5E1B-4242-E35EFF650366}"/>
              </a:ext>
            </a:extLst>
          </p:cNvPr>
          <p:cNvSpPr txBox="1"/>
          <p:nvPr/>
        </p:nvSpPr>
        <p:spPr>
          <a:xfrm>
            <a:off x="842265" y="4314822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관리자 메뉴관리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182B2BB-A626-142D-C1E8-2C1D36317520}"/>
              </a:ext>
            </a:extLst>
          </p:cNvPr>
          <p:cNvSpPr/>
          <p:nvPr/>
        </p:nvSpPr>
        <p:spPr>
          <a:xfrm>
            <a:off x="2576736" y="438069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3F50639-DA03-D30B-4720-18EA5E6ADEE0}"/>
              </a:ext>
            </a:extLst>
          </p:cNvPr>
          <p:cNvSpPr/>
          <p:nvPr/>
        </p:nvSpPr>
        <p:spPr>
          <a:xfrm>
            <a:off x="2278286" y="437666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9ADEC33B-425A-C7CB-2A93-6BCB8B19C0C0}"/>
              </a:ext>
            </a:extLst>
          </p:cNvPr>
          <p:cNvSpPr/>
          <p:nvPr/>
        </p:nvSpPr>
        <p:spPr>
          <a:xfrm>
            <a:off x="2430686" y="437967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0FC2127B-C39D-A030-0074-375AB790EED4}"/>
              </a:ext>
            </a:extLst>
          </p:cNvPr>
          <p:cNvSpPr/>
          <p:nvPr/>
        </p:nvSpPr>
        <p:spPr>
          <a:xfrm>
            <a:off x="808823" y="4602368"/>
            <a:ext cx="2124565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BEC0A67-BC7D-A788-C0A1-58A59F64C97C}"/>
              </a:ext>
            </a:extLst>
          </p:cNvPr>
          <p:cNvSpPr txBox="1"/>
          <p:nvPr/>
        </p:nvSpPr>
        <p:spPr>
          <a:xfrm>
            <a:off x="842265" y="4633401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사용자 메뉴관리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BD43004-0BBD-C279-FF29-28C6EC742A52}"/>
              </a:ext>
            </a:extLst>
          </p:cNvPr>
          <p:cNvSpPr/>
          <p:nvPr/>
        </p:nvSpPr>
        <p:spPr>
          <a:xfrm>
            <a:off x="2576736" y="469927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B4B7912-2B42-EBB4-A807-6FD58977DB34}"/>
              </a:ext>
            </a:extLst>
          </p:cNvPr>
          <p:cNvSpPr/>
          <p:nvPr/>
        </p:nvSpPr>
        <p:spPr>
          <a:xfrm>
            <a:off x="2278286" y="469524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2AE72DC-03A3-8DA3-6E2B-029A5F9B23B2}"/>
              </a:ext>
            </a:extLst>
          </p:cNvPr>
          <p:cNvSpPr/>
          <p:nvPr/>
        </p:nvSpPr>
        <p:spPr>
          <a:xfrm>
            <a:off x="2430686" y="469825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E204F69-BE25-570B-FF57-E5917DB16D79}"/>
              </a:ext>
            </a:extLst>
          </p:cNvPr>
          <p:cNvSpPr/>
          <p:nvPr/>
        </p:nvSpPr>
        <p:spPr>
          <a:xfrm>
            <a:off x="998146" y="1678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CC887FB-9DA6-17CF-20D4-4235A7AD84DA}"/>
              </a:ext>
            </a:extLst>
          </p:cNvPr>
          <p:cNvSpPr/>
          <p:nvPr/>
        </p:nvSpPr>
        <p:spPr>
          <a:xfrm>
            <a:off x="2599174" y="16690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20AF950-28B5-B207-BA0A-CA8F9CE6EFDD}"/>
              </a:ext>
            </a:extLst>
          </p:cNvPr>
          <p:cNvSpPr/>
          <p:nvPr/>
        </p:nvSpPr>
        <p:spPr>
          <a:xfrm>
            <a:off x="131257" y="205785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E9EBC2D-D23F-2B66-BF1D-C764D06899C2}"/>
              </a:ext>
            </a:extLst>
          </p:cNvPr>
          <p:cNvSpPr/>
          <p:nvPr/>
        </p:nvSpPr>
        <p:spPr>
          <a:xfrm>
            <a:off x="129743" y="1631207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528C29B-8057-5993-B499-AB3BDD07B100}"/>
              </a:ext>
            </a:extLst>
          </p:cNvPr>
          <p:cNvSpPr/>
          <p:nvPr/>
        </p:nvSpPr>
        <p:spPr>
          <a:xfrm>
            <a:off x="3063612" y="1627984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7BA1E2-B5D4-3512-E254-E7FEA29E49A7}"/>
              </a:ext>
            </a:extLst>
          </p:cNvPr>
          <p:cNvSpPr txBox="1"/>
          <p:nvPr/>
        </p:nvSpPr>
        <p:spPr>
          <a:xfrm>
            <a:off x="3364901" y="1958269"/>
            <a:ext cx="31761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왼쪽 메뉴를 선택해 주세요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aphicFrame>
        <p:nvGraphicFramePr>
          <p:cNvPr id="40" name="Group 260">
            <a:extLst>
              <a:ext uri="{FF2B5EF4-FFF2-40B4-BE49-F238E27FC236}">
                <a16:creationId xmlns:a16="http://schemas.microsoft.com/office/drawing/2014/main" id="{CA92D6C1-BFDB-7957-1476-9EFCDCACD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99738"/>
              </p:ext>
            </p:extLst>
          </p:nvPr>
        </p:nvGraphicFramePr>
        <p:xfrm>
          <a:off x="6969418" y="2548005"/>
          <a:ext cx="2772114" cy="435481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구성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등록 관리 기능 구현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상세 정보 설정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상세 정보 등록 관리 영역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상세 설정 내용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최초 영역 자체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NULL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활성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 펼치기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 닫기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아코디언 방식으로 전체 메뉴 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(1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신규 메뉴 등록 페이지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오른쪽 영역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메뉴 하위 메뉴는 구성하지 않음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등록된 메뉴를 폴더 트리 구조로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미 사용 메뉴는 비활성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색상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하위 메뉴가 포함된 상위 메뉴는 폴더 아이콘 표기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메뉴 아코디언 방식으로 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▲▼ 메뉴 이동 버튼</a:t>
                      </a:r>
                      <a:endParaRPr kumimoji="1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정보 노출 순서 설정 기능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이동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하로 각각 한 칸씩 이동 후 저장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. 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메뉴는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상태로만 이동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이동시 하위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같이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오른쪽 영역 메뉴 상세 내역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6941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하위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현재 메뉴 하위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뎁스의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신규 메뉴 등록 페이지 노출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오른쪽 영역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83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709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DA8E-9B2E-F5B6-C636-331ACD5F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B5DF48-F897-DAD8-64C4-6DE84E4FC63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메뉴관리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관리자메뉴관리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285362E9-0C45-E813-D063-B2EAF853D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897925"/>
              </p:ext>
            </p:extLst>
          </p:nvPr>
        </p:nvGraphicFramePr>
        <p:xfrm>
          <a:off x="6969418" y="2548005"/>
          <a:ext cx="2772114" cy="435481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구성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등록 관리 기능 구현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상세 정보 설정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상세 정보 등록 관리 영역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상세 설정 내용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최초 영역 자체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NULL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활성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 펼치기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 닫기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아코디언 방식으로 전체 메뉴 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(1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신규 메뉴 등록 페이지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오른쪽 영역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메뉴 하위 메뉴는 구성하지 않음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등록된 메뉴를 폴더 트리 구조로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미 사용 메뉴는 비활성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색상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하위 메뉴가 포함된 상위 메뉴는 폴더 아이콘 표기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메뉴 아코디언 방식으로 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▲▼ 메뉴 이동 버튼</a:t>
                      </a:r>
                      <a:endParaRPr kumimoji="1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정보 노출 순서 설정 기능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이동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하로 각각 한 칸씩 이동 후 저장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. 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메뉴는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상태로만 이동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이동시 하위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같이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오른쪽 영역 메뉴 상세 내역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6941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하위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현재 메뉴 하위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뎁스의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신규 메뉴 등록 페이지 노출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오른쪽 영역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836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A4C6CA-59B8-6C7E-DBF4-FA960B602F69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>
                <a:solidFill>
                  <a:prstClr val="black"/>
                </a:solidFill>
              </a:rPr>
              <a:t>관리자메뉴관리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DBB928-7577-85C4-555F-1D248901EF9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A835F6-9E4C-A22E-3D08-C701859DBD4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B1B02FF-81A4-A1D2-4511-BDB8237991B0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58BD32C-0414-0EC6-D598-535E175688A5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A59668-1E27-8C50-AD62-DAAB46963655}"/>
                </a:ext>
              </a:extLst>
            </p:cNvPr>
            <p:cNvSpPr txBox="1"/>
            <p:nvPr/>
          </p:nvSpPr>
          <p:spPr>
            <a:xfrm>
              <a:off x="4484949" y="1389499"/>
              <a:ext cx="24482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시스템관리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메뉴관리</a:t>
              </a:r>
              <a:r>
                <a:rPr lang="en-US" altLang="ko-KR" sz="900" dirty="0"/>
                <a:t>&gt;</a:t>
              </a:r>
              <a:r>
                <a:rPr lang="ko-KR" altLang="en-US" sz="900" dirty="0" err="1"/>
                <a:t>관리자메뉴관리</a:t>
              </a:r>
              <a:endParaRPr lang="ko-KR" altLang="en-US" sz="9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BB7B61-919C-2948-819D-A2466C8D6629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관리자</a:t>
              </a:r>
              <a:r>
                <a:rPr lang="en-US" altLang="ko-KR" sz="900" b="1" dirty="0"/>
                <a:t> </a:t>
              </a:r>
              <a:r>
                <a:rPr lang="ko-KR" altLang="en-US" sz="900" b="1" dirty="0"/>
                <a:t>메뉴관리</a:t>
              </a: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31EF2A1-B646-256B-2712-72E54D29B4FC}"/>
              </a:ext>
            </a:extLst>
          </p:cNvPr>
          <p:cNvSpPr/>
          <p:nvPr/>
        </p:nvSpPr>
        <p:spPr>
          <a:xfrm>
            <a:off x="200469" y="1700808"/>
            <a:ext cx="2810335" cy="4716524"/>
          </a:xfrm>
          <a:prstGeom prst="roundRect">
            <a:avLst>
              <a:gd name="adj" fmla="val 3198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A9C3DF-0EC0-0CE0-D2B6-F5D78AC09267}"/>
              </a:ext>
            </a:extLst>
          </p:cNvPr>
          <p:cNvSpPr/>
          <p:nvPr/>
        </p:nvSpPr>
        <p:spPr>
          <a:xfrm>
            <a:off x="1134110" y="1820136"/>
            <a:ext cx="756084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펼치기 ▼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C39A04F-1B3E-6548-D826-A5DEABF7FB0D}"/>
              </a:ext>
            </a:extLst>
          </p:cNvPr>
          <p:cNvSpPr/>
          <p:nvPr/>
        </p:nvSpPr>
        <p:spPr>
          <a:xfrm>
            <a:off x="2720752" y="1827206"/>
            <a:ext cx="180020" cy="197638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735DEF-CE46-524D-5E66-C5D11B51174B}"/>
              </a:ext>
            </a:extLst>
          </p:cNvPr>
          <p:cNvSpPr txBox="1"/>
          <p:nvPr/>
        </p:nvSpPr>
        <p:spPr>
          <a:xfrm>
            <a:off x="225041" y="1808820"/>
            <a:ext cx="809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메뉴 구조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F570C0C-BD7F-DC75-09ED-7A7A58477FD9}"/>
              </a:ext>
            </a:extLst>
          </p:cNvPr>
          <p:cNvSpPr/>
          <p:nvPr/>
        </p:nvSpPr>
        <p:spPr>
          <a:xfrm>
            <a:off x="261045" y="2173831"/>
            <a:ext cx="2675731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DB2E3C9-36FD-9AD8-5550-578CFAF84D34}"/>
              </a:ext>
            </a:extLst>
          </p:cNvPr>
          <p:cNvSpPr/>
          <p:nvPr/>
        </p:nvSpPr>
        <p:spPr>
          <a:xfrm>
            <a:off x="1928664" y="1826626"/>
            <a:ext cx="756084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닫기 ▲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Opened Folder">
            <a:extLst>
              <a:ext uri="{FF2B5EF4-FFF2-40B4-BE49-F238E27FC236}">
                <a16:creationId xmlns:a16="http://schemas.microsoft.com/office/drawing/2014/main" id="{40167F84-99E6-1861-3532-74455351D56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5480" y="2255754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FC9F39-8AE7-6EA8-3F54-9FB4B5D33378}"/>
              </a:ext>
            </a:extLst>
          </p:cNvPr>
          <p:cNvSpPr txBox="1"/>
          <p:nvPr/>
        </p:nvSpPr>
        <p:spPr>
          <a:xfrm>
            <a:off x="593625" y="2204864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채널관리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CB38163-FE6C-7F79-3999-0948649F69D5}"/>
              </a:ext>
            </a:extLst>
          </p:cNvPr>
          <p:cNvSpPr/>
          <p:nvPr/>
        </p:nvSpPr>
        <p:spPr>
          <a:xfrm>
            <a:off x="2386512" y="227073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840A48B-FD7F-689E-B772-1CD09047EFEB}"/>
              </a:ext>
            </a:extLst>
          </p:cNvPr>
          <p:cNvSpPr/>
          <p:nvPr/>
        </p:nvSpPr>
        <p:spPr>
          <a:xfrm>
            <a:off x="2088062" y="226670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F25EB1A-E570-BE78-1C23-5A3D1CFC1BF1}"/>
              </a:ext>
            </a:extLst>
          </p:cNvPr>
          <p:cNvSpPr/>
          <p:nvPr/>
        </p:nvSpPr>
        <p:spPr>
          <a:xfrm>
            <a:off x="2683318" y="2269980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B27A397-F82C-F192-EC89-AE0C06C34955}"/>
              </a:ext>
            </a:extLst>
          </p:cNvPr>
          <p:cNvSpPr/>
          <p:nvPr/>
        </p:nvSpPr>
        <p:spPr>
          <a:xfrm>
            <a:off x="2240462" y="226971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126443E6-178C-BA35-A813-A9E0CE686FBF}"/>
              </a:ext>
            </a:extLst>
          </p:cNvPr>
          <p:cNvSpPr/>
          <p:nvPr/>
        </p:nvSpPr>
        <p:spPr>
          <a:xfrm>
            <a:off x="261045" y="3248980"/>
            <a:ext cx="2675731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Opened Folder">
            <a:extLst>
              <a:ext uri="{FF2B5EF4-FFF2-40B4-BE49-F238E27FC236}">
                <a16:creationId xmlns:a16="http://schemas.microsoft.com/office/drawing/2014/main" id="{B8F11C28-13CA-A792-8531-94F32B3F193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5480" y="3330903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73F912-294E-EE74-9CE4-0D4D28A67413}"/>
              </a:ext>
            </a:extLst>
          </p:cNvPr>
          <p:cNvSpPr txBox="1"/>
          <p:nvPr/>
        </p:nvSpPr>
        <p:spPr>
          <a:xfrm>
            <a:off x="593625" y="3280013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시스템관리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4F73110-54A9-484D-1998-252AF7C61E5D}"/>
              </a:ext>
            </a:extLst>
          </p:cNvPr>
          <p:cNvSpPr/>
          <p:nvPr/>
        </p:nvSpPr>
        <p:spPr>
          <a:xfrm>
            <a:off x="2386512" y="3345885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EBD433E-1523-5668-14E8-ACECB23290CC}"/>
              </a:ext>
            </a:extLst>
          </p:cNvPr>
          <p:cNvSpPr/>
          <p:nvPr/>
        </p:nvSpPr>
        <p:spPr>
          <a:xfrm>
            <a:off x="2088062" y="334185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278048C-A6FF-AAE1-DA50-1FB817473EE8}"/>
              </a:ext>
            </a:extLst>
          </p:cNvPr>
          <p:cNvSpPr/>
          <p:nvPr/>
        </p:nvSpPr>
        <p:spPr>
          <a:xfrm>
            <a:off x="2683318" y="3345129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82B2E00-4AC7-1F33-78D8-27C0DC96E08B}"/>
              </a:ext>
            </a:extLst>
          </p:cNvPr>
          <p:cNvSpPr/>
          <p:nvPr/>
        </p:nvSpPr>
        <p:spPr>
          <a:xfrm>
            <a:off x="2240462" y="3344867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21CA975-14E7-B576-072D-FF1A10FF0E8B}"/>
              </a:ext>
            </a:extLst>
          </p:cNvPr>
          <p:cNvSpPr/>
          <p:nvPr/>
        </p:nvSpPr>
        <p:spPr>
          <a:xfrm>
            <a:off x="548993" y="2524185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1B45B2-B860-16E7-9BE1-1C818740EFC8}"/>
              </a:ext>
            </a:extLst>
          </p:cNvPr>
          <p:cNvSpPr txBox="1"/>
          <p:nvPr/>
        </p:nvSpPr>
        <p:spPr>
          <a:xfrm>
            <a:off x="668524" y="2555218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채널관리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BEABFED7-FFF6-E87C-7EE0-7B1DA552D84B}"/>
              </a:ext>
            </a:extLst>
          </p:cNvPr>
          <p:cNvSpPr/>
          <p:nvPr/>
        </p:nvSpPr>
        <p:spPr>
          <a:xfrm>
            <a:off x="2386512" y="2621090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A37759D-8A89-A557-DEBC-487227B34660}"/>
              </a:ext>
            </a:extLst>
          </p:cNvPr>
          <p:cNvSpPr/>
          <p:nvPr/>
        </p:nvSpPr>
        <p:spPr>
          <a:xfrm>
            <a:off x="2088062" y="2617059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712285C-DC12-2FEC-9C90-E03076CCF0A6}"/>
              </a:ext>
            </a:extLst>
          </p:cNvPr>
          <p:cNvSpPr/>
          <p:nvPr/>
        </p:nvSpPr>
        <p:spPr>
          <a:xfrm>
            <a:off x="2683318" y="2620334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1299552-9AB1-6EE0-DF21-24DEBA4B7712}"/>
              </a:ext>
            </a:extLst>
          </p:cNvPr>
          <p:cNvSpPr/>
          <p:nvPr/>
        </p:nvSpPr>
        <p:spPr>
          <a:xfrm>
            <a:off x="2240462" y="262007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2B86D0B8-3FA0-01F9-FA4F-88D29D152983}"/>
              </a:ext>
            </a:extLst>
          </p:cNvPr>
          <p:cNvSpPr/>
          <p:nvPr/>
        </p:nvSpPr>
        <p:spPr>
          <a:xfrm>
            <a:off x="548993" y="3599334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53CBC02-CECC-56C7-0E85-079AD631A2FC}"/>
              </a:ext>
            </a:extLst>
          </p:cNvPr>
          <p:cNvSpPr txBox="1"/>
          <p:nvPr/>
        </p:nvSpPr>
        <p:spPr>
          <a:xfrm>
            <a:off x="701637" y="3630367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공통코드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01177AB-7D93-3DC1-2982-FD6D26DCB261}"/>
              </a:ext>
            </a:extLst>
          </p:cNvPr>
          <p:cNvSpPr/>
          <p:nvPr/>
        </p:nvSpPr>
        <p:spPr>
          <a:xfrm>
            <a:off x="2386512" y="369623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6803A44-5FB7-E2E0-679C-C85975546E0E}"/>
              </a:ext>
            </a:extLst>
          </p:cNvPr>
          <p:cNvSpPr/>
          <p:nvPr/>
        </p:nvSpPr>
        <p:spPr>
          <a:xfrm>
            <a:off x="2088062" y="369220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F91146D-3BA0-47C5-5519-8CD1879BBC87}"/>
              </a:ext>
            </a:extLst>
          </p:cNvPr>
          <p:cNvSpPr/>
          <p:nvPr/>
        </p:nvSpPr>
        <p:spPr>
          <a:xfrm>
            <a:off x="2683318" y="3695483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EDD9F63-B3C0-E826-A1BF-216DA67E7531}"/>
              </a:ext>
            </a:extLst>
          </p:cNvPr>
          <p:cNvSpPr/>
          <p:nvPr/>
        </p:nvSpPr>
        <p:spPr>
          <a:xfrm>
            <a:off x="2240462" y="369522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F3CB2B28-84FE-88E0-4314-A9150D9B987B}"/>
              </a:ext>
            </a:extLst>
          </p:cNvPr>
          <p:cNvSpPr/>
          <p:nvPr/>
        </p:nvSpPr>
        <p:spPr>
          <a:xfrm>
            <a:off x="548993" y="2874539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A8FEBCD-AE01-F09E-870C-450E8318A43C}"/>
              </a:ext>
            </a:extLst>
          </p:cNvPr>
          <p:cNvSpPr txBox="1"/>
          <p:nvPr/>
        </p:nvSpPr>
        <p:spPr>
          <a:xfrm>
            <a:off x="668524" y="2905572"/>
            <a:ext cx="1273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채널별 소속 관리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106F9DB-4CE3-97A9-ED4D-8BFE16F842ED}"/>
              </a:ext>
            </a:extLst>
          </p:cNvPr>
          <p:cNvSpPr/>
          <p:nvPr/>
        </p:nvSpPr>
        <p:spPr>
          <a:xfrm>
            <a:off x="2386512" y="297144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1FB5CCC-CBA0-E0E0-0314-856C4CD4D101}"/>
              </a:ext>
            </a:extLst>
          </p:cNvPr>
          <p:cNvSpPr/>
          <p:nvPr/>
        </p:nvSpPr>
        <p:spPr>
          <a:xfrm>
            <a:off x="2088062" y="296741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44B37F7-D949-27FA-3F4E-096C8E24FC50}"/>
              </a:ext>
            </a:extLst>
          </p:cNvPr>
          <p:cNvSpPr/>
          <p:nvPr/>
        </p:nvSpPr>
        <p:spPr>
          <a:xfrm>
            <a:off x="2683318" y="2970688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5F97781-B5E0-DB7D-B008-5B70F38D1DE3}"/>
              </a:ext>
            </a:extLst>
          </p:cNvPr>
          <p:cNvSpPr/>
          <p:nvPr/>
        </p:nvSpPr>
        <p:spPr>
          <a:xfrm>
            <a:off x="2240462" y="297042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D97A5816-41D7-D5C2-49E1-388E9D2E264A}"/>
              </a:ext>
            </a:extLst>
          </p:cNvPr>
          <p:cNvSpPr/>
          <p:nvPr/>
        </p:nvSpPr>
        <p:spPr>
          <a:xfrm>
            <a:off x="556795" y="3949688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Opened Folder">
            <a:extLst>
              <a:ext uri="{FF2B5EF4-FFF2-40B4-BE49-F238E27FC236}">
                <a16:creationId xmlns:a16="http://schemas.microsoft.com/office/drawing/2014/main" id="{C33173FC-FB1E-D0D9-AA82-199D2AAC00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5310" y="4031611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48BA2A2-E56E-D2FF-C9B0-4A5EFEAC2868}"/>
              </a:ext>
            </a:extLst>
          </p:cNvPr>
          <p:cNvSpPr txBox="1"/>
          <p:nvPr/>
        </p:nvSpPr>
        <p:spPr>
          <a:xfrm>
            <a:off x="737641" y="3980721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메뉴관리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17C9679-8647-D483-3C5D-3A1FB26C6D57}"/>
              </a:ext>
            </a:extLst>
          </p:cNvPr>
          <p:cNvSpPr/>
          <p:nvPr/>
        </p:nvSpPr>
        <p:spPr>
          <a:xfrm>
            <a:off x="2394314" y="404659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C7AADC6-438C-6CD9-23D5-258062DA7315}"/>
              </a:ext>
            </a:extLst>
          </p:cNvPr>
          <p:cNvSpPr/>
          <p:nvPr/>
        </p:nvSpPr>
        <p:spPr>
          <a:xfrm>
            <a:off x="2095864" y="404256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B83C03BA-5E0E-A1F2-AFF8-58AC47FCDA15}"/>
              </a:ext>
            </a:extLst>
          </p:cNvPr>
          <p:cNvSpPr/>
          <p:nvPr/>
        </p:nvSpPr>
        <p:spPr>
          <a:xfrm>
            <a:off x="2691120" y="4045837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1127BA5C-092B-BD26-6BFD-C87A51A2E352}"/>
              </a:ext>
            </a:extLst>
          </p:cNvPr>
          <p:cNvSpPr/>
          <p:nvPr/>
        </p:nvSpPr>
        <p:spPr>
          <a:xfrm>
            <a:off x="2248264" y="404557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476A7377-CB69-E6F9-E2E9-3BACC621C412}"/>
              </a:ext>
            </a:extLst>
          </p:cNvPr>
          <p:cNvSpPr/>
          <p:nvPr/>
        </p:nvSpPr>
        <p:spPr>
          <a:xfrm>
            <a:off x="808823" y="4283789"/>
            <a:ext cx="2124565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A541B5B-D87B-214B-9179-A5B06BBC8C8C}"/>
              </a:ext>
            </a:extLst>
          </p:cNvPr>
          <p:cNvSpPr txBox="1"/>
          <p:nvPr/>
        </p:nvSpPr>
        <p:spPr>
          <a:xfrm>
            <a:off x="842265" y="4314822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관리자 메뉴관리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2497D01-A03C-7F43-71E6-5E2194FA7EA7}"/>
              </a:ext>
            </a:extLst>
          </p:cNvPr>
          <p:cNvSpPr/>
          <p:nvPr/>
        </p:nvSpPr>
        <p:spPr>
          <a:xfrm>
            <a:off x="2576736" y="438069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153D69C3-78E0-9356-F6CF-A502CC4923F1}"/>
              </a:ext>
            </a:extLst>
          </p:cNvPr>
          <p:cNvSpPr/>
          <p:nvPr/>
        </p:nvSpPr>
        <p:spPr>
          <a:xfrm>
            <a:off x="2278286" y="437666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8E3D49E-33E4-6245-46AD-A153AF92BADD}"/>
              </a:ext>
            </a:extLst>
          </p:cNvPr>
          <p:cNvSpPr/>
          <p:nvPr/>
        </p:nvSpPr>
        <p:spPr>
          <a:xfrm>
            <a:off x="2430686" y="437967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11D3F408-4B5D-B54E-CCB4-7619429395D3}"/>
              </a:ext>
            </a:extLst>
          </p:cNvPr>
          <p:cNvSpPr/>
          <p:nvPr/>
        </p:nvSpPr>
        <p:spPr>
          <a:xfrm>
            <a:off x="808823" y="4602368"/>
            <a:ext cx="2124565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9F6BDB6-A8E4-3FED-376A-A652A6AA9F28}"/>
              </a:ext>
            </a:extLst>
          </p:cNvPr>
          <p:cNvSpPr txBox="1"/>
          <p:nvPr/>
        </p:nvSpPr>
        <p:spPr>
          <a:xfrm>
            <a:off x="842265" y="4633401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사용자 메뉴관리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BF1A553-4B76-5F16-9331-1386F33FC1DC}"/>
              </a:ext>
            </a:extLst>
          </p:cNvPr>
          <p:cNvSpPr/>
          <p:nvPr/>
        </p:nvSpPr>
        <p:spPr>
          <a:xfrm>
            <a:off x="2576736" y="469927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BD54340-572A-338B-C8D2-45A9AA1DDB96}"/>
              </a:ext>
            </a:extLst>
          </p:cNvPr>
          <p:cNvSpPr/>
          <p:nvPr/>
        </p:nvSpPr>
        <p:spPr>
          <a:xfrm>
            <a:off x="2278286" y="469524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FE7C3ABF-C323-E1BB-F3FB-6E64A3BF923B}"/>
              </a:ext>
            </a:extLst>
          </p:cNvPr>
          <p:cNvSpPr/>
          <p:nvPr/>
        </p:nvSpPr>
        <p:spPr>
          <a:xfrm>
            <a:off x="2430686" y="469825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D1596123-869E-4562-E575-168367276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254361"/>
              </p:ext>
            </p:extLst>
          </p:nvPr>
        </p:nvGraphicFramePr>
        <p:xfrm>
          <a:off x="3133500" y="1751532"/>
          <a:ext cx="3763716" cy="71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197F7F3F-08C5-E92F-EAAB-0AFD6665F6B1}"/>
              </a:ext>
            </a:extLst>
          </p:cNvPr>
          <p:cNvSpPr/>
          <p:nvPr/>
        </p:nvSpPr>
        <p:spPr>
          <a:xfrm>
            <a:off x="6456769" y="251944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0FFCE51-62E8-6D49-CCD9-D9BB5EDFA0AA}"/>
              </a:ext>
            </a:extLst>
          </p:cNvPr>
          <p:cNvSpPr/>
          <p:nvPr/>
        </p:nvSpPr>
        <p:spPr>
          <a:xfrm>
            <a:off x="4088904" y="215027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B1C2A2-B634-61F0-FD69-AE83AC995011}"/>
              </a:ext>
            </a:extLst>
          </p:cNvPr>
          <p:cNvSpPr/>
          <p:nvPr/>
        </p:nvSpPr>
        <p:spPr>
          <a:xfrm>
            <a:off x="4092187" y="1964120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7D7DD5-2327-7FDA-434E-A1923C40B0B7}"/>
              </a:ext>
            </a:extLst>
          </p:cNvPr>
          <p:cNvSpPr/>
          <p:nvPr/>
        </p:nvSpPr>
        <p:spPr>
          <a:xfrm>
            <a:off x="5997116" y="25194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8D5CD06-F016-5A48-516F-2F40D769580F}"/>
              </a:ext>
            </a:extLst>
          </p:cNvPr>
          <p:cNvSpPr/>
          <p:nvPr/>
        </p:nvSpPr>
        <p:spPr>
          <a:xfrm>
            <a:off x="998146" y="1678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18F5E1D-A360-5621-1D43-78E8D0112997}"/>
              </a:ext>
            </a:extLst>
          </p:cNvPr>
          <p:cNvSpPr/>
          <p:nvPr/>
        </p:nvSpPr>
        <p:spPr>
          <a:xfrm>
            <a:off x="2599174" y="16690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A25CF5D-0E4D-E633-4760-482E4E85370D}"/>
              </a:ext>
            </a:extLst>
          </p:cNvPr>
          <p:cNvSpPr/>
          <p:nvPr/>
        </p:nvSpPr>
        <p:spPr>
          <a:xfrm>
            <a:off x="131257" y="205785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EE8E63C-9F3A-3DC9-853D-85FD45DF8BBC}"/>
              </a:ext>
            </a:extLst>
          </p:cNvPr>
          <p:cNvSpPr/>
          <p:nvPr/>
        </p:nvSpPr>
        <p:spPr>
          <a:xfrm>
            <a:off x="129743" y="1631207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6B3F473-FBFE-F0E0-F6A2-660B183B5555}"/>
              </a:ext>
            </a:extLst>
          </p:cNvPr>
          <p:cNvSpPr/>
          <p:nvPr/>
        </p:nvSpPr>
        <p:spPr>
          <a:xfrm>
            <a:off x="3063612" y="1627984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2963297-8D3B-4C0A-FEBF-C3D9B3D1B76E}"/>
              </a:ext>
            </a:extLst>
          </p:cNvPr>
          <p:cNvSpPr/>
          <p:nvPr/>
        </p:nvSpPr>
        <p:spPr>
          <a:xfrm>
            <a:off x="1945118" y="20895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EBF51CD-4588-5415-C722-3FD6EAE1ECFD}"/>
              </a:ext>
            </a:extLst>
          </p:cNvPr>
          <p:cNvSpPr/>
          <p:nvPr/>
        </p:nvSpPr>
        <p:spPr>
          <a:xfrm>
            <a:off x="2324732" y="206084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5B99AAD-D794-D952-5A67-6C48DD9BF7A4}"/>
              </a:ext>
            </a:extLst>
          </p:cNvPr>
          <p:cNvSpPr/>
          <p:nvPr/>
        </p:nvSpPr>
        <p:spPr>
          <a:xfrm>
            <a:off x="2828764" y="213285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88D87F7-A679-BBE1-BC40-252E2C81E722}"/>
              </a:ext>
            </a:extLst>
          </p:cNvPr>
          <p:cNvSpPr/>
          <p:nvPr/>
        </p:nvSpPr>
        <p:spPr>
          <a:xfrm>
            <a:off x="808823" y="4916801"/>
            <a:ext cx="2124565" cy="2875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0004B0-8F86-EEDC-8891-5DCA4822E8A6}"/>
              </a:ext>
            </a:extLst>
          </p:cNvPr>
          <p:cNvSpPr txBox="1"/>
          <p:nvPr/>
        </p:nvSpPr>
        <p:spPr>
          <a:xfrm>
            <a:off x="842265" y="4947834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미사용 메뉴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A749399-7D42-17D9-AC59-5DD597938BBD}"/>
              </a:ext>
            </a:extLst>
          </p:cNvPr>
          <p:cNvSpPr/>
          <p:nvPr/>
        </p:nvSpPr>
        <p:spPr>
          <a:xfrm>
            <a:off x="2576736" y="501370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2F6A6B4-7870-3EA7-9550-FFA19F376219}"/>
              </a:ext>
            </a:extLst>
          </p:cNvPr>
          <p:cNvSpPr/>
          <p:nvPr/>
        </p:nvSpPr>
        <p:spPr>
          <a:xfrm>
            <a:off x="2278286" y="500967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85DE23-0F31-C3BC-8A04-5B35851ECE40}"/>
              </a:ext>
            </a:extLst>
          </p:cNvPr>
          <p:cNvSpPr/>
          <p:nvPr/>
        </p:nvSpPr>
        <p:spPr>
          <a:xfrm>
            <a:off x="2430686" y="501268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0EA8220-D55C-2E2C-2664-7262C9C74D21}"/>
              </a:ext>
            </a:extLst>
          </p:cNvPr>
          <p:cNvSpPr/>
          <p:nvPr/>
        </p:nvSpPr>
        <p:spPr>
          <a:xfrm>
            <a:off x="556795" y="5251874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597FF7-1D0C-9E19-0007-42761C24E739}"/>
              </a:ext>
            </a:extLst>
          </p:cNvPr>
          <p:cNvSpPr txBox="1"/>
          <p:nvPr/>
        </p:nvSpPr>
        <p:spPr>
          <a:xfrm>
            <a:off x="737641" y="5282907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닫힌 메뉴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F7EB5DA-D6E8-6EF4-93F0-8D9246B008D8}"/>
              </a:ext>
            </a:extLst>
          </p:cNvPr>
          <p:cNvSpPr/>
          <p:nvPr/>
        </p:nvSpPr>
        <p:spPr>
          <a:xfrm>
            <a:off x="2394314" y="534877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74BD4FD-5173-D212-008F-AC28D9DBD562}"/>
              </a:ext>
            </a:extLst>
          </p:cNvPr>
          <p:cNvSpPr/>
          <p:nvPr/>
        </p:nvSpPr>
        <p:spPr>
          <a:xfrm>
            <a:off x="2095864" y="534474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0CC7AB-BD17-9F60-B4D7-336481CD875F}"/>
              </a:ext>
            </a:extLst>
          </p:cNvPr>
          <p:cNvSpPr/>
          <p:nvPr/>
        </p:nvSpPr>
        <p:spPr>
          <a:xfrm>
            <a:off x="2691120" y="5348023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B1C5166-FE39-59F6-251D-646C24E6F298}"/>
              </a:ext>
            </a:extLst>
          </p:cNvPr>
          <p:cNvSpPr/>
          <p:nvPr/>
        </p:nvSpPr>
        <p:spPr>
          <a:xfrm>
            <a:off x="2248264" y="534776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61" name="Folder">
            <a:extLst>
              <a:ext uri="{FF2B5EF4-FFF2-40B4-BE49-F238E27FC236}">
                <a16:creationId xmlns:a16="http://schemas.microsoft.com/office/drawing/2014/main" id="{D6CC9239-057D-598A-16AC-CD295B8E20F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5310" y="5322937"/>
            <a:ext cx="161925" cy="144462"/>
          </a:xfrm>
          <a:custGeom>
            <a:avLst/>
            <a:gdLst>
              <a:gd name="T0" fmla="*/ 163 w 1411"/>
              <a:gd name="T1" fmla="*/ 0 h 1248"/>
              <a:gd name="T2" fmla="*/ 0 w 1411"/>
              <a:gd name="T3" fmla="*/ 163 h 1248"/>
              <a:gd name="T4" fmla="*/ 0 w 1411"/>
              <a:gd name="T5" fmla="*/ 326 h 1248"/>
              <a:gd name="T6" fmla="*/ 0 w 1411"/>
              <a:gd name="T7" fmla="*/ 380 h 1248"/>
              <a:gd name="T8" fmla="*/ 0 w 1411"/>
              <a:gd name="T9" fmla="*/ 1085 h 1248"/>
              <a:gd name="T10" fmla="*/ 163 w 1411"/>
              <a:gd name="T11" fmla="*/ 1248 h 1248"/>
              <a:gd name="T12" fmla="*/ 1249 w 1411"/>
              <a:gd name="T13" fmla="*/ 1248 h 1248"/>
              <a:gd name="T14" fmla="*/ 1411 w 1411"/>
              <a:gd name="T15" fmla="*/ 1085 h 1248"/>
              <a:gd name="T16" fmla="*/ 1411 w 1411"/>
              <a:gd name="T17" fmla="*/ 326 h 1248"/>
              <a:gd name="T18" fmla="*/ 1249 w 1411"/>
              <a:gd name="T19" fmla="*/ 163 h 1248"/>
              <a:gd name="T20" fmla="*/ 597 w 1411"/>
              <a:gd name="T21" fmla="*/ 163 h 1248"/>
              <a:gd name="T22" fmla="*/ 434 w 1411"/>
              <a:gd name="T23" fmla="*/ 0 h 1248"/>
              <a:gd name="T24" fmla="*/ 163 w 1411"/>
              <a:gd name="T25" fmla="*/ 0 h 1248"/>
              <a:gd name="T26" fmla="*/ 163 w 1411"/>
              <a:gd name="T27" fmla="*/ 271 h 1248"/>
              <a:gd name="T28" fmla="*/ 1249 w 1411"/>
              <a:gd name="T29" fmla="*/ 271 h 1248"/>
              <a:gd name="T30" fmla="*/ 1303 w 1411"/>
              <a:gd name="T31" fmla="*/ 326 h 1248"/>
              <a:gd name="T32" fmla="*/ 1303 w 1411"/>
              <a:gd name="T33" fmla="*/ 1085 h 1248"/>
              <a:gd name="T34" fmla="*/ 1249 w 1411"/>
              <a:gd name="T35" fmla="*/ 1140 h 1248"/>
              <a:gd name="T36" fmla="*/ 163 w 1411"/>
              <a:gd name="T37" fmla="*/ 1140 h 1248"/>
              <a:gd name="T38" fmla="*/ 109 w 1411"/>
              <a:gd name="T39" fmla="*/ 1085 h 1248"/>
              <a:gd name="T40" fmla="*/ 109 w 1411"/>
              <a:gd name="T41" fmla="*/ 326 h 1248"/>
              <a:gd name="T42" fmla="*/ 163 w 1411"/>
              <a:gd name="T43" fmla="*/ 271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411" h="1248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326"/>
                </a:lnTo>
                <a:lnTo>
                  <a:pt x="0" y="380"/>
                </a:lnTo>
                <a:lnTo>
                  <a:pt x="0" y="1085"/>
                </a:lnTo>
                <a:cubicBezTo>
                  <a:pt x="0" y="1175"/>
                  <a:pt x="73" y="1248"/>
                  <a:pt x="163" y="1248"/>
                </a:cubicBezTo>
                <a:lnTo>
                  <a:pt x="1249" y="1248"/>
                </a:lnTo>
                <a:cubicBezTo>
                  <a:pt x="1338" y="1248"/>
                  <a:pt x="1411" y="1175"/>
                  <a:pt x="1411" y="1085"/>
                </a:cubicBezTo>
                <a:lnTo>
                  <a:pt x="1411" y="326"/>
                </a:lnTo>
                <a:cubicBezTo>
                  <a:pt x="1411" y="236"/>
                  <a:pt x="1338" y="163"/>
                  <a:pt x="1249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63" y="271"/>
                </a:moveTo>
                <a:lnTo>
                  <a:pt x="1249" y="271"/>
                </a:lnTo>
                <a:cubicBezTo>
                  <a:pt x="1279" y="271"/>
                  <a:pt x="1303" y="296"/>
                  <a:pt x="1303" y="326"/>
                </a:cubicBezTo>
                <a:lnTo>
                  <a:pt x="1303" y="1085"/>
                </a:lnTo>
                <a:cubicBezTo>
                  <a:pt x="1303" y="1115"/>
                  <a:pt x="1279" y="1140"/>
                  <a:pt x="1249" y="1140"/>
                </a:cubicBezTo>
                <a:lnTo>
                  <a:pt x="163" y="1140"/>
                </a:lnTo>
                <a:cubicBezTo>
                  <a:pt x="133" y="1140"/>
                  <a:pt x="109" y="1115"/>
                  <a:pt x="109" y="1085"/>
                </a:cubicBezTo>
                <a:lnTo>
                  <a:pt x="109" y="326"/>
                </a:lnTo>
                <a:cubicBezTo>
                  <a:pt x="109" y="296"/>
                  <a:pt x="133" y="271"/>
                  <a:pt x="163" y="271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7798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B6AA-05B7-9CD2-431F-780FDFCC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9CA90-7981-865E-82BB-384EAFC7AC6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메뉴관리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관리자메뉴관리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926363D1-5653-A6F0-249D-9FADEF04B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42316"/>
              </p:ext>
            </p:extLst>
          </p:nvPr>
        </p:nvGraphicFramePr>
        <p:xfrm>
          <a:off x="6969418" y="2548005"/>
          <a:ext cx="2772114" cy="26844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 메뉴관리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신규 등록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ID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자동 생성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URL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 필드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사용 여부 설정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설정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ID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URL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필드 정보 조회 미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사용 여부 설정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하위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신규 등록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ID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자동 생성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URL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 필드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사용 여부 설정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하위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설정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ID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필수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URL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입력 필드 정보 조회 미 수정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사용 여부 설정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74307AF-6046-AAFD-E295-54BDDEAC4411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>
                <a:solidFill>
                  <a:prstClr val="black"/>
                </a:solidFill>
              </a:rPr>
              <a:t>관리자메뉴관리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FD3AD0-ED63-1A2B-49D3-FA523D95FFB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028F7D-C542-D230-46C3-165777CEB003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734D0442-2E23-EF4C-34D6-201584C94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49522"/>
              </p:ext>
            </p:extLst>
          </p:nvPr>
        </p:nvGraphicFramePr>
        <p:xfrm>
          <a:off x="341839" y="1634582"/>
          <a:ext cx="3763716" cy="71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5283FEE-F0D7-C2D2-0790-B1D1CEF7B64E}"/>
              </a:ext>
            </a:extLst>
          </p:cNvPr>
          <p:cNvSpPr/>
          <p:nvPr/>
        </p:nvSpPr>
        <p:spPr>
          <a:xfrm>
            <a:off x="3665108" y="240249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FBC65C0-F762-B41D-9CBA-F0024F063347}"/>
              </a:ext>
            </a:extLst>
          </p:cNvPr>
          <p:cNvSpPr/>
          <p:nvPr/>
        </p:nvSpPr>
        <p:spPr>
          <a:xfrm>
            <a:off x="1297243" y="203332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4DDDEC-6572-ADB8-6CF1-270697F80480}"/>
              </a:ext>
            </a:extLst>
          </p:cNvPr>
          <p:cNvSpPr/>
          <p:nvPr/>
        </p:nvSpPr>
        <p:spPr>
          <a:xfrm>
            <a:off x="1300526" y="1847170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2C9C28-88BE-2CAC-AE1A-D60AC7FDB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891053"/>
              </p:ext>
            </p:extLst>
          </p:nvPr>
        </p:nvGraphicFramePr>
        <p:xfrm>
          <a:off x="3146527" y="2816932"/>
          <a:ext cx="3763716" cy="71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100126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8147CAE-851D-678D-EF47-F60D3914BFE1}"/>
              </a:ext>
            </a:extLst>
          </p:cNvPr>
          <p:cNvSpPr/>
          <p:nvPr/>
        </p:nvSpPr>
        <p:spPr>
          <a:xfrm>
            <a:off x="6469796" y="358484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12ABD1-0259-6DC1-EDE8-944E7D1E4FE7}"/>
              </a:ext>
            </a:extLst>
          </p:cNvPr>
          <p:cNvSpPr/>
          <p:nvPr/>
        </p:nvSpPr>
        <p:spPr>
          <a:xfrm>
            <a:off x="4101931" y="321567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~~~~</a:t>
            </a:r>
            <a:r>
              <a:rPr lang="en-US" altLang="ko-KR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mene.List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683280-56E6-EAC3-1DB1-74275ECD9E63}"/>
              </a:ext>
            </a:extLst>
          </p:cNvPr>
          <p:cNvSpPr/>
          <p:nvPr/>
        </p:nvSpPr>
        <p:spPr>
          <a:xfrm>
            <a:off x="4105214" y="3029520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채널관리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C0D0639-D005-6A8A-430C-BCB018608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79220"/>
              </p:ext>
            </p:extLst>
          </p:nvPr>
        </p:nvGraphicFramePr>
        <p:xfrm>
          <a:off x="347474" y="3956850"/>
          <a:ext cx="3763716" cy="903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메뉴관리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06585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1737FC-EAB0-8606-2893-CE67CCBFC091}"/>
              </a:ext>
            </a:extLst>
          </p:cNvPr>
          <p:cNvSpPr/>
          <p:nvPr/>
        </p:nvSpPr>
        <p:spPr>
          <a:xfrm>
            <a:off x="3670743" y="4916329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8ACE71-DDE9-78EA-B1CE-57F1FB0A445A}"/>
              </a:ext>
            </a:extLst>
          </p:cNvPr>
          <p:cNvSpPr/>
          <p:nvPr/>
        </p:nvSpPr>
        <p:spPr>
          <a:xfrm>
            <a:off x="1302878" y="4547155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DFE32D-DEA2-CB52-BA2B-926C31044501}"/>
              </a:ext>
            </a:extLst>
          </p:cNvPr>
          <p:cNvSpPr/>
          <p:nvPr/>
        </p:nvSpPr>
        <p:spPr>
          <a:xfrm>
            <a:off x="1306161" y="4361001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F64A3AB-5B4B-20F5-5CF8-D2DCD0ACE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915333"/>
              </p:ext>
            </p:extLst>
          </p:nvPr>
        </p:nvGraphicFramePr>
        <p:xfrm>
          <a:off x="3152503" y="5325648"/>
          <a:ext cx="3763716" cy="903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메뉴관리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17308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100126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97385B-42D5-DA79-FE02-11477E3F1877}"/>
              </a:ext>
            </a:extLst>
          </p:cNvPr>
          <p:cNvSpPr/>
          <p:nvPr/>
        </p:nvSpPr>
        <p:spPr>
          <a:xfrm>
            <a:off x="6475772" y="6273584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5A5789-B4AE-F4A1-3186-4C680F440F6A}"/>
              </a:ext>
            </a:extLst>
          </p:cNvPr>
          <p:cNvSpPr/>
          <p:nvPr/>
        </p:nvSpPr>
        <p:spPr>
          <a:xfrm>
            <a:off x="4107907" y="5902488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~~~~</a:t>
            </a:r>
            <a:r>
              <a:rPr lang="en-US" altLang="ko-KR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mene.List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0C9AB9-BAE5-A1BA-96A9-9C12F440ED68}"/>
              </a:ext>
            </a:extLst>
          </p:cNvPr>
          <p:cNvSpPr/>
          <p:nvPr/>
        </p:nvSpPr>
        <p:spPr>
          <a:xfrm>
            <a:off x="4111190" y="571633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관리자 메뉴관리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1D1E5F8-E7BB-5D0F-9A5E-00412D911D6C}"/>
              </a:ext>
            </a:extLst>
          </p:cNvPr>
          <p:cNvSpPr/>
          <p:nvPr/>
        </p:nvSpPr>
        <p:spPr>
          <a:xfrm>
            <a:off x="3214572" y="240249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E113D69-764B-3B0A-E901-9600B61381FE}"/>
              </a:ext>
            </a:extLst>
          </p:cNvPr>
          <p:cNvSpPr/>
          <p:nvPr/>
        </p:nvSpPr>
        <p:spPr>
          <a:xfrm>
            <a:off x="6019260" y="35848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13A4281-04AB-5572-2D45-AFFC47A0CECE}"/>
              </a:ext>
            </a:extLst>
          </p:cNvPr>
          <p:cNvSpPr/>
          <p:nvPr/>
        </p:nvSpPr>
        <p:spPr>
          <a:xfrm>
            <a:off x="3220207" y="4916329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6AD55CE-1F3C-BEE0-968D-7F8004D5190E}"/>
              </a:ext>
            </a:extLst>
          </p:cNvPr>
          <p:cNvSpPr/>
          <p:nvPr/>
        </p:nvSpPr>
        <p:spPr>
          <a:xfrm>
            <a:off x="6025236" y="6273584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380D2137-3A11-8B7C-E102-64EE5337D861}"/>
              </a:ext>
            </a:extLst>
          </p:cNvPr>
          <p:cNvSpPr/>
          <p:nvPr/>
        </p:nvSpPr>
        <p:spPr>
          <a:xfrm>
            <a:off x="176834" y="145618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86E29AB-643E-4141-0D5F-A156262B3947}"/>
              </a:ext>
            </a:extLst>
          </p:cNvPr>
          <p:cNvSpPr/>
          <p:nvPr/>
        </p:nvSpPr>
        <p:spPr>
          <a:xfrm>
            <a:off x="2900557" y="260093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EBD0A26E-4DC8-622D-77B2-B0FAFB904A42}"/>
              </a:ext>
            </a:extLst>
          </p:cNvPr>
          <p:cNvSpPr/>
          <p:nvPr/>
        </p:nvSpPr>
        <p:spPr>
          <a:xfrm>
            <a:off x="182745" y="3771403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F5F9C99-43BA-B264-A724-10A1A629D1B0}"/>
              </a:ext>
            </a:extLst>
          </p:cNvPr>
          <p:cNvSpPr/>
          <p:nvPr/>
        </p:nvSpPr>
        <p:spPr>
          <a:xfrm>
            <a:off x="2930527" y="5223430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4013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6728-0AEB-BE26-5982-14C3A7FA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C03CC7CB-ADF1-9FAF-BE99-3386A5E6B35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CFF708-FD65-8D86-B858-2A2CD492326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0BC047-22E7-8D68-517D-A27E177E802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시스템관리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메뉴관리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 err="1">
                <a:solidFill>
                  <a:prstClr val="black"/>
                </a:solidFill>
              </a:rPr>
              <a:t>사용자메뉴관리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39A8B3-06A7-122B-E7E8-AAD41D7B32BB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>
                <a:solidFill>
                  <a:prstClr val="black"/>
                </a:solidFill>
              </a:rPr>
              <a:t>사용자메뉴관리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2542D3F-1B4A-E49D-5DB3-089C74D548CD}"/>
              </a:ext>
            </a:extLst>
          </p:cNvPr>
          <p:cNvGrpSpPr/>
          <p:nvPr/>
        </p:nvGrpSpPr>
        <p:grpSpPr>
          <a:xfrm>
            <a:off x="200472" y="1389499"/>
            <a:ext cx="6732749" cy="239072"/>
            <a:chOff x="200472" y="1389499"/>
            <a:chExt cx="6732749" cy="239072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944905B-4FDB-103B-9337-0D2BF22FB3BB}"/>
                </a:ext>
              </a:extLst>
            </p:cNvPr>
            <p:cNvCxnSpPr/>
            <p:nvPr/>
          </p:nvCxnSpPr>
          <p:spPr>
            <a:xfrm>
              <a:off x="200472" y="1628571"/>
              <a:ext cx="67320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1ED2793-FFF2-DBB6-32EA-9D0398FCAFC3}"/>
                </a:ext>
              </a:extLst>
            </p:cNvPr>
            <p:cNvSpPr txBox="1"/>
            <p:nvPr/>
          </p:nvSpPr>
          <p:spPr>
            <a:xfrm>
              <a:off x="4484949" y="1389499"/>
              <a:ext cx="24482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dirty="0"/>
                <a:t>홈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시스템관리</a:t>
              </a:r>
              <a:r>
                <a:rPr lang="en-US" altLang="ko-KR" sz="900" dirty="0"/>
                <a:t>&gt;</a:t>
              </a:r>
              <a:r>
                <a:rPr lang="ko-KR" altLang="en-US" sz="900" dirty="0"/>
                <a:t>메뉴관리</a:t>
              </a:r>
              <a:r>
                <a:rPr lang="en-US" altLang="ko-KR" sz="900" dirty="0"/>
                <a:t>&gt;</a:t>
              </a:r>
              <a:r>
                <a:rPr lang="ko-KR" altLang="en-US" sz="900" dirty="0" err="1"/>
                <a:t>사용자메뉴관리</a:t>
              </a:r>
              <a:endParaRPr lang="ko-KR" altLang="en-US" sz="9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F60AA0D-2865-2C88-6588-DC6D51178393}"/>
                </a:ext>
              </a:extLst>
            </p:cNvPr>
            <p:cNvSpPr txBox="1"/>
            <p:nvPr/>
          </p:nvSpPr>
          <p:spPr>
            <a:xfrm>
              <a:off x="200472" y="1389499"/>
              <a:ext cx="16611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사용자</a:t>
              </a:r>
              <a:r>
                <a:rPr lang="en-US" altLang="ko-KR" sz="900" b="1" dirty="0"/>
                <a:t> </a:t>
              </a:r>
              <a:r>
                <a:rPr lang="ko-KR" altLang="en-US" sz="900" b="1" dirty="0"/>
                <a:t>메뉴관리</a:t>
              </a:r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149DBA7-326F-8B40-8BBC-BB77E834C3E0}"/>
              </a:ext>
            </a:extLst>
          </p:cNvPr>
          <p:cNvSpPr/>
          <p:nvPr/>
        </p:nvSpPr>
        <p:spPr>
          <a:xfrm>
            <a:off x="200469" y="1700808"/>
            <a:ext cx="2810335" cy="4716524"/>
          </a:xfrm>
          <a:prstGeom prst="roundRect">
            <a:avLst>
              <a:gd name="adj" fmla="val 3198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0DC8322-67FC-858B-9F18-160BB087594D}"/>
              </a:ext>
            </a:extLst>
          </p:cNvPr>
          <p:cNvSpPr/>
          <p:nvPr/>
        </p:nvSpPr>
        <p:spPr>
          <a:xfrm>
            <a:off x="1134110" y="1820136"/>
            <a:ext cx="756084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펼치기 ▼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28A66A0-E419-2272-9E4F-B135197B8C32}"/>
              </a:ext>
            </a:extLst>
          </p:cNvPr>
          <p:cNvSpPr/>
          <p:nvPr/>
        </p:nvSpPr>
        <p:spPr>
          <a:xfrm>
            <a:off x="2720752" y="1827206"/>
            <a:ext cx="180020" cy="197638"/>
          </a:xfrm>
          <a:prstGeom prst="round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+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BC1B09-7EDB-0937-7C0A-D2EC7A144578}"/>
              </a:ext>
            </a:extLst>
          </p:cNvPr>
          <p:cNvSpPr txBox="1"/>
          <p:nvPr/>
        </p:nvSpPr>
        <p:spPr>
          <a:xfrm>
            <a:off x="225041" y="1808820"/>
            <a:ext cx="809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/>
              <a:t>메뉴 구조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72A6F98-D4EA-6F47-DDC6-3D04C3AC3F2B}"/>
              </a:ext>
            </a:extLst>
          </p:cNvPr>
          <p:cNvSpPr/>
          <p:nvPr/>
        </p:nvSpPr>
        <p:spPr>
          <a:xfrm>
            <a:off x="261045" y="2173831"/>
            <a:ext cx="2675731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5BD7921-FFE9-F07B-F3A0-23A31D5FA7E6}"/>
              </a:ext>
            </a:extLst>
          </p:cNvPr>
          <p:cNvSpPr/>
          <p:nvPr/>
        </p:nvSpPr>
        <p:spPr>
          <a:xfrm>
            <a:off x="1928664" y="1826626"/>
            <a:ext cx="756084" cy="1976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</a:rPr>
              <a:t>닫기 ▲ 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Opened Folder">
            <a:extLst>
              <a:ext uri="{FF2B5EF4-FFF2-40B4-BE49-F238E27FC236}">
                <a16:creationId xmlns:a16="http://schemas.microsoft.com/office/drawing/2014/main" id="{152CFE3A-9D21-E409-B8A7-16C1E98C165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5480" y="2255754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E7722C-A224-9125-4EC8-3F0152297C8F}"/>
              </a:ext>
            </a:extLst>
          </p:cNvPr>
          <p:cNvSpPr txBox="1"/>
          <p:nvPr/>
        </p:nvSpPr>
        <p:spPr>
          <a:xfrm>
            <a:off x="593625" y="2204864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회사소개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A94E494-C0D6-2DCE-8AC0-959FC1B62C71}"/>
              </a:ext>
            </a:extLst>
          </p:cNvPr>
          <p:cNvSpPr/>
          <p:nvPr/>
        </p:nvSpPr>
        <p:spPr>
          <a:xfrm>
            <a:off x="2386512" y="227073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6808386-BDFC-EF77-6AAD-AA0FB2093CA0}"/>
              </a:ext>
            </a:extLst>
          </p:cNvPr>
          <p:cNvSpPr/>
          <p:nvPr/>
        </p:nvSpPr>
        <p:spPr>
          <a:xfrm>
            <a:off x="2088062" y="226670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6B25CC-7756-9073-001F-EC43A2B75995}"/>
              </a:ext>
            </a:extLst>
          </p:cNvPr>
          <p:cNvSpPr/>
          <p:nvPr/>
        </p:nvSpPr>
        <p:spPr>
          <a:xfrm>
            <a:off x="2683318" y="2269980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39011A7-729E-E52A-7C2F-088A3612A3AF}"/>
              </a:ext>
            </a:extLst>
          </p:cNvPr>
          <p:cNvSpPr/>
          <p:nvPr/>
        </p:nvSpPr>
        <p:spPr>
          <a:xfrm>
            <a:off x="2240462" y="226971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86BA533-1D15-12AC-97E8-6B8DCFA96162}"/>
              </a:ext>
            </a:extLst>
          </p:cNvPr>
          <p:cNvSpPr/>
          <p:nvPr/>
        </p:nvSpPr>
        <p:spPr>
          <a:xfrm>
            <a:off x="261045" y="3248980"/>
            <a:ext cx="2675731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Opened Folder">
            <a:extLst>
              <a:ext uri="{FF2B5EF4-FFF2-40B4-BE49-F238E27FC236}">
                <a16:creationId xmlns:a16="http://schemas.microsoft.com/office/drawing/2014/main" id="{E6B759E5-38F9-CC9F-D9A7-A017FD7ABE4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85480" y="3330903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7F29A6-2923-AB34-0B23-A7F88A2CEED2}"/>
              </a:ext>
            </a:extLst>
          </p:cNvPr>
          <p:cNvSpPr txBox="1"/>
          <p:nvPr/>
        </p:nvSpPr>
        <p:spPr>
          <a:xfrm>
            <a:off x="593625" y="3280013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마이페이지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DF446FC-F7F1-C230-28C1-271D8E013FAF}"/>
              </a:ext>
            </a:extLst>
          </p:cNvPr>
          <p:cNvSpPr/>
          <p:nvPr/>
        </p:nvSpPr>
        <p:spPr>
          <a:xfrm>
            <a:off x="2386512" y="3345885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53BC123-FA8B-B2E2-AD67-491A088E583B}"/>
              </a:ext>
            </a:extLst>
          </p:cNvPr>
          <p:cNvSpPr/>
          <p:nvPr/>
        </p:nvSpPr>
        <p:spPr>
          <a:xfrm>
            <a:off x="2088062" y="3341854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9BA8581-90F4-02BA-FD18-172DF9E455A3}"/>
              </a:ext>
            </a:extLst>
          </p:cNvPr>
          <p:cNvSpPr/>
          <p:nvPr/>
        </p:nvSpPr>
        <p:spPr>
          <a:xfrm>
            <a:off x="2683318" y="3345129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CB2601F-9199-4353-B8CB-9BD595A847BF}"/>
              </a:ext>
            </a:extLst>
          </p:cNvPr>
          <p:cNvSpPr/>
          <p:nvPr/>
        </p:nvSpPr>
        <p:spPr>
          <a:xfrm>
            <a:off x="2240462" y="3344867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83247EC-5628-D0FC-7645-A1E1F0602543}"/>
              </a:ext>
            </a:extLst>
          </p:cNvPr>
          <p:cNvSpPr/>
          <p:nvPr/>
        </p:nvSpPr>
        <p:spPr>
          <a:xfrm>
            <a:off x="548993" y="2524185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B2A646-9EA8-558D-7CD1-C87D00646843}"/>
              </a:ext>
            </a:extLst>
          </p:cNvPr>
          <p:cNvSpPr txBox="1"/>
          <p:nvPr/>
        </p:nvSpPr>
        <p:spPr>
          <a:xfrm>
            <a:off x="668524" y="2555218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이용약관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AED3F42-0C04-9719-06D8-81EDEFD15A44}"/>
              </a:ext>
            </a:extLst>
          </p:cNvPr>
          <p:cNvSpPr/>
          <p:nvPr/>
        </p:nvSpPr>
        <p:spPr>
          <a:xfrm>
            <a:off x="2386512" y="2621090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358EEB0-09E9-0F79-3AC3-B133A022770D}"/>
              </a:ext>
            </a:extLst>
          </p:cNvPr>
          <p:cNvSpPr/>
          <p:nvPr/>
        </p:nvSpPr>
        <p:spPr>
          <a:xfrm>
            <a:off x="2088062" y="2617059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A11C448-D560-7088-CE02-976F1A88E2B0}"/>
              </a:ext>
            </a:extLst>
          </p:cNvPr>
          <p:cNvSpPr/>
          <p:nvPr/>
        </p:nvSpPr>
        <p:spPr>
          <a:xfrm>
            <a:off x="2683318" y="2620334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FE1004A-38E8-5DB4-0984-1FEA2F326317}"/>
              </a:ext>
            </a:extLst>
          </p:cNvPr>
          <p:cNvSpPr/>
          <p:nvPr/>
        </p:nvSpPr>
        <p:spPr>
          <a:xfrm>
            <a:off x="2240462" y="262007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25447AF-F6A5-4A93-D91A-5FD17283A56D}"/>
              </a:ext>
            </a:extLst>
          </p:cNvPr>
          <p:cNvSpPr/>
          <p:nvPr/>
        </p:nvSpPr>
        <p:spPr>
          <a:xfrm>
            <a:off x="548993" y="3599334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EFCE32-FBB7-EE4F-8B06-6E396E3865E6}"/>
              </a:ext>
            </a:extLst>
          </p:cNvPr>
          <p:cNvSpPr txBox="1"/>
          <p:nvPr/>
        </p:nvSpPr>
        <p:spPr>
          <a:xfrm>
            <a:off x="701637" y="3630367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대시보드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84671B7-A388-517C-DDB3-1C3796ADBB67}"/>
              </a:ext>
            </a:extLst>
          </p:cNvPr>
          <p:cNvSpPr/>
          <p:nvPr/>
        </p:nvSpPr>
        <p:spPr>
          <a:xfrm>
            <a:off x="2386512" y="369623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AE65D37-FAA9-2A8C-8635-1C84F51C9588}"/>
              </a:ext>
            </a:extLst>
          </p:cNvPr>
          <p:cNvSpPr/>
          <p:nvPr/>
        </p:nvSpPr>
        <p:spPr>
          <a:xfrm>
            <a:off x="2088062" y="369220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753A4EB-4151-0B03-1131-DA91EDA740DA}"/>
              </a:ext>
            </a:extLst>
          </p:cNvPr>
          <p:cNvSpPr/>
          <p:nvPr/>
        </p:nvSpPr>
        <p:spPr>
          <a:xfrm>
            <a:off x="2683318" y="3695483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8A62861-E8F1-6CDF-3CA5-19800FE8D3EB}"/>
              </a:ext>
            </a:extLst>
          </p:cNvPr>
          <p:cNvSpPr/>
          <p:nvPr/>
        </p:nvSpPr>
        <p:spPr>
          <a:xfrm>
            <a:off x="2240462" y="369522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52F6523-9F68-6F45-7142-A1E0223F63C4}"/>
              </a:ext>
            </a:extLst>
          </p:cNvPr>
          <p:cNvSpPr/>
          <p:nvPr/>
        </p:nvSpPr>
        <p:spPr>
          <a:xfrm>
            <a:off x="548993" y="2874539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87036E-602E-0502-5F68-F705A4E5C87F}"/>
              </a:ext>
            </a:extLst>
          </p:cNvPr>
          <p:cNvSpPr txBox="1"/>
          <p:nvPr/>
        </p:nvSpPr>
        <p:spPr>
          <a:xfrm>
            <a:off x="668524" y="2905572"/>
            <a:ext cx="12737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개인정보 취급방침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190743-3807-2F1C-C7AD-19693A87B3E2}"/>
              </a:ext>
            </a:extLst>
          </p:cNvPr>
          <p:cNvSpPr/>
          <p:nvPr/>
        </p:nvSpPr>
        <p:spPr>
          <a:xfrm>
            <a:off x="2386512" y="297144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8E05B0-44A2-BB47-AF0B-0C6CAA0E378C}"/>
              </a:ext>
            </a:extLst>
          </p:cNvPr>
          <p:cNvSpPr/>
          <p:nvPr/>
        </p:nvSpPr>
        <p:spPr>
          <a:xfrm>
            <a:off x="2088062" y="296741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DD18EDF-EA5D-B8E1-B810-11004D606FB4}"/>
              </a:ext>
            </a:extLst>
          </p:cNvPr>
          <p:cNvSpPr/>
          <p:nvPr/>
        </p:nvSpPr>
        <p:spPr>
          <a:xfrm>
            <a:off x="2683318" y="2970688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486EF78-D6E9-71E5-A555-4E57C10A8E39}"/>
              </a:ext>
            </a:extLst>
          </p:cNvPr>
          <p:cNvSpPr/>
          <p:nvPr/>
        </p:nvSpPr>
        <p:spPr>
          <a:xfrm>
            <a:off x="2240462" y="297042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3BA484F-A905-4A82-DDD5-E1AF546A1093}"/>
              </a:ext>
            </a:extLst>
          </p:cNvPr>
          <p:cNvSpPr/>
          <p:nvPr/>
        </p:nvSpPr>
        <p:spPr>
          <a:xfrm>
            <a:off x="556795" y="3949688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Opened Folder">
            <a:extLst>
              <a:ext uri="{FF2B5EF4-FFF2-40B4-BE49-F238E27FC236}">
                <a16:creationId xmlns:a16="http://schemas.microsoft.com/office/drawing/2014/main" id="{D4A635FE-5C07-B2D4-5769-4F948A4CE5E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5310" y="4031611"/>
            <a:ext cx="163513" cy="123825"/>
          </a:xfrm>
          <a:custGeom>
            <a:avLst/>
            <a:gdLst>
              <a:gd name="T0" fmla="*/ 163 w 1415"/>
              <a:gd name="T1" fmla="*/ 0 h 1085"/>
              <a:gd name="T2" fmla="*/ 0 w 1415"/>
              <a:gd name="T3" fmla="*/ 163 h 1085"/>
              <a:gd name="T4" fmla="*/ 0 w 1415"/>
              <a:gd name="T5" fmla="*/ 922 h 1085"/>
              <a:gd name="T6" fmla="*/ 161 w 1415"/>
              <a:gd name="T7" fmla="*/ 1085 h 1085"/>
              <a:gd name="T8" fmla="*/ 1029 w 1415"/>
              <a:gd name="T9" fmla="*/ 1085 h 1085"/>
              <a:gd name="T10" fmla="*/ 1231 w 1415"/>
              <a:gd name="T11" fmla="*/ 951 h 1085"/>
              <a:gd name="T12" fmla="*/ 1231 w 1415"/>
              <a:gd name="T13" fmla="*/ 950 h 1085"/>
              <a:gd name="T14" fmla="*/ 1399 w 1415"/>
              <a:gd name="T15" fmla="*/ 497 h 1085"/>
              <a:gd name="T16" fmla="*/ 1392 w 1415"/>
              <a:gd name="T17" fmla="*/ 378 h 1085"/>
              <a:gd name="T18" fmla="*/ 1282 w 1415"/>
              <a:gd name="T19" fmla="*/ 325 h 1085"/>
              <a:gd name="T20" fmla="*/ 1194 w 1415"/>
              <a:gd name="T21" fmla="*/ 325 h 1085"/>
              <a:gd name="T22" fmla="*/ 1031 w 1415"/>
              <a:gd name="T23" fmla="*/ 163 h 1085"/>
              <a:gd name="T24" fmla="*/ 597 w 1415"/>
              <a:gd name="T25" fmla="*/ 163 h 1085"/>
              <a:gd name="T26" fmla="*/ 434 w 1415"/>
              <a:gd name="T27" fmla="*/ 0 h 1085"/>
              <a:gd name="T28" fmla="*/ 163 w 1415"/>
              <a:gd name="T29" fmla="*/ 0 h 1085"/>
              <a:gd name="T30" fmla="*/ 1282 w 1415"/>
              <a:gd name="T31" fmla="*/ 434 h 1085"/>
              <a:gd name="T32" fmla="*/ 1297 w 1415"/>
              <a:gd name="T33" fmla="*/ 459 h 1085"/>
              <a:gd name="T34" fmla="*/ 1129 w 1415"/>
              <a:gd name="T35" fmla="*/ 912 h 1085"/>
              <a:gd name="T36" fmla="*/ 1029 w 1415"/>
              <a:gd name="T37" fmla="*/ 977 h 1085"/>
              <a:gd name="T38" fmla="*/ 161 w 1415"/>
              <a:gd name="T39" fmla="*/ 977 h 1085"/>
              <a:gd name="T40" fmla="*/ 146 w 1415"/>
              <a:gd name="T41" fmla="*/ 950 h 1085"/>
              <a:gd name="T42" fmla="*/ 312 w 1415"/>
              <a:gd name="T43" fmla="*/ 500 h 1085"/>
              <a:gd name="T44" fmla="*/ 314 w 1415"/>
              <a:gd name="T45" fmla="*/ 500 h 1085"/>
              <a:gd name="T46" fmla="*/ 397 w 1415"/>
              <a:gd name="T47" fmla="*/ 434 h 1085"/>
              <a:gd name="T48" fmla="*/ 1282 w 1415"/>
              <a:gd name="T49" fmla="*/ 434 h 10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15" h="1085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922"/>
                </a:lnTo>
                <a:cubicBezTo>
                  <a:pt x="0" y="1048"/>
                  <a:pt x="63" y="1085"/>
                  <a:pt x="161" y="1085"/>
                </a:cubicBezTo>
                <a:lnTo>
                  <a:pt x="1029" y="1085"/>
                </a:lnTo>
                <a:cubicBezTo>
                  <a:pt x="1116" y="1085"/>
                  <a:pt x="1197" y="1031"/>
                  <a:pt x="1231" y="951"/>
                </a:cubicBezTo>
                <a:lnTo>
                  <a:pt x="1231" y="950"/>
                </a:lnTo>
                <a:cubicBezTo>
                  <a:pt x="1287" y="800"/>
                  <a:pt x="1344" y="643"/>
                  <a:pt x="1399" y="497"/>
                </a:cubicBezTo>
                <a:cubicBezTo>
                  <a:pt x="1415" y="457"/>
                  <a:pt x="1415" y="412"/>
                  <a:pt x="1392" y="378"/>
                </a:cubicBezTo>
                <a:cubicBezTo>
                  <a:pt x="1369" y="343"/>
                  <a:pt x="1325" y="325"/>
                  <a:pt x="1282" y="325"/>
                </a:cubicBezTo>
                <a:lnTo>
                  <a:pt x="1194" y="325"/>
                </a:lnTo>
                <a:cubicBezTo>
                  <a:pt x="1194" y="236"/>
                  <a:pt x="1121" y="163"/>
                  <a:pt x="1031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282" y="434"/>
                </a:moveTo>
                <a:cubicBezTo>
                  <a:pt x="1312" y="434"/>
                  <a:pt x="1299" y="450"/>
                  <a:pt x="1297" y="459"/>
                </a:cubicBezTo>
                <a:cubicBezTo>
                  <a:pt x="1241" y="610"/>
                  <a:pt x="1186" y="762"/>
                  <a:pt x="1129" y="912"/>
                </a:cubicBezTo>
                <a:cubicBezTo>
                  <a:pt x="1115" y="942"/>
                  <a:pt x="1061" y="977"/>
                  <a:pt x="1029" y="977"/>
                </a:cubicBezTo>
                <a:lnTo>
                  <a:pt x="161" y="977"/>
                </a:lnTo>
                <a:cubicBezTo>
                  <a:pt x="138" y="977"/>
                  <a:pt x="138" y="969"/>
                  <a:pt x="146" y="950"/>
                </a:cubicBezTo>
                <a:lnTo>
                  <a:pt x="312" y="500"/>
                </a:lnTo>
                <a:lnTo>
                  <a:pt x="314" y="500"/>
                </a:lnTo>
                <a:cubicBezTo>
                  <a:pt x="326" y="470"/>
                  <a:pt x="349" y="434"/>
                  <a:pt x="397" y="434"/>
                </a:cubicBezTo>
                <a:lnTo>
                  <a:pt x="1282" y="434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4834758-321A-ED27-0D80-0BB7C290462A}"/>
              </a:ext>
            </a:extLst>
          </p:cNvPr>
          <p:cNvSpPr txBox="1"/>
          <p:nvPr/>
        </p:nvSpPr>
        <p:spPr>
          <a:xfrm>
            <a:off x="737641" y="3980721"/>
            <a:ext cx="12601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회원정보관리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2DC64B0-C1DA-8A8D-8965-2F4BF4FAF985}"/>
              </a:ext>
            </a:extLst>
          </p:cNvPr>
          <p:cNvSpPr/>
          <p:nvPr/>
        </p:nvSpPr>
        <p:spPr>
          <a:xfrm>
            <a:off x="2394314" y="404659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30DD731-06E7-8B1E-B22F-8B31990B3189}"/>
              </a:ext>
            </a:extLst>
          </p:cNvPr>
          <p:cNvSpPr/>
          <p:nvPr/>
        </p:nvSpPr>
        <p:spPr>
          <a:xfrm>
            <a:off x="2095864" y="404256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A0E5AE9-1CD5-0386-743A-62CDAD11F2DD}"/>
              </a:ext>
            </a:extLst>
          </p:cNvPr>
          <p:cNvSpPr/>
          <p:nvPr/>
        </p:nvSpPr>
        <p:spPr>
          <a:xfrm>
            <a:off x="2691120" y="4045837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AF2D5D0-D626-704E-7E95-1199367EEF54}"/>
              </a:ext>
            </a:extLst>
          </p:cNvPr>
          <p:cNvSpPr/>
          <p:nvPr/>
        </p:nvSpPr>
        <p:spPr>
          <a:xfrm>
            <a:off x="2248264" y="404557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550817CC-9455-B703-7A63-CAE890EC994D}"/>
              </a:ext>
            </a:extLst>
          </p:cNvPr>
          <p:cNvSpPr/>
          <p:nvPr/>
        </p:nvSpPr>
        <p:spPr>
          <a:xfrm>
            <a:off x="808823" y="4283789"/>
            <a:ext cx="2124565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C97872-1DAF-AC6C-B0F3-B76CBFB650FE}"/>
              </a:ext>
            </a:extLst>
          </p:cNvPr>
          <p:cNvSpPr txBox="1"/>
          <p:nvPr/>
        </p:nvSpPr>
        <p:spPr>
          <a:xfrm>
            <a:off x="842265" y="4314822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계정정보 수정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B6F1A8F-D00C-2EFF-1162-788EA7D014B7}"/>
              </a:ext>
            </a:extLst>
          </p:cNvPr>
          <p:cNvSpPr/>
          <p:nvPr/>
        </p:nvSpPr>
        <p:spPr>
          <a:xfrm>
            <a:off x="2576736" y="4380694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A9B4218-BAC8-8AD3-37B8-E496593D8101}"/>
              </a:ext>
            </a:extLst>
          </p:cNvPr>
          <p:cNvSpPr/>
          <p:nvPr/>
        </p:nvSpPr>
        <p:spPr>
          <a:xfrm>
            <a:off x="2278286" y="4376663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88576B-DC28-4D72-040F-14FC28C79B02}"/>
              </a:ext>
            </a:extLst>
          </p:cNvPr>
          <p:cNvSpPr/>
          <p:nvPr/>
        </p:nvSpPr>
        <p:spPr>
          <a:xfrm>
            <a:off x="2430686" y="4379676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2DB960D-B26F-AB74-D1DF-FE9D8F89104F}"/>
              </a:ext>
            </a:extLst>
          </p:cNvPr>
          <p:cNvSpPr/>
          <p:nvPr/>
        </p:nvSpPr>
        <p:spPr>
          <a:xfrm>
            <a:off x="808823" y="4602368"/>
            <a:ext cx="2124565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BE0F0F-58A9-01F5-5379-25BAEED3FA7B}"/>
              </a:ext>
            </a:extLst>
          </p:cNvPr>
          <p:cNvSpPr txBox="1"/>
          <p:nvPr/>
        </p:nvSpPr>
        <p:spPr>
          <a:xfrm>
            <a:off x="842265" y="4633401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회원 탈퇴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BEACC0F-FC88-C55D-AF4D-7DBDDCEF42B4}"/>
              </a:ext>
            </a:extLst>
          </p:cNvPr>
          <p:cNvSpPr/>
          <p:nvPr/>
        </p:nvSpPr>
        <p:spPr>
          <a:xfrm>
            <a:off x="2576736" y="4699273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7F0ECE2-8C79-3157-A69B-6FB27904CCD1}"/>
              </a:ext>
            </a:extLst>
          </p:cNvPr>
          <p:cNvSpPr/>
          <p:nvPr/>
        </p:nvSpPr>
        <p:spPr>
          <a:xfrm>
            <a:off x="2278286" y="4695242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82FDC70-42C5-C10C-F70D-559348B567CF}"/>
              </a:ext>
            </a:extLst>
          </p:cNvPr>
          <p:cNvSpPr/>
          <p:nvPr/>
        </p:nvSpPr>
        <p:spPr>
          <a:xfrm>
            <a:off x="2430686" y="469825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0C79FC98-F25A-1380-78AB-20DE55971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7602"/>
              </p:ext>
            </p:extLst>
          </p:nvPr>
        </p:nvGraphicFramePr>
        <p:xfrm>
          <a:off x="3133500" y="1751532"/>
          <a:ext cx="3763716" cy="71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1" name="직사각형 80">
            <a:extLst>
              <a:ext uri="{FF2B5EF4-FFF2-40B4-BE49-F238E27FC236}">
                <a16:creationId xmlns:a16="http://schemas.microsoft.com/office/drawing/2014/main" id="{4DE84D0B-FED2-FFED-7B7C-43425237E5E8}"/>
              </a:ext>
            </a:extLst>
          </p:cNvPr>
          <p:cNvSpPr/>
          <p:nvPr/>
        </p:nvSpPr>
        <p:spPr>
          <a:xfrm>
            <a:off x="6456769" y="251944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2E75786-F8F0-3E73-FCBE-552596610D13}"/>
              </a:ext>
            </a:extLst>
          </p:cNvPr>
          <p:cNvSpPr/>
          <p:nvPr/>
        </p:nvSpPr>
        <p:spPr>
          <a:xfrm>
            <a:off x="4088904" y="215027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1CB78A7-3962-C59F-A268-747D7023266A}"/>
              </a:ext>
            </a:extLst>
          </p:cNvPr>
          <p:cNvSpPr/>
          <p:nvPr/>
        </p:nvSpPr>
        <p:spPr>
          <a:xfrm>
            <a:off x="4092187" y="1964120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DABCD96A-4464-532D-B6B0-E066B27C5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83543"/>
              </p:ext>
            </p:extLst>
          </p:nvPr>
        </p:nvGraphicFramePr>
        <p:xfrm>
          <a:off x="3146527" y="2816932"/>
          <a:ext cx="3763716" cy="718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100126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" name="직사각형 84">
            <a:extLst>
              <a:ext uri="{FF2B5EF4-FFF2-40B4-BE49-F238E27FC236}">
                <a16:creationId xmlns:a16="http://schemas.microsoft.com/office/drawing/2014/main" id="{655EAF33-58DB-88B8-6A95-B283CA404516}"/>
              </a:ext>
            </a:extLst>
          </p:cNvPr>
          <p:cNvSpPr/>
          <p:nvPr/>
        </p:nvSpPr>
        <p:spPr>
          <a:xfrm>
            <a:off x="6469796" y="358484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FA299F8-6CEF-EC90-F3EC-A8C4C2DEAE29}"/>
              </a:ext>
            </a:extLst>
          </p:cNvPr>
          <p:cNvSpPr/>
          <p:nvPr/>
        </p:nvSpPr>
        <p:spPr>
          <a:xfrm>
            <a:off x="4101931" y="321567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~~~~</a:t>
            </a:r>
            <a:r>
              <a:rPr lang="en-US" altLang="ko-KR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mene.List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7762467-2595-03B2-2268-977C5BA1CA49}"/>
              </a:ext>
            </a:extLst>
          </p:cNvPr>
          <p:cNvSpPr/>
          <p:nvPr/>
        </p:nvSpPr>
        <p:spPr>
          <a:xfrm>
            <a:off x="4105214" y="3029520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회사소개</a:t>
            </a: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A4D79A33-3095-EBB8-F8CF-0B3F6293B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4171"/>
              </p:ext>
            </p:extLst>
          </p:nvPr>
        </p:nvGraphicFramePr>
        <p:xfrm>
          <a:off x="3139476" y="3924669"/>
          <a:ext cx="3763716" cy="903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회사소개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065856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자동생성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9" name="직사각형 88">
            <a:extLst>
              <a:ext uri="{FF2B5EF4-FFF2-40B4-BE49-F238E27FC236}">
                <a16:creationId xmlns:a16="http://schemas.microsoft.com/office/drawing/2014/main" id="{61E97EFF-1618-6EE8-C4BC-29B56BDB8802}"/>
              </a:ext>
            </a:extLst>
          </p:cNvPr>
          <p:cNvSpPr/>
          <p:nvPr/>
        </p:nvSpPr>
        <p:spPr>
          <a:xfrm>
            <a:off x="6462745" y="488414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24CDBE5-D565-87D3-C7A7-3E15C28ABEE2}"/>
              </a:ext>
            </a:extLst>
          </p:cNvPr>
          <p:cNvSpPr/>
          <p:nvPr/>
        </p:nvSpPr>
        <p:spPr>
          <a:xfrm>
            <a:off x="4094880" y="4514974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825C500-430D-2F8A-5FF4-3194A0F00171}"/>
              </a:ext>
            </a:extLst>
          </p:cNvPr>
          <p:cNvSpPr/>
          <p:nvPr/>
        </p:nvSpPr>
        <p:spPr>
          <a:xfrm>
            <a:off x="4098163" y="4328820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3CAC3C5D-2132-D72C-6C11-9C8609D53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448983"/>
              </p:ext>
            </p:extLst>
          </p:nvPr>
        </p:nvGraphicFramePr>
        <p:xfrm>
          <a:off x="3152503" y="5181632"/>
          <a:ext cx="3763716" cy="903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회사소개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173081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100126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759992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93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 </a:t>
                      </a:r>
                      <a:r>
                        <a:rPr lang="en-US" altLang="ko-KR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kern="0" dirty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31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kern="0" dirty="0">
                          <a:solidFill>
                            <a:srgbClr val="000000"/>
                          </a:solidFill>
                        </a:rPr>
                        <a:t>● 사용  ○ 미사용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3" name="직사각형 92">
            <a:extLst>
              <a:ext uri="{FF2B5EF4-FFF2-40B4-BE49-F238E27FC236}">
                <a16:creationId xmlns:a16="http://schemas.microsoft.com/office/drawing/2014/main" id="{F7179165-B958-D128-C47D-FF5ABAE05B91}"/>
              </a:ext>
            </a:extLst>
          </p:cNvPr>
          <p:cNvSpPr/>
          <p:nvPr/>
        </p:nvSpPr>
        <p:spPr>
          <a:xfrm>
            <a:off x="6475772" y="6129568"/>
            <a:ext cx="439932" cy="143748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ECA84AB-9D6A-2E7B-704E-A82CB4A6100E}"/>
              </a:ext>
            </a:extLst>
          </p:cNvPr>
          <p:cNvSpPr/>
          <p:nvPr/>
        </p:nvSpPr>
        <p:spPr>
          <a:xfrm>
            <a:off x="4107907" y="5758472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en-US" altLang="ko-KR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~~~~</a:t>
            </a:r>
            <a:r>
              <a:rPr lang="en-US" altLang="ko-KR" sz="600" dirty="0" err="1">
                <a:solidFill>
                  <a:prstClr val="black">
                    <a:lumMod val="95000"/>
                    <a:lumOff val="5000"/>
                  </a:prstClr>
                </a:solidFill>
              </a:rPr>
              <a:t>mene.List</a:t>
            </a:r>
            <a:endParaRPr lang="ko-KR" altLang="en-US" sz="6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FF9A39B-0722-0DFE-A74C-9AB30075868A}"/>
              </a:ext>
            </a:extLst>
          </p:cNvPr>
          <p:cNvSpPr/>
          <p:nvPr/>
        </p:nvSpPr>
        <p:spPr>
          <a:xfrm>
            <a:off x="4111190" y="5572318"/>
            <a:ext cx="2737946" cy="1188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lang="ko-KR" altLang="en-US" sz="6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이용약관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2F8489A-688B-08D6-799B-F9BC4230A94E}"/>
              </a:ext>
            </a:extLst>
          </p:cNvPr>
          <p:cNvSpPr/>
          <p:nvPr/>
        </p:nvSpPr>
        <p:spPr>
          <a:xfrm>
            <a:off x="6006233" y="25194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834BDF-918F-FC37-55CE-75F227AE79BA}"/>
              </a:ext>
            </a:extLst>
          </p:cNvPr>
          <p:cNvSpPr/>
          <p:nvPr/>
        </p:nvSpPr>
        <p:spPr>
          <a:xfrm>
            <a:off x="6019260" y="35848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CA86666-3335-B27A-97A4-750F94F949F6}"/>
              </a:ext>
            </a:extLst>
          </p:cNvPr>
          <p:cNvSpPr/>
          <p:nvPr/>
        </p:nvSpPr>
        <p:spPr>
          <a:xfrm>
            <a:off x="6012209" y="488414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4F822FE-C86F-793C-A5EF-7ED4B1A40021}"/>
              </a:ext>
            </a:extLst>
          </p:cNvPr>
          <p:cNvSpPr/>
          <p:nvPr/>
        </p:nvSpPr>
        <p:spPr>
          <a:xfrm>
            <a:off x="6025236" y="6129568"/>
            <a:ext cx="439932" cy="143748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저장</a:t>
            </a:r>
          </a:p>
        </p:txBody>
      </p:sp>
      <p:graphicFrame>
        <p:nvGraphicFramePr>
          <p:cNvPr id="2" name="Group 260">
            <a:extLst>
              <a:ext uri="{FF2B5EF4-FFF2-40B4-BE49-F238E27FC236}">
                <a16:creationId xmlns:a16="http://schemas.microsoft.com/office/drawing/2014/main" id="{ABEB973E-033B-D463-AA8B-B9A613460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272383"/>
              </p:ext>
            </p:extLst>
          </p:nvPr>
        </p:nvGraphicFramePr>
        <p:xfrm>
          <a:off x="6969418" y="2548005"/>
          <a:ext cx="2772114" cy="435481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메뉴관리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구성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등록 관리 기능 구현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상세 정보 설정 영역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상세 정보 등록 관리 영역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상세 설정 내용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최초 영역 자체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NULL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활성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 펼치기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전체 닫기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아코디언 방식으로 전체 메뉴 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(1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신규 메뉴 등록 페이지 노출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오른쪽 영역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- 3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메뉴 하위 메뉴는 구성하지 않음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6727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등록된 메뉴를 폴더 트리 구조로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미 사용 메뉴는 비활성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색상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처리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하위 메뉴가 포함된 상위 메뉴는 폴더 아이콘 표기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메뉴명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하위 메뉴 아코디언 방식으로 활성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비활성 처리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32234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▲▼ 메뉴 이동 버튼</a:t>
                      </a:r>
                      <a:endParaRPr kumimoji="1" lang="ko-KR" altLang="en-US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메뉴 정보 노출 순서 설정 기능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이동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하로 각각 한 칸씩 이동 후 저장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. 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메뉴는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상태로만 이동 가능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메뉴 이동시 하위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뎁스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메뉴 같이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72175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설정 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오른쪽 영역 메뉴 상세 내역 노출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6941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하위 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 + 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- +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현재 메뉴 하위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뎁스의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신규 메뉴 등록 페이지 노출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오른쪽 영역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83694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6692DDC9-8D51-D325-DE04-8E43B8326F64}"/>
              </a:ext>
            </a:extLst>
          </p:cNvPr>
          <p:cNvSpPr/>
          <p:nvPr/>
        </p:nvSpPr>
        <p:spPr>
          <a:xfrm>
            <a:off x="998146" y="16786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3E7B200-ACF1-6BFC-BA83-97300A639024}"/>
              </a:ext>
            </a:extLst>
          </p:cNvPr>
          <p:cNvSpPr/>
          <p:nvPr/>
        </p:nvSpPr>
        <p:spPr>
          <a:xfrm>
            <a:off x="2599174" y="1669004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39E1CF8-A62B-9013-4B86-6DDAD3E6B5CE}"/>
              </a:ext>
            </a:extLst>
          </p:cNvPr>
          <p:cNvSpPr/>
          <p:nvPr/>
        </p:nvSpPr>
        <p:spPr>
          <a:xfrm>
            <a:off x="131257" y="2057859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1C2F17-CF26-E7E1-8531-1DB7BAC67577}"/>
              </a:ext>
            </a:extLst>
          </p:cNvPr>
          <p:cNvSpPr/>
          <p:nvPr/>
        </p:nvSpPr>
        <p:spPr>
          <a:xfrm>
            <a:off x="129743" y="1631207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A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BFADC8D-2FDE-7353-7E61-B088999CA990}"/>
              </a:ext>
            </a:extLst>
          </p:cNvPr>
          <p:cNvSpPr/>
          <p:nvPr/>
        </p:nvSpPr>
        <p:spPr>
          <a:xfrm>
            <a:off x="3063612" y="1627984"/>
            <a:ext cx="216000" cy="216000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B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DF228FB-358C-DAC8-45CD-CC4E397568CF}"/>
              </a:ext>
            </a:extLst>
          </p:cNvPr>
          <p:cNvSpPr/>
          <p:nvPr/>
        </p:nvSpPr>
        <p:spPr>
          <a:xfrm>
            <a:off x="1945118" y="2089561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4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F460885-C7FA-3CEE-4926-76CFA447B6F7}"/>
              </a:ext>
            </a:extLst>
          </p:cNvPr>
          <p:cNvSpPr/>
          <p:nvPr/>
        </p:nvSpPr>
        <p:spPr>
          <a:xfrm>
            <a:off x="2324732" y="206084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5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F0868C8-B869-6732-6B37-7187C6623631}"/>
              </a:ext>
            </a:extLst>
          </p:cNvPr>
          <p:cNvSpPr/>
          <p:nvPr/>
        </p:nvSpPr>
        <p:spPr>
          <a:xfrm>
            <a:off x="2828764" y="2132856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6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811B0D4-AD99-DFBD-AAC0-18E6483592B6}"/>
              </a:ext>
            </a:extLst>
          </p:cNvPr>
          <p:cNvSpPr/>
          <p:nvPr/>
        </p:nvSpPr>
        <p:spPr>
          <a:xfrm>
            <a:off x="808823" y="4916801"/>
            <a:ext cx="2124565" cy="28754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8D6EB-8A5E-4056-78D6-D5530F01DE0D}"/>
              </a:ext>
            </a:extLst>
          </p:cNvPr>
          <p:cNvSpPr txBox="1"/>
          <p:nvPr/>
        </p:nvSpPr>
        <p:spPr>
          <a:xfrm>
            <a:off x="842265" y="4947834"/>
            <a:ext cx="1099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미사용 메뉴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F7F607-EFC4-1BEB-470E-62CA59E4B05D}"/>
              </a:ext>
            </a:extLst>
          </p:cNvPr>
          <p:cNvSpPr/>
          <p:nvPr/>
        </p:nvSpPr>
        <p:spPr>
          <a:xfrm>
            <a:off x="2576736" y="5013706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13CE3A-5763-77D9-673C-055C1F097940}"/>
              </a:ext>
            </a:extLst>
          </p:cNvPr>
          <p:cNvSpPr/>
          <p:nvPr/>
        </p:nvSpPr>
        <p:spPr>
          <a:xfrm>
            <a:off x="2278286" y="5009675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B2FE84-80F6-8AAE-D7FE-DA0C4BAC6A9C}"/>
              </a:ext>
            </a:extLst>
          </p:cNvPr>
          <p:cNvSpPr/>
          <p:nvPr/>
        </p:nvSpPr>
        <p:spPr>
          <a:xfrm>
            <a:off x="2430686" y="501268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E134C86-E449-3050-4E47-5A080C7621C5}"/>
              </a:ext>
            </a:extLst>
          </p:cNvPr>
          <p:cNvSpPr/>
          <p:nvPr/>
        </p:nvSpPr>
        <p:spPr>
          <a:xfrm>
            <a:off x="556795" y="5251874"/>
            <a:ext cx="2387783" cy="2875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E3EF96B-3E49-7546-D5B3-7B3B41E728FC}"/>
              </a:ext>
            </a:extLst>
          </p:cNvPr>
          <p:cNvSpPr txBox="1"/>
          <p:nvPr/>
        </p:nvSpPr>
        <p:spPr>
          <a:xfrm>
            <a:off x="737641" y="5282907"/>
            <a:ext cx="7949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닫힌 메뉴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02E4E21-FBE6-070A-1073-48BA922ADCBB}"/>
              </a:ext>
            </a:extLst>
          </p:cNvPr>
          <p:cNvSpPr/>
          <p:nvPr/>
        </p:nvSpPr>
        <p:spPr>
          <a:xfrm>
            <a:off x="2394314" y="5348779"/>
            <a:ext cx="252028" cy="10774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>
                <a:solidFill>
                  <a:schemeClr val="bg1"/>
                </a:solidFill>
              </a:rPr>
              <a:t>설정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BDA53B7D-234A-FB6A-1C2D-83CB71B00983}"/>
              </a:ext>
            </a:extLst>
          </p:cNvPr>
          <p:cNvSpPr/>
          <p:nvPr/>
        </p:nvSpPr>
        <p:spPr>
          <a:xfrm>
            <a:off x="2095864" y="5344748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▲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F91FD48-BA75-2A7E-B921-382C0D32A9B6}"/>
              </a:ext>
            </a:extLst>
          </p:cNvPr>
          <p:cNvSpPr/>
          <p:nvPr/>
        </p:nvSpPr>
        <p:spPr>
          <a:xfrm>
            <a:off x="2691120" y="5348023"/>
            <a:ext cx="155396" cy="107744"/>
          </a:xfrm>
          <a:prstGeom prst="rect">
            <a:avLst/>
          </a:prstGeom>
          <a:solidFill>
            <a:srgbClr val="0000FF"/>
          </a:solidFill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+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EBB6187-9C7F-F3BF-61C7-93AB32FE9485}"/>
              </a:ext>
            </a:extLst>
          </p:cNvPr>
          <p:cNvSpPr/>
          <p:nvPr/>
        </p:nvSpPr>
        <p:spPr>
          <a:xfrm>
            <a:off x="2248264" y="5347761"/>
            <a:ext cx="119527" cy="1077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▼</a:t>
            </a:r>
          </a:p>
        </p:txBody>
      </p:sp>
      <p:sp>
        <p:nvSpPr>
          <p:cNvPr id="106" name="Folder">
            <a:extLst>
              <a:ext uri="{FF2B5EF4-FFF2-40B4-BE49-F238E27FC236}">
                <a16:creationId xmlns:a16="http://schemas.microsoft.com/office/drawing/2014/main" id="{C23F74F7-94EC-6143-72D7-D3704190640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45310" y="5322937"/>
            <a:ext cx="161925" cy="144462"/>
          </a:xfrm>
          <a:custGeom>
            <a:avLst/>
            <a:gdLst>
              <a:gd name="T0" fmla="*/ 163 w 1411"/>
              <a:gd name="T1" fmla="*/ 0 h 1248"/>
              <a:gd name="T2" fmla="*/ 0 w 1411"/>
              <a:gd name="T3" fmla="*/ 163 h 1248"/>
              <a:gd name="T4" fmla="*/ 0 w 1411"/>
              <a:gd name="T5" fmla="*/ 326 h 1248"/>
              <a:gd name="T6" fmla="*/ 0 w 1411"/>
              <a:gd name="T7" fmla="*/ 380 h 1248"/>
              <a:gd name="T8" fmla="*/ 0 w 1411"/>
              <a:gd name="T9" fmla="*/ 1085 h 1248"/>
              <a:gd name="T10" fmla="*/ 163 w 1411"/>
              <a:gd name="T11" fmla="*/ 1248 h 1248"/>
              <a:gd name="T12" fmla="*/ 1249 w 1411"/>
              <a:gd name="T13" fmla="*/ 1248 h 1248"/>
              <a:gd name="T14" fmla="*/ 1411 w 1411"/>
              <a:gd name="T15" fmla="*/ 1085 h 1248"/>
              <a:gd name="T16" fmla="*/ 1411 w 1411"/>
              <a:gd name="T17" fmla="*/ 326 h 1248"/>
              <a:gd name="T18" fmla="*/ 1249 w 1411"/>
              <a:gd name="T19" fmla="*/ 163 h 1248"/>
              <a:gd name="T20" fmla="*/ 597 w 1411"/>
              <a:gd name="T21" fmla="*/ 163 h 1248"/>
              <a:gd name="T22" fmla="*/ 434 w 1411"/>
              <a:gd name="T23" fmla="*/ 0 h 1248"/>
              <a:gd name="T24" fmla="*/ 163 w 1411"/>
              <a:gd name="T25" fmla="*/ 0 h 1248"/>
              <a:gd name="T26" fmla="*/ 163 w 1411"/>
              <a:gd name="T27" fmla="*/ 271 h 1248"/>
              <a:gd name="T28" fmla="*/ 1249 w 1411"/>
              <a:gd name="T29" fmla="*/ 271 h 1248"/>
              <a:gd name="T30" fmla="*/ 1303 w 1411"/>
              <a:gd name="T31" fmla="*/ 326 h 1248"/>
              <a:gd name="T32" fmla="*/ 1303 w 1411"/>
              <a:gd name="T33" fmla="*/ 1085 h 1248"/>
              <a:gd name="T34" fmla="*/ 1249 w 1411"/>
              <a:gd name="T35" fmla="*/ 1140 h 1248"/>
              <a:gd name="T36" fmla="*/ 163 w 1411"/>
              <a:gd name="T37" fmla="*/ 1140 h 1248"/>
              <a:gd name="T38" fmla="*/ 109 w 1411"/>
              <a:gd name="T39" fmla="*/ 1085 h 1248"/>
              <a:gd name="T40" fmla="*/ 109 w 1411"/>
              <a:gd name="T41" fmla="*/ 326 h 1248"/>
              <a:gd name="T42" fmla="*/ 163 w 1411"/>
              <a:gd name="T43" fmla="*/ 271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411" h="1248">
                <a:moveTo>
                  <a:pt x="163" y="0"/>
                </a:moveTo>
                <a:cubicBezTo>
                  <a:pt x="73" y="0"/>
                  <a:pt x="0" y="73"/>
                  <a:pt x="0" y="163"/>
                </a:cubicBezTo>
                <a:lnTo>
                  <a:pt x="0" y="326"/>
                </a:lnTo>
                <a:lnTo>
                  <a:pt x="0" y="380"/>
                </a:lnTo>
                <a:lnTo>
                  <a:pt x="0" y="1085"/>
                </a:lnTo>
                <a:cubicBezTo>
                  <a:pt x="0" y="1175"/>
                  <a:pt x="73" y="1248"/>
                  <a:pt x="163" y="1248"/>
                </a:cubicBezTo>
                <a:lnTo>
                  <a:pt x="1249" y="1248"/>
                </a:lnTo>
                <a:cubicBezTo>
                  <a:pt x="1338" y="1248"/>
                  <a:pt x="1411" y="1175"/>
                  <a:pt x="1411" y="1085"/>
                </a:cubicBezTo>
                <a:lnTo>
                  <a:pt x="1411" y="326"/>
                </a:lnTo>
                <a:cubicBezTo>
                  <a:pt x="1411" y="236"/>
                  <a:pt x="1338" y="163"/>
                  <a:pt x="1249" y="163"/>
                </a:cubicBezTo>
                <a:lnTo>
                  <a:pt x="597" y="163"/>
                </a:lnTo>
                <a:cubicBezTo>
                  <a:pt x="597" y="73"/>
                  <a:pt x="524" y="0"/>
                  <a:pt x="434" y="0"/>
                </a:cubicBezTo>
                <a:lnTo>
                  <a:pt x="163" y="0"/>
                </a:lnTo>
                <a:close/>
                <a:moveTo>
                  <a:pt x="163" y="271"/>
                </a:moveTo>
                <a:lnTo>
                  <a:pt x="1249" y="271"/>
                </a:lnTo>
                <a:cubicBezTo>
                  <a:pt x="1279" y="271"/>
                  <a:pt x="1303" y="296"/>
                  <a:pt x="1303" y="326"/>
                </a:cubicBezTo>
                <a:lnTo>
                  <a:pt x="1303" y="1085"/>
                </a:lnTo>
                <a:cubicBezTo>
                  <a:pt x="1303" y="1115"/>
                  <a:pt x="1279" y="1140"/>
                  <a:pt x="1249" y="1140"/>
                </a:cubicBezTo>
                <a:lnTo>
                  <a:pt x="163" y="1140"/>
                </a:lnTo>
                <a:cubicBezTo>
                  <a:pt x="133" y="1140"/>
                  <a:pt x="109" y="1115"/>
                  <a:pt x="109" y="1085"/>
                </a:cubicBezTo>
                <a:lnTo>
                  <a:pt x="109" y="326"/>
                </a:lnTo>
                <a:cubicBezTo>
                  <a:pt x="109" y="296"/>
                  <a:pt x="133" y="271"/>
                  <a:pt x="163" y="271"/>
                </a:cubicBez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0381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AA1B-9A01-9E88-8075-671ABB95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978678F8-D461-A90D-2384-FAD8EF7D33AB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3A58DFC7-EFA0-5EE2-0016-4EA595F0B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로그인 메뉴 구성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 marL="171450" indent="-171450">
              <a:spcAft>
                <a:spcPts val="300"/>
              </a:spcAft>
              <a:buFontTx/>
              <a:buChar char="-"/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로그인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C305A6B8-FD0A-FD6A-C60E-DB1F9C6A3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로그인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6C148457-0E01-866F-8388-9DE9E079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09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825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CBC3-C9C2-1B4F-DE5D-23ABAFFD0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11912821-122E-F561-2411-3A0F3569D39E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219C5024-BEAB-F0A9-0734-2941BF878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로그인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8A447D25-FD29-6C34-D7D1-40913716A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277977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로그인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9315F59-5927-24CF-78C5-18F21E03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5431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BE50-BF98-FA79-7402-8635FD80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E4D1DA-9526-F827-BB40-94AAB30A992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latinLnBrk="0"/>
            <a:r>
              <a:rPr lang="ko-KR" altLang="en-US" sz="700" dirty="0">
                <a:solidFill>
                  <a:prstClr val="black"/>
                </a:solidFill>
              </a:rPr>
              <a:t>홈</a:t>
            </a:r>
            <a:r>
              <a:rPr lang="en-US" altLang="ko-KR" sz="700" dirty="0">
                <a:solidFill>
                  <a:prstClr val="black"/>
                </a:solidFill>
              </a:rPr>
              <a:t>&gt;</a:t>
            </a:r>
            <a:r>
              <a:rPr lang="ko-KR" altLang="en-US" sz="700" dirty="0">
                <a:solidFill>
                  <a:prstClr val="black"/>
                </a:solidFill>
              </a:rPr>
              <a:t>로그인</a:t>
            </a:r>
          </a:p>
        </p:txBody>
      </p:sp>
      <p:graphicFrame>
        <p:nvGraphicFramePr>
          <p:cNvPr id="3" name="Group 260">
            <a:extLst>
              <a:ext uri="{FF2B5EF4-FFF2-40B4-BE49-F238E27FC236}">
                <a16:creationId xmlns:a16="http://schemas.microsoft.com/office/drawing/2014/main" id="{1D484960-146C-59BF-44FF-C4454D567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35828"/>
              </p:ext>
            </p:extLst>
          </p:nvPr>
        </p:nvGraphicFramePr>
        <p:xfrm>
          <a:off x="6969418" y="2548005"/>
          <a:ext cx="2772114" cy="24933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로그인</a:t>
                      </a:r>
                      <a:endParaRPr kumimoji="1" lang="en-US" altLang="ko-KR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 입력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 입력 필드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관리자 계정은 담당자가 직접 등록하여 사용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92737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저장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입력한 아이디 브라우저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56829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버튼</a:t>
                      </a: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버튼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정상적은 아이디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 로그인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1" indent="0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아이디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 오류 등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알럿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메시지 노출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&lt;</a:t>
                      </a:r>
                      <a:r>
                        <a:rPr kumimoji="1" lang="ko-KR" altLang="en-US" sz="7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알럿</a:t>
                      </a:r>
                      <a:r>
                        <a:rPr kumimoji="1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메시지</a:t>
                      </a:r>
                      <a: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</a:t>
                      </a:r>
                      <a:br>
                        <a:rPr kumimoji="1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 안됨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아이디를 입력해 주세요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패스워드를 입력해 주세요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2.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입력 오류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or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둘 다 맞지 않은 경우</a:t>
                      </a:r>
                      <a:b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1)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아이디와 패스워드가 맞지 않습니다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올바른 아이디와 패스워드를 입력해 주시기 바랍니다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826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D8FE26C-E781-68E5-B79B-D788DBAFC128}"/>
              </a:ext>
            </a:extLst>
          </p:cNvPr>
          <p:cNvSpPr txBox="1"/>
          <p:nvPr/>
        </p:nvSpPr>
        <p:spPr>
          <a:xfrm>
            <a:off x="6969418" y="1340768"/>
            <a:ext cx="277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>
                <a:solidFill>
                  <a:prstClr val="black"/>
                </a:solidFill>
              </a:rPr>
              <a:t>로그인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AC7C92-53F7-085E-8C0F-F20AB902E7D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</a:rPr>
              <a:t>로그인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73F8EE-AEC5-7E58-FC24-30A1B42B0C0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D06CEC-017C-8013-42FA-C7D0D1D769DC}"/>
              </a:ext>
            </a:extLst>
          </p:cNvPr>
          <p:cNvSpPr/>
          <p:nvPr/>
        </p:nvSpPr>
        <p:spPr>
          <a:xfrm>
            <a:off x="656692" y="2319186"/>
            <a:ext cx="5508612" cy="13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4A24C6E-6D58-3F11-50D3-AD8ADDCEF6C6}"/>
              </a:ext>
            </a:extLst>
          </p:cNvPr>
          <p:cNvGrpSpPr/>
          <p:nvPr/>
        </p:nvGrpSpPr>
        <p:grpSpPr>
          <a:xfrm>
            <a:off x="2288704" y="2453651"/>
            <a:ext cx="2602643" cy="2255708"/>
            <a:chOff x="2288704" y="2453651"/>
            <a:chExt cx="2602643" cy="225570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23763D-A974-2E63-E1BD-BD93A1316AEA}"/>
                </a:ext>
              </a:extLst>
            </p:cNvPr>
            <p:cNvSpPr txBox="1"/>
            <p:nvPr/>
          </p:nvSpPr>
          <p:spPr>
            <a:xfrm>
              <a:off x="2288704" y="2453651"/>
              <a:ext cx="26026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 err="1">
                  <a:solidFill>
                    <a:srgbClr val="2858A9"/>
                  </a:solidFill>
                </a:rPr>
                <a:t>wiz</a:t>
              </a:r>
              <a:r>
                <a:rPr lang="en-US" altLang="ko-KR" sz="2400" b="1" dirty="0" err="1">
                  <a:solidFill>
                    <a:srgbClr val="E853A1"/>
                  </a:solidFill>
                </a:rPr>
                <a:t>shop</a:t>
              </a:r>
              <a:r>
                <a:rPr lang="en-US" altLang="ko-KR" sz="2400" b="1" dirty="0">
                  <a:solidFill>
                    <a:srgbClr val="E853A1"/>
                  </a:solidFill>
                </a:rPr>
                <a:t> </a:t>
              </a:r>
              <a:r>
                <a:rPr lang="en-US" altLang="ko-KR" sz="2400" b="1" dirty="0"/>
                <a:t>Admin</a:t>
              </a:r>
              <a:endParaRPr lang="ko-KR" altLang="en-US" sz="2400" b="1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4A8EB3F-21C2-E891-5B78-35C3365B4A23}"/>
                </a:ext>
              </a:extLst>
            </p:cNvPr>
            <p:cNvSpPr/>
            <p:nvPr/>
          </p:nvSpPr>
          <p:spPr>
            <a:xfrm>
              <a:off x="2396716" y="3032956"/>
              <a:ext cx="2376264" cy="1584176"/>
            </a:xfrm>
            <a:prstGeom prst="roundRect">
              <a:avLst>
                <a:gd name="adj" fmla="val 6517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9BC9D6E-4728-F662-6D10-6A67806F6D7D}"/>
                </a:ext>
              </a:extLst>
            </p:cNvPr>
            <p:cNvSpPr/>
            <p:nvPr/>
          </p:nvSpPr>
          <p:spPr>
            <a:xfrm>
              <a:off x="2760044" y="3717032"/>
              <a:ext cx="1605638" cy="21544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75000"/>
                    </a:schemeClr>
                  </a:solidFill>
                  <a:latin typeface="맑은 고딕" pitchFamily="50" charset="-127"/>
                </a:rPr>
                <a:t>비밀번호 입력</a:t>
              </a:r>
              <a:endParaRPr lang="en-US" altLang="ko-KR" sz="700" b="1" dirty="0">
                <a:solidFill>
                  <a:schemeClr val="bg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CB22D0D6-9303-1284-318C-DB784329100F}"/>
                </a:ext>
              </a:extLst>
            </p:cNvPr>
            <p:cNvGrpSpPr/>
            <p:nvPr/>
          </p:nvGrpSpPr>
          <p:grpSpPr>
            <a:xfrm>
              <a:off x="2760045" y="3429000"/>
              <a:ext cx="1605638" cy="215445"/>
              <a:chOff x="2343574" y="3429000"/>
              <a:chExt cx="1605638" cy="215445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73156033-B6D9-77FF-6C2A-937F10EEAB81}"/>
                  </a:ext>
                </a:extLst>
              </p:cNvPr>
              <p:cNvSpPr/>
              <p:nvPr/>
            </p:nvSpPr>
            <p:spPr>
              <a:xfrm>
                <a:off x="2343574" y="3429000"/>
                <a:ext cx="1605638" cy="215445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bg1">
                        <a:lumMod val="7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아이디</a:t>
                </a:r>
                <a:r>
                  <a:rPr lang="en-US" altLang="ko-KR" sz="700" b="1" dirty="0">
                    <a:solidFill>
                      <a:schemeClr val="bg1">
                        <a:lumMod val="7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lang="ko-KR" altLang="en-US" sz="700" b="1" dirty="0">
                    <a:solidFill>
                      <a:schemeClr val="bg1">
                        <a:lumMod val="75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입력</a:t>
                </a:r>
                <a:endParaRPr lang="en-US" altLang="ko-KR" sz="700" b="1" dirty="0">
                  <a:solidFill>
                    <a:schemeClr val="bg1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0" name="User">
                <a:extLst>
                  <a:ext uri="{FF2B5EF4-FFF2-40B4-BE49-F238E27FC236}">
                    <a16:creationId xmlns:a16="http://schemas.microsoft.com/office/drawing/2014/main" id="{359A02B2-D24D-80D8-0D19-1BA7C67AFB4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396716" y="3467864"/>
                <a:ext cx="144000" cy="144000"/>
              </a:xfrm>
              <a:custGeom>
                <a:avLst/>
                <a:gdLst>
                  <a:gd name="T0" fmla="*/ 4516 w 9031"/>
                  <a:gd name="T1" fmla="*/ 0 h 9031"/>
                  <a:gd name="T2" fmla="*/ 2258 w 9031"/>
                  <a:gd name="T3" fmla="*/ 2258 h 9031"/>
                  <a:gd name="T4" fmla="*/ 4516 w 9031"/>
                  <a:gd name="T5" fmla="*/ 4515 h 9031"/>
                  <a:gd name="T6" fmla="*/ 6773 w 9031"/>
                  <a:gd name="T7" fmla="*/ 2258 h 9031"/>
                  <a:gd name="T8" fmla="*/ 4516 w 9031"/>
                  <a:gd name="T9" fmla="*/ 0 h 9031"/>
                  <a:gd name="T10" fmla="*/ 4516 w 9031"/>
                  <a:gd name="T11" fmla="*/ 5661 h 9031"/>
                  <a:gd name="T12" fmla="*/ 0 w 9031"/>
                  <a:gd name="T13" fmla="*/ 7564 h 9031"/>
                  <a:gd name="T14" fmla="*/ 0 w 9031"/>
                  <a:gd name="T15" fmla="*/ 9031 h 9031"/>
                  <a:gd name="T16" fmla="*/ 9031 w 9031"/>
                  <a:gd name="T17" fmla="*/ 9031 h 9031"/>
                  <a:gd name="T18" fmla="*/ 9031 w 9031"/>
                  <a:gd name="T19" fmla="*/ 7564 h 9031"/>
                  <a:gd name="T20" fmla="*/ 4516 w 9031"/>
                  <a:gd name="T21" fmla="*/ 5661 h 9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31" h="9031">
                    <a:moveTo>
                      <a:pt x="4516" y="0"/>
                    </a:moveTo>
                    <a:cubicBezTo>
                      <a:pt x="3269" y="0"/>
                      <a:pt x="2258" y="1011"/>
                      <a:pt x="2258" y="2258"/>
                    </a:cubicBezTo>
                    <a:cubicBezTo>
                      <a:pt x="2258" y="3505"/>
                      <a:pt x="3269" y="4515"/>
                      <a:pt x="4516" y="4515"/>
                    </a:cubicBezTo>
                    <a:cubicBezTo>
                      <a:pt x="5762" y="4515"/>
                      <a:pt x="6773" y="3505"/>
                      <a:pt x="6773" y="2258"/>
                    </a:cubicBezTo>
                    <a:cubicBezTo>
                      <a:pt x="6773" y="1011"/>
                      <a:pt x="5762" y="0"/>
                      <a:pt x="4516" y="0"/>
                    </a:cubicBezTo>
                    <a:close/>
                    <a:moveTo>
                      <a:pt x="4516" y="5661"/>
                    </a:moveTo>
                    <a:cubicBezTo>
                      <a:pt x="2258" y="5658"/>
                      <a:pt x="0" y="6290"/>
                      <a:pt x="0" y="7564"/>
                    </a:cubicBezTo>
                    <a:lnTo>
                      <a:pt x="0" y="9031"/>
                    </a:lnTo>
                    <a:lnTo>
                      <a:pt x="9031" y="9031"/>
                    </a:lnTo>
                    <a:lnTo>
                      <a:pt x="9031" y="7564"/>
                    </a:lnTo>
                    <a:cubicBezTo>
                      <a:pt x="9031" y="6302"/>
                      <a:pt x="6773" y="5664"/>
                      <a:pt x="4516" y="5661"/>
                    </a:cubicBezTo>
                    <a:close/>
                  </a:path>
                </a:pathLst>
              </a:custGeom>
              <a:solidFill>
                <a:schemeClr val="tx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22" name="Lock">
              <a:extLst>
                <a:ext uri="{FF2B5EF4-FFF2-40B4-BE49-F238E27FC236}">
                  <a16:creationId xmlns:a16="http://schemas.microsoft.com/office/drawing/2014/main" id="{BDDF7EB1-4B5B-E0F1-0986-CE8408898C5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22480" y="3743791"/>
              <a:ext cx="125413" cy="161925"/>
            </a:xfrm>
            <a:custGeom>
              <a:avLst/>
              <a:gdLst>
                <a:gd name="T0" fmla="*/ 544 w 1086"/>
                <a:gd name="T1" fmla="*/ 0 h 1411"/>
                <a:gd name="T2" fmla="*/ 256 w 1086"/>
                <a:gd name="T3" fmla="*/ 130 h 1411"/>
                <a:gd name="T4" fmla="*/ 165 w 1086"/>
                <a:gd name="T5" fmla="*/ 429 h 1411"/>
                <a:gd name="T6" fmla="*/ 165 w 1086"/>
                <a:gd name="T7" fmla="*/ 488 h 1411"/>
                <a:gd name="T8" fmla="*/ 327 w 1086"/>
                <a:gd name="T9" fmla="*/ 488 h 1411"/>
                <a:gd name="T10" fmla="*/ 327 w 1086"/>
                <a:gd name="T11" fmla="*/ 429 h 1411"/>
                <a:gd name="T12" fmla="*/ 383 w 1086"/>
                <a:gd name="T13" fmla="*/ 232 h 1411"/>
                <a:gd name="T14" fmla="*/ 544 w 1086"/>
                <a:gd name="T15" fmla="*/ 163 h 1411"/>
                <a:gd name="T16" fmla="*/ 704 w 1086"/>
                <a:gd name="T17" fmla="*/ 231 h 1411"/>
                <a:gd name="T18" fmla="*/ 762 w 1086"/>
                <a:gd name="T19" fmla="*/ 429 h 1411"/>
                <a:gd name="T20" fmla="*/ 762 w 1086"/>
                <a:gd name="T21" fmla="*/ 488 h 1411"/>
                <a:gd name="T22" fmla="*/ 924 w 1086"/>
                <a:gd name="T23" fmla="*/ 488 h 1411"/>
                <a:gd name="T24" fmla="*/ 924 w 1086"/>
                <a:gd name="T25" fmla="*/ 429 h 1411"/>
                <a:gd name="T26" fmla="*/ 831 w 1086"/>
                <a:gd name="T27" fmla="*/ 129 h 1411"/>
                <a:gd name="T28" fmla="*/ 544 w 1086"/>
                <a:gd name="T29" fmla="*/ 0 h 1411"/>
                <a:gd name="T30" fmla="*/ 163 w 1086"/>
                <a:gd name="T31" fmla="*/ 543 h 1411"/>
                <a:gd name="T32" fmla="*/ 0 w 1086"/>
                <a:gd name="T33" fmla="*/ 705 h 1411"/>
                <a:gd name="T34" fmla="*/ 0 w 1086"/>
                <a:gd name="T35" fmla="*/ 1248 h 1411"/>
                <a:gd name="T36" fmla="*/ 163 w 1086"/>
                <a:gd name="T37" fmla="*/ 1411 h 1411"/>
                <a:gd name="T38" fmla="*/ 923 w 1086"/>
                <a:gd name="T39" fmla="*/ 1411 h 1411"/>
                <a:gd name="T40" fmla="*/ 1086 w 1086"/>
                <a:gd name="T41" fmla="*/ 1248 h 1411"/>
                <a:gd name="T42" fmla="*/ 1086 w 1086"/>
                <a:gd name="T43" fmla="*/ 705 h 1411"/>
                <a:gd name="T44" fmla="*/ 923 w 1086"/>
                <a:gd name="T45" fmla="*/ 543 h 1411"/>
                <a:gd name="T46" fmla="*/ 163 w 1086"/>
                <a:gd name="T47" fmla="*/ 543 h 1411"/>
                <a:gd name="T48" fmla="*/ 543 w 1086"/>
                <a:gd name="T49" fmla="*/ 814 h 1411"/>
                <a:gd name="T50" fmla="*/ 651 w 1086"/>
                <a:gd name="T51" fmla="*/ 923 h 1411"/>
                <a:gd name="T52" fmla="*/ 597 w 1086"/>
                <a:gd name="T53" fmla="*/ 1018 h 1411"/>
                <a:gd name="T54" fmla="*/ 597 w 1086"/>
                <a:gd name="T55" fmla="*/ 1140 h 1411"/>
                <a:gd name="T56" fmla="*/ 543 w 1086"/>
                <a:gd name="T57" fmla="*/ 1194 h 1411"/>
                <a:gd name="T58" fmla="*/ 489 w 1086"/>
                <a:gd name="T59" fmla="*/ 1140 h 1411"/>
                <a:gd name="T60" fmla="*/ 489 w 1086"/>
                <a:gd name="T61" fmla="*/ 1018 h 1411"/>
                <a:gd name="T62" fmla="*/ 434 w 1086"/>
                <a:gd name="T63" fmla="*/ 923 h 1411"/>
                <a:gd name="T64" fmla="*/ 543 w 1086"/>
                <a:gd name="T65" fmla="*/ 814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86" h="1411">
                  <a:moveTo>
                    <a:pt x="544" y="0"/>
                  </a:moveTo>
                  <a:cubicBezTo>
                    <a:pt x="425" y="0"/>
                    <a:pt x="321" y="50"/>
                    <a:pt x="256" y="130"/>
                  </a:cubicBezTo>
                  <a:cubicBezTo>
                    <a:pt x="192" y="211"/>
                    <a:pt x="165" y="316"/>
                    <a:pt x="165" y="429"/>
                  </a:cubicBezTo>
                  <a:lnTo>
                    <a:pt x="165" y="488"/>
                  </a:lnTo>
                  <a:lnTo>
                    <a:pt x="327" y="488"/>
                  </a:lnTo>
                  <a:lnTo>
                    <a:pt x="327" y="429"/>
                  </a:lnTo>
                  <a:cubicBezTo>
                    <a:pt x="327" y="343"/>
                    <a:pt x="348" y="276"/>
                    <a:pt x="383" y="232"/>
                  </a:cubicBezTo>
                  <a:cubicBezTo>
                    <a:pt x="418" y="189"/>
                    <a:pt x="465" y="163"/>
                    <a:pt x="544" y="163"/>
                  </a:cubicBezTo>
                  <a:cubicBezTo>
                    <a:pt x="624" y="163"/>
                    <a:pt x="669" y="187"/>
                    <a:pt x="704" y="231"/>
                  </a:cubicBezTo>
                  <a:cubicBezTo>
                    <a:pt x="739" y="274"/>
                    <a:pt x="762" y="342"/>
                    <a:pt x="762" y="429"/>
                  </a:cubicBezTo>
                  <a:lnTo>
                    <a:pt x="762" y="488"/>
                  </a:lnTo>
                  <a:lnTo>
                    <a:pt x="924" y="488"/>
                  </a:lnTo>
                  <a:lnTo>
                    <a:pt x="924" y="429"/>
                  </a:lnTo>
                  <a:cubicBezTo>
                    <a:pt x="924" y="315"/>
                    <a:pt x="896" y="210"/>
                    <a:pt x="831" y="129"/>
                  </a:cubicBezTo>
                  <a:cubicBezTo>
                    <a:pt x="766" y="48"/>
                    <a:pt x="664" y="0"/>
                    <a:pt x="544" y="0"/>
                  </a:cubicBezTo>
                  <a:close/>
                  <a:moveTo>
                    <a:pt x="163" y="543"/>
                  </a:moveTo>
                  <a:cubicBezTo>
                    <a:pt x="73" y="543"/>
                    <a:pt x="0" y="616"/>
                    <a:pt x="0" y="705"/>
                  </a:cubicBezTo>
                  <a:lnTo>
                    <a:pt x="0" y="1248"/>
                  </a:lnTo>
                  <a:cubicBezTo>
                    <a:pt x="0" y="1338"/>
                    <a:pt x="73" y="1411"/>
                    <a:pt x="163" y="1411"/>
                  </a:cubicBezTo>
                  <a:lnTo>
                    <a:pt x="923" y="1411"/>
                  </a:lnTo>
                  <a:cubicBezTo>
                    <a:pt x="1013" y="1411"/>
                    <a:pt x="1086" y="1338"/>
                    <a:pt x="1086" y="1248"/>
                  </a:cubicBezTo>
                  <a:lnTo>
                    <a:pt x="1086" y="705"/>
                  </a:lnTo>
                  <a:cubicBezTo>
                    <a:pt x="1086" y="616"/>
                    <a:pt x="1013" y="543"/>
                    <a:pt x="923" y="543"/>
                  </a:cubicBezTo>
                  <a:lnTo>
                    <a:pt x="163" y="543"/>
                  </a:lnTo>
                  <a:close/>
                  <a:moveTo>
                    <a:pt x="543" y="814"/>
                  </a:moveTo>
                  <a:cubicBezTo>
                    <a:pt x="603" y="814"/>
                    <a:pt x="651" y="863"/>
                    <a:pt x="651" y="923"/>
                  </a:cubicBezTo>
                  <a:cubicBezTo>
                    <a:pt x="651" y="963"/>
                    <a:pt x="629" y="999"/>
                    <a:pt x="597" y="1018"/>
                  </a:cubicBezTo>
                  <a:lnTo>
                    <a:pt x="597" y="1140"/>
                  </a:lnTo>
                  <a:cubicBezTo>
                    <a:pt x="597" y="1170"/>
                    <a:pt x="573" y="1194"/>
                    <a:pt x="543" y="1194"/>
                  </a:cubicBezTo>
                  <a:cubicBezTo>
                    <a:pt x="513" y="1194"/>
                    <a:pt x="489" y="1170"/>
                    <a:pt x="489" y="1140"/>
                  </a:cubicBezTo>
                  <a:lnTo>
                    <a:pt x="489" y="1018"/>
                  </a:lnTo>
                  <a:cubicBezTo>
                    <a:pt x="456" y="999"/>
                    <a:pt x="434" y="963"/>
                    <a:pt x="434" y="923"/>
                  </a:cubicBezTo>
                  <a:cubicBezTo>
                    <a:pt x="434" y="863"/>
                    <a:pt x="483" y="814"/>
                    <a:pt x="543" y="814"/>
                  </a:cubicBezTo>
                  <a:close/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686F06-FAD0-5511-4319-866F968674FD}"/>
                </a:ext>
              </a:extLst>
            </p:cNvPr>
            <p:cNvSpPr txBox="1"/>
            <p:nvPr/>
          </p:nvSpPr>
          <p:spPr>
            <a:xfrm>
              <a:off x="2714633" y="3995222"/>
              <a:ext cx="99865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kern="0">
                  <a:solidFill>
                    <a:srgbClr val="000000"/>
                  </a:solidFill>
                </a:rPr>
                <a:t>□ 아이디 저장</a:t>
              </a:r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51067F-D528-701B-FD29-7C1747C4821A}"/>
                </a:ext>
              </a:extLst>
            </p:cNvPr>
            <p:cNvSpPr txBox="1"/>
            <p:nvPr/>
          </p:nvSpPr>
          <p:spPr>
            <a:xfrm>
              <a:off x="2847629" y="3096232"/>
              <a:ext cx="14933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통합관리시스템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A4DE53C-4249-4112-E008-35B52048971D}"/>
                </a:ext>
              </a:extLst>
            </p:cNvPr>
            <p:cNvSpPr/>
            <p:nvPr/>
          </p:nvSpPr>
          <p:spPr>
            <a:xfrm>
              <a:off x="2837369" y="4463139"/>
              <a:ext cx="1503563" cy="246220"/>
            </a:xfrm>
            <a:prstGeom prst="roundRect">
              <a:avLst>
                <a:gd name="adj" fmla="val 50000"/>
              </a:avLst>
            </a:prstGeom>
            <a:solidFill>
              <a:srgbClr val="0000CC"/>
            </a:solidFill>
            <a:ln w="635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</a:rPr>
                <a:t>로그인</a:t>
              </a:r>
            </a:p>
          </p:txBody>
        </p:sp>
      </p:grpSp>
      <p:sp>
        <p:nvSpPr>
          <p:cNvPr id="5" name="타원 4">
            <a:extLst>
              <a:ext uri="{FF2B5EF4-FFF2-40B4-BE49-F238E27FC236}">
                <a16:creationId xmlns:a16="http://schemas.microsoft.com/office/drawing/2014/main" id="{BEDE434F-4499-153C-92A1-608D05F88831}"/>
              </a:ext>
            </a:extLst>
          </p:cNvPr>
          <p:cNvSpPr/>
          <p:nvPr/>
        </p:nvSpPr>
        <p:spPr>
          <a:xfrm>
            <a:off x="2605058" y="327531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1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4D3E038-DDDA-3CFD-FD06-0B2E9C757A16}"/>
              </a:ext>
            </a:extLst>
          </p:cNvPr>
          <p:cNvSpPr/>
          <p:nvPr/>
        </p:nvSpPr>
        <p:spPr>
          <a:xfrm>
            <a:off x="2607528" y="3897052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15D0A95-94DD-1EBB-12D7-FA7EDA6E30EF}"/>
              </a:ext>
            </a:extLst>
          </p:cNvPr>
          <p:cNvSpPr/>
          <p:nvPr/>
        </p:nvSpPr>
        <p:spPr>
          <a:xfrm>
            <a:off x="2720776" y="4365128"/>
            <a:ext cx="216000" cy="216000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049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DAAF-B973-1A63-1BCF-C74FD890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6">
            <a:extLst>
              <a:ext uri="{FF2B5EF4-FFF2-40B4-BE49-F238E27FC236}">
                <a16:creationId xmlns:a16="http://schemas.microsoft.com/office/drawing/2014/main" id="{8EC02C8B-D97B-F76F-14CE-61252265A13E}"/>
              </a:ext>
            </a:extLst>
          </p:cNvPr>
          <p:cNvSpPr txBox="1">
            <a:spLocks/>
          </p:cNvSpPr>
          <p:nvPr/>
        </p:nvSpPr>
        <p:spPr>
          <a:xfrm>
            <a:off x="2654121" y="3248980"/>
            <a:ext cx="4597757" cy="584487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감사합니다</a:t>
            </a:r>
            <a:r>
              <a:rPr lang="en-US" altLang="ko-KR" sz="3200" b="1" dirty="0"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6312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Non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No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No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No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No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heme/theme1.xml><?xml version="1.0" encoding="utf-8"?>
<a:theme xmlns:a="http://schemas.openxmlformats.org/drawingml/2006/main" name="테마 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152846</TotalTime>
  <Words>6204</Words>
  <Application>Microsoft Office PowerPoint</Application>
  <PresentationFormat>A4 용지(210x297mm)</PresentationFormat>
  <Paragraphs>2232</Paragraphs>
  <Slides>49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7" baseType="lpstr">
      <vt:lpstr>굴림</vt:lpstr>
      <vt:lpstr>굴림체</vt:lpstr>
      <vt:lpstr>나눔고딕</vt:lpstr>
      <vt:lpstr>맑은 고딕</vt:lpstr>
      <vt:lpstr>Arial</vt:lpstr>
      <vt:lpstr>Noto Sans</vt:lpstr>
      <vt:lpstr>Segoe UI</vt:lpstr>
      <vt:lpstr>테마 A</vt:lpstr>
      <vt:lpstr>WIZ SHOP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ysh-pc</cp:lastModifiedBy>
  <cp:revision>13718</cp:revision>
  <cp:lastPrinted>2022-07-06T11:39:49Z</cp:lastPrinted>
  <dcterms:created xsi:type="dcterms:W3CDTF">2011-08-08T03:42:49Z</dcterms:created>
  <dcterms:modified xsi:type="dcterms:W3CDTF">2026-03-16T07:18:30Z</dcterms:modified>
</cp:coreProperties>
</file>