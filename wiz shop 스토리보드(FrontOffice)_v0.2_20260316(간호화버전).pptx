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9"/>
  </p:notesMasterIdLst>
  <p:handoutMasterIdLst>
    <p:handoutMasterId r:id="rId70"/>
  </p:handoutMasterIdLst>
  <p:sldIdLst>
    <p:sldId id="2008" r:id="rId2"/>
    <p:sldId id="330" r:id="rId3"/>
    <p:sldId id="2962" r:id="rId4"/>
    <p:sldId id="2327" r:id="rId5"/>
    <p:sldId id="2362" r:id="rId6"/>
    <p:sldId id="2361" r:id="rId7"/>
    <p:sldId id="2375" r:id="rId8"/>
    <p:sldId id="2374" r:id="rId9"/>
    <p:sldId id="2369" r:id="rId10"/>
    <p:sldId id="2376" r:id="rId11"/>
    <p:sldId id="2379" r:id="rId12"/>
    <p:sldId id="2382" r:id="rId13"/>
    <p:sldId id="2383" r:id="rId14"/>
    <p:sldId id="2384" r:id="rId15"/>
    <p:sldId id="2370" r:id="rId16"/>
    <p:sldId id="2373" r:id="rId17"/>
    <p:sldId id="2363" r:id="rId18"/>
    <p:sldId id="2391" r:id="rId19"/>
    <p:sldId id="2390" r:id="rId20"/>
    <p:sldId id="2364" r:id="rId21"/>
    <p:sldId id="2392" r:id="rId22"/>
    <p:sldId id="2385" r:id="rId23"/>
    <p:sldId id="2386" r:id="rId24"/>
    <p:sldId id="2393" r:id="rId25"/>
    <p:sldId id="2394" r:id="rId26"/>
    <p:sldId id="2409" r:id="rId27"/>
    <p:sldId id="2396" r:id="rId28"/>
    <p:sldId id="2410" r:id="rId29"/>
    <p:sldId id="2397" r:id="rId30"/>
    <p:sldId id="2395" r:id="rId31"/>
    <p:sldId id="2398" r:id="rId32"/>
    <p:sldId id="2399" r:id="rId33"/>
    <p:sldId id="2972" r:id="rId34"/>
    <p:sldId id="2974" r:id="rId35"/>
    <p:sldId id="3005" r:id="rId36"/>
    <p:sldId id="2973" r:id="rId37"/>
    <p:sldId id="3008" r:id="rId38"/>
    <p:sldId id="3010" r:id="rId39"/>
    <p:sldId id="3011" r:id="rId40"/>
    <p:sldId id="3006" r:id="rId41"/>
    <p:sldId id="3004" r:id="rId42"/>
    <p:sldId id="3018" r:id="rId43"/>
    <p:sldId id="3007" r:id="rId44"/>
    <p:sldId id="2983" r:id="rId45"/>
    <p:sldId id="2980" r:id="rId46"/>
    <p:sldId id="2401" r:id="rId47"/>
    <p:sldId id="2402" r:id="rId48"/>
    <p:sldId id="2403" r:id="rId49"/>
    <p:sldId id="2404" r:id="rId50"/>
    <p:sldId id="2969" r:id="rId51"/>
    <p:sldId id="2414" r:id="rId52"/>
    <p:sldId id="3002" r:id="rId53"/>
    <p:sldId id="2971" r:id="rId54"/>
    <p:sldId id="2406" r:id="rId55"/>
    <p:sldId id="2407" r:id="rId56"/>
    <p:sldId id="2985" r:id="rId57"/>
    <p:sldId id="2995" r:id="rId58"/>
    <p:sldId id="3021" r:id="rId59"/>
    <p:sldId id="3026" r:id="rId60"/>
    <p:sldId id="2994" r:id="rId61"/>
    <p:sldId id="3025" r:id="rId62"/>
    <p:sldId id="2998" r:id="rId63"/>
    <p:sldId id="3027" r:id="rId64"/>
    <p:sldId id="2997" r:id="rId65"/>
    <p:sldId id="2986" r:id="rId66"/>
    <p:sldId id="2988" r:id="rId67"/>
    <p:sldId id="2254" r:id="rId68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" id="{1878F53C-9E4B-4921-8583-C4E1B7E94B9C}">
          <p14:sldIdLst>
            <p14:sldId id="2008"/>
            <p14:sldId id="330"/>
            <p14:sldId id="2962"/>
          </p14:sldIdLst>
        </p14:section>
        <p14:section name="00.와이어프레임" id="{2CD65EDD-9ABD-40A5-9E81-FCC2D9225843}">
          <p14:sldIdLst>
            <p14:sldId id="2327"/>
            <p14:sldId id="2362"/>
            <p14:sldId id="2361"/>
            <p14:sldId id="2375"/>
            <p14:sldId id="2374"/>
            <p14:sldId id="2369"/>
            <p14:sldId id="2376"/>
            <p14:sldId id="2379"/>
            <p14:sldId id="2382"/>
            <p14:sldId id="2383"/>
            <p14:sldId id="2384"/>
            <p14:sldId id="2370"/>
            <p14:sldId id="2373"/>
            <p14:sldId id="2363"/>
            <p14:sldId id="2391"/>
            <p14:sldId id="2390"/>
            <p14:sldId id="2364"/>
            <p14:sldId id="2392"/>
            <p14:sldId id="2385"/>
            <p14:sldId id="2386"/>
          </p14:sldIdLst>
        </p14:section>
        <p14:section name="04.회사소개" id="{87612CA0-2093-4363-9336-6B812C378CDA}">
          <p14:sldIdLst>
            <p14:sldId id="2393"/>
            <p14:sldId id="2394"/>
            <p14:sldId id="2409"/>
            <p14:sldId id="2396"/>
            <p14:sldId id="2410"/>
            <p14:sldId id="2397"/>
            <p14:sldId id="2395"/>
          </p14:sldIdLst>
        </p14:section>
        <p14:section name="05.마이페이지" id="{80FFE0E1-B280-40A1-AD94-857842787355}">
          <p14:sldIdLst>
            <p14:sldId id="2398"/>
            <p14:sldId id="2399"/>
            <p14:sldId id="2972"/>
            <p14:sldId id="2974"/>
            <p14:sldId id="3005"/>
            <p14:sldId id="2973"/>
            <p14:sldId id="3008"/>
            <p14:sldId id="3010"/>
            <p14:sldId id="3011"/>
            <p14:sldId id="3006"/>
            <p14:sldId id="3004"/>
            <p14:sldId id="3018"/>
            <p14:sldId id="3007"/>
            <p14:sldId id="2983"/>
            <p14:sldId id="2980"/>
          </p14:sldIdLst>
        </p14:section>
        <p14:section name="06.로그인" id="{65081306-9383-4FB3-8E36-99DC198256EF}">
          <p14:sldIdLst>
            <p14:sldId id="2401"/>
            <p14:sldId id="2402"/>
            <p14:sldId id="2403"/>
            <p14:sldId id="2404"/>
            <p14:sldId id="2969"/>
            <p14:sldId id="2414"/>
            <p14:sldId id="3002"/>
            <p14:sldId id="2971"/>
          </p14:sldIdLst>
        </p14:section>
        <p14:section name="07.회원가입" id="{4E628BEF-781E-454F-A92D-D18349D44509}">
          <p14:sldIdLst>
            <p14:sldId id="2406"/>
            <p14:sldId id="2407"/>
            <p14:sldId id="2985"/>
            <p14:sldId id="2995"/>
            <p14:sldId id="3021"/>
            <p14:sldId id="3026"/>
            <p14:sldId id="2994"/>
            <p14:sldId id="3025"/>
            <p14:sldId id="2998"/>
            <p14:sldId id="3027"/>
            <p14:sldId id="2997"/>
            <p14:sldId id="2986"/>
            <p14:sldId id="2988"/>
          </p14:sldIdLst>
        </p14:section>
        <p14:section name="기본" id="{330C29A4-9560-43BF-A288-E52B11719315}">
          <p14:sldIdLst>
            <p14:sldId id="2254"/>
          </p14:sldIdLst>
        </p14:section>
      </p14:sectionLst>
    </p:ext>
    <p:ext uri="{EFAFB233-063F-42B5-8137-9DF3F51BA10A}">
      <p15:sldGuideLst xmlns:p15="http://schemas.microsoft.com/office/powerpoint/2012/main">
        <p15:guide id="3" orient="horz" userDrawn="1">
          <p15:clr>
            <a:srgbClr val="A4A3A4"/>
          </p15:clr>
        </p15:guide>
        <p15:guide id="5" pos="149">
          <p15:clr>
            <a:srgbClr val="A4A3A4"/>
          </p15:clr>
        </p15:guide>
        <p15:guide id="6" pos="4345" userDrawn="1">
          <p15:clr>
            <a:srgbClr val="A4A3A4"/>
          </p15:clr>
        </p15:guide>
        <p15:guide id="8" pos="6091" userDrawn="1">
          <p15:clr>
            <a:srgbClr val="A4A3A4"/>
          </p15:clr>
        </p15:guide>
        <p15:guide id="9" orient="horz" pos="867">
          <p15:clr>
            <a:srgbClr val="A4A3A4"/>
          </p15:clr>
        </p15:guide>
        <p15:guide id="10" orient="horz" pos="323">
          <p15:clr>
            <a:srgbClr val="A4A3A4"/>
          </p15:clr>
        </p15:guide>
        <p15:guide id="11" orient="horz" pos="4133">
          <p15:clr>
            <a:srgbClr val="A4A3A4"/>
          </p15:clr>
        </p15:guide>
        <p15:guide id="12" orient="horz" pos="4110">
          <p15:clr>
            <a:srgbClr val="A4A3A4"/>
          </p15:clr>
        </p15:guide>
        <p15:guide id="13" pos="4390" userDrawn="1">
          <p15:clr>
            <a:srgbClr val="A4A3A4"/>
          </p15:clr>
        </p15:guide>
        <p15:guide id="14" orient="horz" pos="1525" userDrawn="1">
          <p15:clr>
            <a:srgbClr val="A4A3A4"/>
          </p15:clr>
        </p15:guide>
        <p15:guide id="15" orient="horz" pos="1139" userDrawn="1">
          <p15:clr>
            <a:srgbClr val="A4A3A4"/>
          </p15:clr>
        </p15:guide>
        <p15:guide id="16" orient="horz" pos="109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EF2F2"/>
    <a:srgbClr val="FE8500"/>
    <a:srgbClr val="FEE500"/>
    <a:srgbClr val="03C75A"/>
    <a:srgbClr val="2857A9"/>
    <a:srgbClr val="E557D4"/>
    <a:srgbClr val="FFCCFF"/>
    <a:srgbClr val="2CA099"/>
    <a:srgbClr val="DCFC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287" autoAdjust="0"/>
    <p:restoredTop sz="96279" autoAdjust="0"/>
  </p:normalViewPr>
  <p:slideViewPr>
    <p:cSldViewPr>
      <p:cViewPr>
        <p:scale>
          <a:sx n="125" d="100"/>
          <a:sy n="125" d="100"/>
        </p:scale>
        <p:origin x="432" y="-486"/>
      </p:cViewPr>
      <p:guideLst>
        <p:guide orient="horz"/>
        <p:guide pos="149"/>
        <p:guide pos="4345"/>
        <p:guide pos="6091"/>
        <p:guide orient="horz" pos="867"/>
        <p:guide orient="horz" pos="323"/>
        <p:guide orient="horz" pos="4133"/>
        <p:guide orient="horz" pos="4110"/>
        <p:guide pos="4390"/>
        <p:guide orient="horz" pos="1525"/>
        <p:guide orient="horz" pos="1139"/>
        <p:guide orient="horz" pos="109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87" d="100"/>
          <a:sy n="87" d="100"/>
        </p:scale>
        <p:origin x="-3756" y="-78"/>
      </p:cViewPr>
      <p:guideLst>
        <p:guide orient="horz" pos="3126"/>
        <p:guide pos="2141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984" cy="496574"/>
          </a:xfrm>
          <a:prstGeom prst="rect">
            <a:avLst/>
          </a:prstGeom>
        </p:spPr>
        <p:txBody>
          <a:bodyPr vert="horz" lIns="93103" tIns="46552" rIns="93103" bIns="4655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070" y="0"/>
            <a:ext cx="2945984" cy="496574"/>
          </a:xfrm>
          <a:prstGeom prst="rect">
            <a:avLst/>
          </a:prstGeom>
        </p:spPr>
        <p:txBody>
          <a:bodyPr vert="horz" lIns="93103" tIns="46552" rIns="93103" bIns="46552" rtlCol="0"/>
          <a:lstStyle>
            <a:lvl1pPr algn="r">
              <a:defRPr sz="1200"/>
            </a:lvl1pPr>
          </a:lstStyle>
          <a:p>
            <a:fld id="{C8666A89-3649-4A26-B076-8BB61794613B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28452"/>
            <a:ext cx="2945984" cy="496574"/>
          </a:xfrm>
          <a:prstGeom prst="rect">
            <a:avLst/>
          </a:prstGeom>
        </p:spPr>
        <p:txBody>
          <a:bodyPr vert="horz" lIns="93103" tIns="46552" rIns="93103" bIns="4655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070" y="9428452"/>
            <a:ext cx="2945984" cy="496574"/>
          </a:xfrm>
          <a:prstGeom prst="rect">
            <a:avLst/>
          </a:prstGeom>
        </p:spPr>
        <p:txBody>
          <a:bodyPr vert="horz" lIns="93103" tIns="46552" rIns="93103" bIns="46552" rtlCol="0" anchor="b"/>
          <a:lstStyle>
            <a:lvl1pPr algn="r">
              <a:defRPr sz="1200"/>
            </a:lvl1pPr>
          </a:lstStyle>
          <a:p>
            <a:fld id="{598925E5-C1E6-4986-9C33-22AD8CBAF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80394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5B9C9D-B269-4765-BAF2-65AF33F6B00F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52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46C2E9-C377-4C23-9E6D-618FB56A7D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086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527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04B90-27FD-422C-8CC6-2AADAD122D08}" type="slidenum">
              <a:rPr lang="ko-KR" altLang="en-US" smtClean="0">
                <a:solidFill>
                  <a:prstClr val="black"/>
                </a:solidFill>
              </a:rPr>
              <a:pPr/>
              <a:t>1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9325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" y="287"/>
            <a:ext cx="9905181" cy="6857433"/>
          </a:xfrm>
          <a:prstGeom prst="rect">
            <a:avLst/>
          </a:prstGeom>
        </p:spPr>
      </p:pic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543756" y="1916839"/>
            <a:ext cx="4290477" cy="4505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굴림체" pitchFamily="49" charset="-127"/>
              <a:buNone/>
              <a:defRPr lang="ko-KR" altLang="en-US" sz="1800" kern="1200" baseline="0" dirty="0">
                <a:solidFill>
                  <a:srgbClr val="D4D1CE"/>
                </a:solidFill>
                <a:effectLst/>
                <a:latin typeface="Noto Sans" panose="020B0502040504020204" pitchFamily="34" charset="0"/>
                <a:ea typeface="맑은 고딕" panose="020B0503020000020004" pitchFamily="50" charset="-127"/>
                <a:cs typeface="+mj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429403"/>
            <a:ext cx="2311400" cy="292079"/>
          </a:xfrm>
          <a:prstGeom prst="rect">
            <a:avLst/>
          </a:prstGeom>
        </p:spPr>
        <p:txBody>
          <a:bodyPr/>
          <a:lstStyle/>
          <a:p>
            <a:fld id="{ED3D6733-6F27-4404-AB51-585418F146E5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2026-03-16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429403"/>
            <a:ext cx="3136900" cy="292079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429403"/>
            <a:ext cx="2311400" cy="292079"/>
          </a:xfrm>
          <a:prstGeom prst="rect">
            <a:avLst/>
          </a:prstGeom>
        </p:spPr>
        <p:txBody>
          <a:bodyPr/>
          <a:lstStyle/>
          <a:p>
            <a:fld id="{EE6BC638-39B7-4287-91A7-2A3DDA573295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제목 1"/>
          <p:cNvSpPr>
            <a:spLocks noGrp="1"/>
          </p:cNvSpPr>
          <p:nvPr>
            <p:ph type="ctrTitle" hasCustomPrompt="1"/>
          </p:nvPr>
        </p:nvSpPr>
        <p:spPr>
          <a:xfrm>
            <a:off x="543756" y="550335"/>
            <a:ext cx="4290477" cy="14125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굴림체" pitchFamily="49" charset="-127"/>
              <a:buNone/>
              <a:defRPr lang="ko-KR" altLang="en-US" sz="4300" kern="1200" baseline="0" dirty="0">
                <a:solidFill>
                  <a:srgbClr val="D4D1CE"/>
                </a:solidFill>
                <a:effectLst/>
                <a:latin typeface="Noto Sans" panose="020B0502040504020204" pitchFamily="34" charset="0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입력하시오</a:t>
            </a:r>
          </a:p>
        </p:txBody>
      </p:sp>
    </p:spTree>
    <p:extLst>
      <p:ext uri="{BB962C8B-B14F-4D97-AF65-F5344CB8AC3E}">
        <p14:creationId xmlns:p14="http://schemas.microsoft.com/office/powerpoint/2010/main" val="4054379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간지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" y="284"/>
            <a:ext cx="9905181" cy="6857433"/>
          </a:xfrm>
          <a:prstGeom prst="rect">
            <a:avLst/>
          </a:prstGeom>
        </p:spPr>
      </p:pic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95300" y="6429397"/>
            <a:ext cx="2311400" cy="292079"/>
          </a:xfrm>
          <a:prstGeom prst="rect">
            <a:avLst/>
          </a:prstGeom>
        </p:spPr>
        <p:txBody>
          <a:bodyPr/>
          <a:lstStyle/>
          <a:p>
            <a:fld id="{ED3D6733-6F27-4404-AB51-585418F146E5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2026-03-16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384550" y="6429397"/>
            <a:ext cx="3136900" cy="292079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099300" y="6429397"/>
            <a:ext cx="2311400" cy="292079"/>
          </a:xfrm>
          <a:prstGeom prst="rect">
            <a:avLst/>
          </a:prstGeom>
        </p:spPr>
        <p:txBody>
          <a:bodyPr/>
          <a:lstStyle/>
          <a:p>
            <a:fld id="{EE6BC638-39B7-4287-91A7-2A3DDA573295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5977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" y="287"/>
            <a:ext cx="9905181" cy="6857433"/>
          </a:xfrm>
          <a:prstGeom prst="rect">
            <a:avLst/>
          </a:prstGeom>
        </p:spPr>
      </p:pic>
      <p:sp>
        <p:nvSpPr>
          <p:cNvPr id="8" name="모서리가 둥근 직사각형 7"/>
          <p:cNvSpPr/>
          <p:nvPr userDrawn="1"/>
        </p:nvSpPr>
        <p:spPr>
          <a:xfrm>
            <a:off x="134144" y="577180"/>
            <a:ext cx="9655394" cy="5940000"/>
          </a:xfrm>
          <a:prstGeom prst="roundRect">
            <a:avLst>
              <a:gd name="adj" fmla="val 902"/>
            </a:avLst>
          </a:prstGeom>
          <a:gradFill>
            <a:gsLst>
              <a:gs pos="0">
                <a:srgbClr val="FFFFFF">
                  <a:alpha val="85000"/>
                </a:srgbClr>
              </a:gs>
              <a:gs pos="29000">
                <a:schemeClr val="bg1"/>
              </a:gs>
            </a:gsLst>
            <a:lin ang="5400000" scaled="0"/>
          </a:gradFill>
          <a:ln w="12700">
            <a:gradFill>
              <a:gsLst>
                <a:gs pos="100000">
                  <a:srgbClr val="005EA4">
                    <a:alpha val="70000"/>
                  </a:srgbClr>
                </a:gs>
                <a:gs pos="2000">
                  <a:schemeClr val="tx2">
                    <a:lumMod val="20000"/>
                    <a:lumOff val="80000"/>
                  </a:schemeClr>
                </a:gs>
                <a:gs pos="62000">
                  <a:srgbClr val="E1E8F5">
                    <a:alpha val="0"/>
                  </a:srgbClr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689" y="6577092"/>
            <a:ext cx="901852" cy="209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 userDrawn="1"/>
        </p:nvSpPr>
        <p:spPr>
          <a:xfrm>
            <a:off x="134144" y="6597932"/>
            <a:ext cx="28632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prstClr val="black"/>
                </a:solidFill>
                <a:latin typeface="나눔고딕" pitchFamily="50" charset="-127"/>
                <a:ea typeface="나눔고딕" pitchFamily="50" charset="-127"/>
              </a:rPr>
              <a:t>Copyright ⓒ 2026 WIZWIG CO., LTD.,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391167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14165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표 35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09460113"/>
              </p:ext>
            </p:extLst>
          </p:nvPr>
        </p:nvGraphicFramePr>
        <p:xfrm>
          <a:off x="164472" y="1080490"/>
          <a:ext cx="9577063" cy="54284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007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7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53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8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60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lang="en-US" altLang="ko-KR" sz="9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Layout</a:t>
                      </a:r>
                      <a:endParaRPr lang="ko-KR" altLang="en-US" sz="9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Comment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146">
                <a:tc rowSpan="8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14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맑은 고딕" pitchFamily="50" charset="-127"/>
                          <a:ea typeface="맑은 고딕" pitchFamily="50" charset="-127"/>
                        </a:rPr>
                        <a:t>Code</a:t>
                      </a:r>
                      <a:endParaRPr lang="ko-KR" altLang="en-US" sz="8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화면 명</a:t>
                      </a: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15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14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latin typeface="맑은 고딕" pitchFamily="50" charset="-127"/>
                          <a:ea typeface="맑은 고딕" pitchFamily="50" charset="-127"/>
                        </a:rPr>
                        <a:t>경로</a:t>
                      </a:r>
                      <a:endParaRPr lang="ko-KR" altLang="en-US" sz="8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8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1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처리기능설명</a:t>
                      </a: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805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66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latin typeface="맑은 고딕" pitchFamily="50" charset="-127"/>
                          <a:ea typeface="맑은 고딕" pitchFamily="50" charset="-127"/>
                        </a:rPr>
                        <a:t>요구사항</a:t>
                      </a:r>
                      <a:endParaRPr lang="ko-KR" altLang="en-US" sz="7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785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latin typeface="맑은 고딕" pitchFamily="50" charset="-127"/>
                          <a:ea typeface="맑은 고딕" pitchFamily="50" charset="-127"/>
                        </a:rPr>
                        <a:t>요구사항 </a:t>
                      </a:r>
                      <a:r>
                        <a:rPr lang="en-US" altLang="ko-KR" sz="700" b="1"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  <a:endParaRPr lang="ko-KR" altLang="en-US" sz="7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41557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2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표 35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6241914"/>
              </p:ext>
            </p:extLst>
          </p:nvPr>
        </p:nvGraphicFramePr>
        <p:xfrm>
          <a:off x="164472" y="1080490"/>
          <a:ext cx="9577063" cy="54284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007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7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53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8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60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lang="en-US" altLang="ko-KR" sz="9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Layout</a:t>
                      </a:r>
                      <a:endParaRPr lang="ko-KR" altLang="en-US" sz="9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Comment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146">
                <a:tc rowSpan="8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latin typeface="맑은 고딕" pitchFamily="50" charset="-127"/>
                        <a:ea typeface="+mn-ea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14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맑은 고딕" pitchFamily="50" charset="-127"/>
                          <a:ea typeface="맑은 고딕" pitchFamily="50" charset="-127"/>
                        </a:rPr>
                        <a:t>Code</a:t>
                      </a:r>
                      <a:endParaRPr lang="ko-KR" altLang="en-US" sz="8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화면 명</a:t>
                      </a: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15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14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latin typeface="맑은 고딕" pitchFamily="50" charset="-127"/>
                          <a:ea typeface="맑은 고딕" pitchFamily="50" charset="-127"/>
                        </a:rPr>
                        <a:t>경로</a:t>
                      </a:r>
                      <a:endParaRPr lang="ko-KR" altLang="en-US" sz="8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8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1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처리기능설명</a:t>
                      </a: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805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66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latin typeface="맑은 고딕" pitchFamily="50" charset="-127"/>
                          <a:ea typeface="맑은 고딕" pitchFamily="50" charset="-127"/>
                        </a:rPr>
                        <a:t>요구사항</a:t>
                      </a:r>
                      <a:endParaRPr lang="ko-KR" altLang="en-US" sz="7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785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latin typeface="맑은 고딕" pitchFamily="50" charset="-127"/>
                          <a:ea typeface="맑은 고딕" pitchFamily="50" charset="-127"/>
                        </a:rPr>
                        <a:t>요구사항 </a:t>
                      </a:r>
                      <a:r>
                        <a:rPr lang="en-US" altLang="ko-KR" sz="700" b="1"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  <a:endParaRPr lang="ko-KR" altLang="en-US" sz="7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876BD67F-D565-9BB1-7E32-4E2766536470}"/>
              </a:ext>
            </a:extLst>
          </p:cNvPr>
          <p:cNvSpPr/>
          <p:nvPr userDrawn="1"/>
        </p:nvSpPr>
        <p:spPr>
          <a:xfrm>
            <a:off x="165388" y="1379575"/>
            <a:ext cx="3311736" cy="5073613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5491EEB-AA09-FBBF-E975-ABD58FA5EBE7}"/>
              </a:ext>
            </a:extLst>
          </p:cNvPr>
          <p:cNvSpPr/>
          <p:nvPr userDrawn="1"/>
        </p:nvSpPr>
        <p:spPr>
          <a:xfrm>
            <a:off x="3588276" y="1379575"/>
            <a:ext cx="3311736" cy="5073613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모서리가 둥근 직사각형 55">
            <a:extLst>
              <a:ext uri="{FF2B5EF4-FFF2-40B4-BE49-F238E27FC236}">
                <a16:creationId xmlns:a16="http://schemas.microsoft.com/office/drawing/2014/main" id="{4F1DCFFA-00DD-9974-A693-3E3AF6682C59}"/>
              </a:ext>
            </a:extLst>
          </p:cNvPr>
          <p:cNvSpPr/>
          <p:nvPr userDrawn="1"/>
        </p:nvSpPr>
        <p:spPr>
          <a:xfrm>
            <a:off x="165388" y="1381582"/>
            <a:ext cx="3311448" cy="5071606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algn="ctr"/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0" name="모서리가 둥근 직사각형 55">
            <a:extLst>
              <a:ext uri="{FF2B5EF4-FFF2-40B4-BE49-F238E27FC236}">
                <a16:creationId xmlns:a16="http://schemas.microsoft.com/office/drawing/2014/main" id="{EF362183-981A-20BD-FAFA-B57E919FD3D7}"/>
              </a:ext>
            </a:extLst>
          </p:cNvPr>
          <p:cNvSpPr/>
          <p:nvPr userDrawn="1"/>
        </p:nvSpPr>
        <p:spPr>
          <a:xfrm>
            <a:off x="3588276" y="1381582"/>
            <a:ext cx="3311448" cy="5071606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algn="ctr"/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33085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1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표 35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692338572"/>
              </p:ext>
            </p:extLst>
          </p:nvPr>
        </p:nvGraphicFramePr>
        <p:xfrm>
          <a:off x="164472" y="1080490"/>
          <a:ext cx="9577063" cy="54284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007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7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53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8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60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lang="en-US" altLang="ko-KR" sz="9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Layout</a:t>
                      </a:r>
                      <a:endParaRPr lang="ko-KR" altLang="en-US" sz="9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Comment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146">
                <a:tc rowSpan="8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14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맑은 고딕" pitchFamily="50" charset="-127"/>
                          <a:ea typeface="맑은 고딕" pitchFamily="50" charset="-127"/>
                        </a:rPr>
                        <a:t>Code</a:t>
                      </a:r>
                      <a:endParaRPr lang="ko-KR" altLang="en-US" sz="8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화면 명</a:t>
                      </a: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15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14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latin typeface="맑은 고딕" pitchFamily="50" charset="-127"/>
                          <a:ea typeface="맑은 고딕" pitchFamily="50" charset="-127"/>
                        </a:rPr>
                        <a:t>경로</a:t>
                      </a:r>
                      <a:endParaRPr lang="ko-KR" altLang="en-US" sz="8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8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1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처리기능설명</a:t>
                      </a: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805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66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latin typeface="맑은 고딕" pitchFamily="50" charset="-127"/>
                          <a:ea typeface="맑은 고딕" pitchFamily="50" charset="-127"/>
                        </a:rPr>
                        <a:t>요구사항</a:t>
                      </a:r>
                      <a:endParaRPr lang="ko-KR" altLang="en-US" sz="7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785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latin typeface="맑은 고딕" pitchFamily="50" charset="-127"/>
                          <a:ea typeface="맑은 고딕" pitchFamily="50" charset="-127"/>
                        </a:rPr>
                        <a:t>요구사항 </a:t>
                      </a:r>
                      <a:r>
                        <a:rPr lang="en-US" altLang="ko-KR" sz="700" b="1"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  <a:endParaRPr lang="ko-KR" altLang="en-US" sz="7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876BD67F-D565-9BB1-7E32-4E2766536470}"/>
              </a:ext>
            </a:extLst>
          </p:cNvPr>
          <p:cNvSpPr/>
          <p:nvPr userDrawn="1"/>
        </p:nvSpPr>
        <p:spPr>
          <a:xfrm>
            <a:off x="165388" y="1379575"/>
            <a:ext cx="3311736" cy="5073613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모서리가 둥근 직사각형 55">
            <a:extLst>
              <a:ext uri="{FF2B5EF4-FFF2-40B4-BE49-F238E27FC236}">
                <a16:creationId xmlns:a16="http://schemas.microsoft.com/office/drawing/2014/main" id="{4F1DCFFA-00DD-9974-A693-3E3AF6682C59}"/>
              </a:ext>
            </a:extLst>
          </p:cNvPr>
          <p:cNvSpPr/>
          <p:nvPr userDrawn="1"/>
        </p:nvSpPr>
        <p:spPr>
          <a:xfrm>
            <a:off x="165388" y="1381582"/>
            <a:ext cx="3311448" cy="5071606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algn="ctr"/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7832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직선 연결선 32"/>
          <p:cNvCxnSpPr/>
          <p:nvPr/>
        </p:nvCxnSpPr>
        <p:spPr>
          <a:xfrm>
            <a:off x="68315" y="6563894"/>
            <a:ext cx="9751252" cy="158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9826" y="6581012"/>
            <a:ext cx="260359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prstClr val="black"/>
                </a:solidFill>
              </a:rPr>
              <a:t>Copyright ⓒ 2026 WIZWIG CO., LTD. All rights reserved</a:t>
            </a:r>
          </a:p>
        </p:txBody>
      </p:sp>
      <p:sp>
        <p:nvSpPr>
          <p:cNvPr id="38" name="Text Box 119"/>
          <p:cNvSpPr txBox="1">
            <a:spLocks noChangeArrowheads="1"/>
          </p:cNvSpPr>
          <p:nvPr/>
        </p:nvSpPr>
        <p:spPr bwMode="auto">
          <a:xfrm>
            <a:off x="4767190" y="6581661"/>
            <a:ext cx="35298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96004F94-3BE7-4D60-B404-1745300C98A2}" type="slidenum">
              <a:rPr lang="ko-KR" altLang="en-US" sz="1000" b="1">
                <a:solidFill>
                  <a:prstClr val="black"/>
                </a:solidFill>
              </a:rPr>
              <a:pPr/>
              <a:t>‹#›</a:t>
            </a:fld>
            <a:endParaRPr lang="en-US" altLang="ko-KR" sz="1000" b="1" dirty="0">
              <a:solidFill>
                <a:prstClr val="black"/>
              </a:solidFill>
            </a:endParaRPr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68315" y="497938"/>
            <a:ext cx="9751252" cy="1588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 userDrawn="1"/>
        </p:nvCxnSpPr>
        <p:spPr>
          <a:xfrm>
            <a:off x="68315" y="539950"/>
            <a:ext cx="9751252" cy="158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표 17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35185070"/>
              </p:ext>
            </p:extLst>
          </p:nvPr>
        </p:nvGraphicFramePr>
        <p:xfrm>
          <a:off x="164472" y="590019"/>
          <a:ext cx="9577063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833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8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5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04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04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059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4287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맑은 고딕" pitchFamily="50" charset="-127"/>
                          <a:ea typeface="맑은 고딕" pitchFamily="50" charset="-127"/>
                        </a:rPr>
                        <a:t>스토리보드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단위시스템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WIZ</a:t>
                      </a:r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SHOP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단계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설계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문서번호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83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>
                          <a:latin typeface="맑은 고딕" pitchFamily="50" charset="-127"/>
                          <a:ea typeface="맑은 고딕" pitchFamily="50" charset="-127"/>
                        </a:rPr>
                        <a:t>이성학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작성일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2026.03.16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문서버전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0.2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 userDrawn="1"/>
        </p:nvSpPr>
        <p:spPr>
          <a:xfrm>
            <a:off x="9003243" y="188650"/>
            <a:ext cx="7906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 dirty="0">
                <a:latin typeface="나눔고딕" pitchFamily="50" charset="-127"/>
                <a:ea typeface="나눔고딕" pitchFamily="50" charset="-127"/>
              </a:rPr>
              <a:t>WIZ SHOP</a:t>
            </a:r>
            <a:endParaRPr lang="ko-KR" altLang="en-US" sz="1000" b="1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0212A0F0-C261-B197-F053-6BABA09FDA3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56" y="66773"/>
            <a:ext cx="1525804" cy="354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9640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69" r:id="rId2"/>
    <p:sldLayoutId id="2147483682" r:id="rId3"/>
    <p:sldLayoutId id="2147483662" r:id="rId4"/>
    <p:sldLayoutId id="2147483691" r:id="rId5"/>
    <p:sldLayoutId id="2147483692" r:id="rId6"/>
    <p:sldLayoutId id="2147483693" r:id="rId7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236476" y="550335"/>
            <a:ext cx="4597757" cy="1412579"/>
          </a:xfrm>
          <a:prstGeom prst="rect">
            <a:avLst/>
          </a:prstGeom>
        </p:spPr>
        <p:txBody>
          <a:bodyPr/>
          <a:lstStyle/>
          <a:p>
            <a:pPr latinLnBrk="0"/>
            <a:r>
              <a:rPr lang="en-US" altLang="ko-KR" sz="3200" b="1" dirty="0">
                <a:latin typeface="나눔고딕" pitchFamily="50" charset="-127"/>
                <a:ea typeface="나눔고딕" pitchFamily="50" charset="-127"/>
              </a:rPr>
              <a:t>WIZ SHOP</a:t>
            </a:r>
            <a:endParaRPr lang="ko-KR" altLang="en-US" sz="3000" b="1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9381" y="6077898"/>
            <a:ext cx="1290559" cy="2949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6770236" y="6453336"/>
            <a:ext cx="298511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b="1" dirty="0">
                <a:solidFill>
                  <a:prstClr val="black"/>
                </a:solidFill>
              </a:rPr>
              <a:t>Copyright ⓒ 2023 WIZWIG CO., LTD., All rights reserved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468" y="2348880"/>
            <a:ext cx="50045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>
                <a:solidFill>
                  <a:schemeClr val="bg1"/>
                </a:solidFill>
                <a:latin typeface="맑은 고딕" panose="020B0503020000020004" pitchFamily="50" charset="-127"/>
              </a:rPr>
              <a:t>Wizbuilder</a:t>
            </a:r>
            <a:r>
              <a:rPr lang="en-US" altLang="ko-KR" sz="20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2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운영관리 전용 쇼핑몰</a:t>
            </a:r>
            <a:endParaRPr lang="en-US" altLang="ko-KR" sz="2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2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2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FrontOffice</a:t>
            </a:r>
            <a:r>
              <a:rPr lang="ko-KR" altLang="en-US" sz="2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와이어프레임 </a:t>
            </a:r>
          </a:p>
        </p:txBody>
      </p:sp>
    </p:spTree>
    <p:extLst>
      <p:ext uri="{BB962C8B-B14F-4D97-AF65-F5344CB8AC3E}">
        <p14:creationId xmlns:p14="http://schemas.microsoft.com/office/powerpoint/2010/main" val="4123607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Group 109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39615097"/>
              </p:ext>
            </p:extLst>
          </p:nvPr>
        </p:nvGraphicFramePr>
        <p:xfrm>
          <a:off x="165106" y="1183340"/>
          <a:ext cx="9575801" cy="3820271"/>
        </p:xfrm>
        <a:graphic>
          <a:graphicData uri="http://schemas.openxmlformats.org/drawingml/2006/table">
            <a:tbl>
              <a:tblPr/>
              <a:tblGrid>
                <a:gridCol w="13057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3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0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61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3221">
                <a:tc gridSpan="4"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문서이력표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53177" marR="53177" marT="42541" marB="425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53177" marR="53177" marT="42541" marB="425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53177" marR="53177" marT="42541" marB="425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862">
                <a:tc gridSpan="4">
                  <a:txBody>
                    <a:bodyPr/>
                    <a:lstStyle/>
                    <a:p>
                      <a:pPr marL="0" marR="0" lvl="0" indent="0" algn="l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WIZ SHOP_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스토리보드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53177" marR="53177" marT="42541" marB="425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862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문서버전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개정일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개정내용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작성자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0.1</a:t>
                      </a: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2026.03.05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와이어프레임 초안 작성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err="1">
                          <a:latin typeface="나눔고딕" pitchFamily="50" charset="-127"/>
                          <a:ea typeface="나눔고딕" pitchFamily="50" charset="-127"/>
                        </a:rPr>
                        <a:t>이성학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0.2</a:t>
                      </a: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2026.03.16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우선순위 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0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순위 메뉴 작성 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풀버전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 -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회원가입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로그인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마이페이지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회사소개</a:t>
                      </a:r>
                      <a:b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</a:b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 -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소속 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or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사이트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관리</a:t>
                      </a:r>
                      <a:b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</a:b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 -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소셜 로그인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err="1">
                          <a:latin typeface="나눔고딕" pitchFamily="50" charset="-127"/>
                          <a:ea typeface="나눔고딕" pitchFamily="50" charset="-127"/>
                        </a:rPr>
                        <a:t>이성학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0.2</a:t>
                      </a: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2026.03.16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우선순위 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0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순위 메뉴 작성 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간소화버전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 -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회원가입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로그인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마이페이지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회사소개</a:t>
                      </a:r>
                      <a:b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</a:b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 -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자체 로그인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err="1">
                          <a:latin typeface="나눔고딕" pitchFamily="50" charset="-127"/>
                          <a:ea typeface="나눔고딕" pitchFamily="50" charset="-127"/>
                        </a:rPr>
                        <a:t>이성학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cxnSp>
        <p:nvCxnSpPr>
          <p:cNvPr id="5" name="직선 연결선 4"/>
          <p:cNvCxnSpPr/>
          <p:nvPr/>
        </p:nvCxnSpPr>
        <p:spPr>
          <a:xfrm>
            <a:off x="68315" y="497938"/>
            <a:ext cx="9751252" cy="1588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>
            <a:off x="68315" y="539950"/>
            <a:ext cx="9751252" cy="158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7482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499F5-3022-76BC-5243-5557A6DE3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oup 1091">
            <a:extLst>
              <a:ext uri="{FF2B5EF4-FFF2-40B4-BE49-F238E27FC236}">
                <a16:creationId xmlns:a16="http://schemas.microsoft.com/office/drawing/2014/main" id="{FD5B3D73-6D24-16C6-C6CB-053A40450A14}"/>
              </a:ext>
            </a:extLst>
          </p:cNvPr>
          <p:cNvGraphicFramePr>
            <a:graphicFrameLocks/>
          </p:cNvGraphicFramePr>
          <p:nvPr/>
        </p:nvGraphicFramePr>
        <p:xfrm>
          <a:off x="165100" y="1175295"/>
          <a:ext cx="9575799" cy="237482"/>
        </p:xfrm>
        <a:graphic>
          <a:graphicData uri="http://schemas.openxmlformats.org/drawingml/2006/table">
            <a:tbl>
              <a:tblPr/>
              <a:tblGrid>
                <a:gridCol w="9575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9436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메뉴구조도</a:t>
                      </a: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5" name="모서리가 둥근 직사각형 74">
            <a:extLst>
              <a:ext uri="{FF2B5EF4-FFF2-40B4-BE49-F238E27FC236}">
                <a16:creationId xmlns:a16="http://schemas.microsoft.com/office/drawing/2014/main" id="{425E45FD-FDF3-F4FB-686D-3E0DAE76943C}"/>
              </a:ext>
            </a:extLst>
          </p:cNvPr>
          <p:cNvSpPr/>
          <p:nvPr/>
        </p:nvSpPr>
        <p:spPr>
          <a:xfrm>
            <a:off x="3171388" y="1628800"/>
            <a:ext cx="1025214" cy="229116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고객센터</a:t>
            </a:r>
          </a:p>
        </p:txBody>
      </p:sp>
      <p:sp>
        <p:nvSpPr>
          <p:cNvPr id="66" name="모서리가 둥근 직사각형 74">
            <a:extLst>
              <a:ext uri="{FF2B5EF4-FFF2-40B4-BE49-F238E27FC236}">
                <a16:creationId xmlns:a16="http://schemas.microsoft.com/office/drawing/2014/main" id="{BD690985-E782-E3A5-5804-C69C2CE20DE7}"/>
              </a:ext>
            </a:extLst>
          </p:cNvPr>
          <p:cNvSpPr/>
          <p:nvPr/>
        </p:nvSpPr>
        <p:spPr>
          <a:xfrm>
            <a:off x="1011148" y="1623341"/>
            <a:ext cx="1025214" cy="229116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대시보드</a:t>
            </a:r>
          </a:p>
        </p:txBody>
      </p:sp>
      <p:sp>
        <p:nvSpPr>
          <p:cNvPr id="67" name="모서리가 둥근 직사각형 74">
            <a:extLst>
              <a:ext uri="{FF2B5EF4-FFF2-40B4-BE49-F238E27FC236}">
                <a16:creationId xmlns:a16="http://schemas.microsoft.com/office/drawing/2014/main" id="{9C5B3B0D-D1EC-B82B-7F5D-ACC72B389119}"/>
              </a:ext>
            </a:extLst>
          </p:cNvPr>
          <p:cNvSpPr/>
          <p:nvPr/>
        </p:nvSpPr>
        <p:spPr>
          <a:xfrm>
            <a:off x="2091268" y="1626005"/>
            <a:ext cx="1025214" cy="229116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구매신청</a:t>
            </a:r>
          </a:p>
        </p:txBody>
      </p:sp>
      <p:sp>
        <p:nvSpPr>
          <p:cNvPr id="68" name="모서리가 둥근 직사각형 74">
            <a:extLst>
              <a:ext uri="{FF2B5EF4-FFF2-40B4-BE49-F238E27FC236}">
                <a16:creationId xmlns:a16="http://schemas.microsoft.com/office/drawing/2014/main" id="{12F7BA79-7C3B-D577-3A94-88D8D6F13A3C}"/>
              </a:ext>
            </a:extLst>
          </p:cNvPr>
          <p:cNvSpPr/>
          <p:nvPr/>
        </p:nvSpPr>
        <p:spPr>
          <a:xfrm>
            <a:off x="6411748" y="1618924"/>
            <a:ext cx="1025214" cy="229116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로그인</a:t>
            </a:r>
          </a:p>
        </p:txBody>
      </p:sp>
      <p:sp>
        <p:nvSpPr>
          <p:cNvPr id="69" name="모서리가 둥근 직사각형 74">
            <a:extLst>
              <a:ext uri="{FF2B5EF4-FFF2-40B4-BE49-F238E27FC236}">
                <a16:creationId xmlns:a16="http://schemas.microsoft.com/office/drawing/2014/main" id="{8D7172C9-369F-1B75-C4D2-6F2732C807A5}"/>
              </a:ext>
            </a:extLst>
          </p:cNvPr>
          <p:cNvSpPr/>
          <p:nvPr/>
        </p:nvSpPr>
        <p:spPr>
          <a:xfrm>
            <a:off x="4251508" y="1613465"/>
            <a:ext cx="1025214" cy="229116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회사소개</a:t>
            </a:r>
          </a:p>
        </p:txBody>
      </p:sp>
      <p:sp>
        <p:nvSpPr>
          <p:cNvPr id="70" name="모서리가 둥근 직사각형 74">
            <a:extLst>
              <a:ext uri="{FF2B5EF4-FFF2-40B4-BE49-F238E27FC236}">
                <a16:creationId xmlns:a16="http://schemas.microsoft.com/office/drawing/2014/main" id="{B89E3052-586C-CDF8-6C47-9FB0883530A2}"/>
              </a:ext>
            </a:extLst>
          </p:cNvPr>
          <p:cNvSpPr/>
          <p:nvPr/>
        </p:nvSpPr>
        <p:spPr>
          <a:xfrm>
            <a:off x="5331628" y="1616129"/>
            <a:ext cx="1025214" cy="229116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마이페이지</a:t>
            </a:r>
          </a:p>
        </p:txBody>
      </p:sp>
      <p:sp>
        <p:nvSpPr>
          <p:cNvPr id="71" name="모서리가 둥근 직사각형 74">
            <a:extLst>
              <a:ext uri="{FF2B5EF4-FFF2-40B4-BE49-F238E27FC236}">
                <a16:creationId xmlns:a16="http://schemas.microsoft.com/office/drawing/2014/main" id="{F4B70673-0E68-7E04-1578-C8A3B4657FF0}"/>
              </a:ext>
            </a:extLst>
          </p:cNvPr>
          <p:cNvSpPr/>
          <p:nvPr/>
        </p:nvSpPr>
        <p:spPr>
          <a:xfrm>
            <a:off x="7491868" y="1613465"/>
            <a:ext cx="1025214" cy="229116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회원가입</a:t>
            </a:r>
          </a:p>
        </p:txBody>
      </p:sp>
      <p:cxnSp>
        <p:nvCxnSpPr>
          <p:cNvPr id="43" name="꺾인 연결선 103">
            <a:extLst>
              <a:ext uri="{FF2B5EF4-FFF2-40B4-BE49-F238E27FC236}">
                <a16:creationId xmlns:a16="http://schemas.microsoft.com/office/drawing/2014/main" id="{4B8BF49D-B934-B891-9CC7-93CCE0760500}"/>
              </a:ext>
            </a:extLst>
          </p:cNvPr>
          <p:cNvCxnSpPr>
            <a:cxnSpLocks/>
            <a:stCxn id="44" idx="0"/>
            <a:endCxn id="67" idx="2"/>
          </p:cNvCxnSpPr>
          <p:nvPr/>
        </p:nvCxnSpPr>
        <p:spPr>
          <a:xfrm rot="5400000" flipH="1" flipV="1">
            <a:off x="2273962" y="1983862"/>
            <a:ext cx="458654" cy="201172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모서리가 둥근 직사각형 75">
            <a:extLst>
              <a:ext uri="{FF2B5EF4-FFF2-40B4-BE49-F238E27FC236}">
                <a16:creationId xmlns:a16="http://schemas.microsoft.com/office/drawing/2014/main" id="{35A77BB6-7B60-BF1F-8B4E-4BCDBB14770C}"/>
              </a:ext>
            </a:extLst>
          </p:cNvPr>
          <p:cNvSpPr/>
          <p:nvPr/>
        </p:nvSpPr>
        <p:spPr>
          <a:xfrm>
            <a:off x="1947252" y="2313775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rgbClr val="0000FF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</a:t>
            </a:r>
          </a:p>
        </p:txBody>
      </p:sp>
      <p:sp>
        <p:nvSpPr>
          <p:cNvPr id="46" name="모서리가 둥근 직사각형 75">
            <a:extLst>
              <a:ext uri="{FF2B5EF4-FFF2-40B4-BE49-F238E27FC236}">
                <a16:creationId xmlns:a16="http://schemas.microsoft.com/office/drawing/2014/main" id="{3D69F8D5-6487-02A4-2D93-31CD1A3B9892}"/>
              </a:ext>
            </a:extLst>
          </p:cNvPr>
          <p:cNvSpPr/>
          <p:nvPr/>
        </p:nvSpPr>
        <p:spPr>
          <a:xfrm>
            <a:off x="1947252" y="2564904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맞춤 견적 상품</a:t>
            </a:r>
          </a:p>
        </p:txBody>
      </p:sp>
      <p:sp>
        <p:nvSpPr>
          <p:cNvPr id="48" name="모서리가 둥근 직사각형 75">
            <a:extLst>
              <a:ext uri="{FF2B5EF4-FFF2-40B4-BE49-F238E27FC236}">
                <a16:creationId xmlns:a16="http://schemas.microsoft.com/office/drawing/2014/main" id="{1A3696DF-3D43-B961-3EC0-64460CDF9E1D}"/>
              </a:ext>
            </a:extLst>
          </p:cNvPr>
          <p:cNvSpPr/>
          <p:nvPr/>
        </p:nvSpPr>
        <p:spPr>
          <a:xfrm>
            <a:off x="1963196" y="2807600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선결제</a:t>
            </a:r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상품</a:t>
            </a:r>
          </a:p>
        </p:txBody>
      </p:sp>
      <p:cxnSp>
        <p:nvCxnSpPr>
          <p:cNvPr id="59" name="꺾인 연결선 103">
            <a:extLst>
              <a:ext uri="{FF2B5EF4-FFF2-40B4-BE49-F238E27FC236}">
                <a16:creationId xmlns:a16="http://schemas.microsoft.com/office/drawing/2014/main" id="{3274CF4B-E6CC-E2CB-BD87-4489B8898F91}"/>
              </a:ext>
            </a:extLst>
          </p:cNvPr>
          <p:cNvCxnSpPr>
            <a:cxnSpLocks/>
            <a:stCxn id="60" idx="0"/>
            <a:endCxn id="66" idx="2"/>
          </p:cNvCxnSpPr>
          <p:nvPr/>
        </p:nvCxnSpPr>
        <p:spPr>
          <a:xfrm rot="5400000" flipH="1" flipV="1">
            <a:off x="1241330" y="2031350"/>
            <a:ext cx="461318" cy="103532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모서리가 둥근 직사각형 75">
            <a:extLst>
              <a:ext uri="{FF2B5EF4-FFF2-40B4-BE49-F238E27FC236}">
                <a16:creationId xmlns:a16="http://schemas.microsoft.com/office/drawing/2014/main" id="{86DFA695-3A47-33FC-CBC6-5139E4774C14}"/>
              </a:ext>
            </a:extLst>
          </p:cNvPr>
          <p:cNvSpPr/>
          <p:nvPr/>
        </p:nvSpPr>
        <p:spPr>
          <a:xfrm>
            <a:off x="964772" y="2313775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rgbClr val="0000FF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대시보드</a:t>
            </a:r>
          </a:p>
        </p:txBody>
      </p:sp>
      <p:cxnSp>
        <p:nvCxnSpPr>
          <p:cNvPr id="94" name="꺾인 연결선 103">
            <a:extLst>
              <a:ext uri="{FF2B5EF4-FFF2-40B4-BE49-F238E27FC236}">
                <a16:creationId xmlns:a16="http://schemas.microsoft.com/office/drawing/2014/main" id="{86A7764B-FC14-0D1B-8C73-954314667CD8}"/>
              </a:ext>
            </a:extLst>
          </p:cNvPr>
          <p:cNvCxnSpPr>
            <a:cxnSpLocks/>
            <a:stCxn id="99" idx="0"/>
            <a:endCxn id="65" idx="2"/>
          </p:cNvCxnSpPr>
          <p:nvPr/>
        </p:nvCxnSpPr>
        <p:spPr>
          <a:xfrm rot="5400000" flipH="1" flipV="1">
            <a:off x="3391484" y="2021264"/>
            <a:ext cx="455859" cy="129164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모서리가 둥근 직사각형 75">
            <a:extLst>
              <a:ext uri="{FF2B5EF4-FFF2-40B4-BE49-F238E27FC236}">
                <a16:creationId xmlns:a16="http://schemas.microsoft.com/office/drawing/2014/main" id="{56A8434A-7D55-F493-2298-22A24D659EB9}"/>
              </a:ext>
            </a:extLst>
          </p:cNvPr>
          <p:cNvSpPr/>
          <p:nvPr/>
        </p:nvSpPr>
        <p:spPr>
          <a:xfrm>
            <a:off x="3099380" y="2313775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rgbClr val="0000FF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이용안내</a:t>
            </a:r>
          </a:p>
        </p:txBody>
      </p:sp>
      <p:cxnSp>
        <p:nvCxnSpPr>
          <p:cNvPr id="104" name="꺾인 연결선 103">
            <a:extLst>
              <a:ext uri="{FF2B5EF4-FFF2-40B4-BE49-F238E27FC236}">
                <a16:creationId xmlns:a16="http://schemas.microsoft.com/office/drawing/2014/main" id="{5B5BFE65-AF5C-9C33-94AC-29D3D97AAAF4}"/>
              </a:ext>
            </a:extLst>
          </p:cNvPr>
          <p:cNvCxnSpPr>
            <a:cxnSpLocks/>
            <a:stCxn id="105" idx="0"/>
            <a:endCxn id="69" idx="2"/>
          </p:cNvCxnSpPr>
          <p:nvPr/>
        </p:nvCxnSpPr>
        <p:spPr>
          <a:xfrm rot="5400000" flipH="1" flipV="1">
            <a:off x="4467809" y="2017469"/>
            <a:ext cx="471194" cy="121418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모서리가 둥근 직사각형 75">
            <a:extLst>
              <a:ext uri="{FF2B5EF4-FFF2-40B4-BE49-F238E27FC236}">
                <a16:creationId xmlns:a16="http://schemas.microsoft.com/office/drawing/2014/main" id="{B2A4FF86-34F4-4872-109F-66C52FAAD75E}"/>
              </a:ext>
            </a:extLst>
          </p:cNvPr>
          <p:cNvSpPr/>
          <p:nvPr/>
        </p:nvSpPr>
        <p:spPr>
          <a:xfrm>
            <a:off x="4187246" y="2313775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FF0000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회사소개</a:t>
            </a:r>
          </a:p>
        </p:txBody>
      </p:sp>
      <p:sp>
        <p:nvSpPr>
          <p:cNvPr id="109" name="모서리가 둥근 직사각형 75">
            <a:extLst>
              <a:ext uri="{FF2B5EF4-FFF2-40B4-BE49-F238E27FC236}">
                <a16:creationId xmlns:a16="http://schemas.microsoft.com/office/drawing/2014/main" id="{30CCF91B-A676-9590-2714-CB76603436F4}"/>
              </a:ext>
            </a:extLst>
          </p:cNvPr>
          <p:cNvSpPr/>
          <p:nvPr/>
        </p:nvSpPr>
        <p:spPr>
          <a:xfrm>
            <a:off x="4204703" y="2568909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FF0000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이용약관</a:t>
            </a:r>
          </a:p>
        </p:txBody>
      </p:sp>
      <p:sp>
        <p:nvSpPr>
          <p:cNvPr id="110" name="모서리가 둥근 직사각형 75">
            <a:extLst>
              <a:ext uri="{FF2B5EF4-FFF2-40B4-BE49-F238E27FC236}">
                <a16:creationId xmlns:a16="http://schemas.microsoft.com/office/drawing/2014/main" id="{F079AC71-3D87-3FA2-B8B9-AB670B698D0C}"/>
              </a:ext>
            </a:extLst>
          </p:cNvPr>
          <p:cNvSpPr/>
          <p:nvPr/>
        </p:nvSpPr>
        <p:spPr>
          <a:xfrm>
            <a:off x="4204703" y="2812278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FF0000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개인정보 처리방침</a:t>
            </a:r>
          </a:p>
        </p:txBody>
      </p:sp>
      <p:cxnSp>
        <p:nvCxnSpPr>
          <p:cNvPr id="115" name="꺾인 연결선 103">
            <a:extLst>
              <a:ext uri="{FF2B5EF4-FFF2-40B4-BE49-F238E27FC236}">
                <a16:creationId xmlns:a16="http://schemas.microsoft.com/office/drawing/2014/main" id="{3D8B4E42-1D36-A4FB-BE12-8B937524DE00}"/>
              </a:ext>
            </a:extLst>
          </p:cNvPr>
          <p:cNvCxnSpPr>
            <a:cxnSpLocks/>
            <a:stCxn id="116" idx="0"/>
            <a:endCxn id="70" idx="2"/>
          </p:cNvCxnSpPr>
          <p:nvPr/>
        </p:nvCxnSpPr>
        <p:spPr>
          <a:xfrm rot="5400000" flipH="1" flipV="1">
            <a:off x="5587061" y="2056601"/>
            <a:ext cx="468530" cy="45818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모서리가 둥근 직사각형 75">
            <a:extLst>
              <a:ext uri="{FF2B5EF4-FFF2-40B4-BE49-F238E27FC236}">
                <a16:creationId xmlns:a16="http://schemas.microsoft.com/office/drawing/2014/main" id="{59DB8D39-A4A9-08D1-22F4-F78E3E45A819}"/>
              </a:ext>
            </a:extLst>
          </p:cNvPr>
          <p:cNvSpPr/>
          <p:nvPr/>
        </p:nvSpPr>
        <p:spPr>
          <a:xfrm>
            <a:off x="5342966" y="2313775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대시보드</a:t>
            </a:r>
          </a:p>
        </p:txBody>
      </p:sp>
      <p:sp>
        <p:nvSpPr>
          <p:cNvPr id="117" name="모서리가 둥근 직사각형 75">
            <a:extLst>
              <a:ext uri="{FF2B5EF4-FFF2-40B4-BE49-F238E27FC236}">
                <a16:creationId xmlns:a16="http://schemas.microsoft.com/office/drawing/2014/main" id="{855A7774-594D-4DD9-A04B-1B1DA4B734E1}"/>
              </a:ext>
            </a:extLst>
          </p:cNvPr>
          <p:cNvSpPr/>
          <p:nvPr/>
        </p:nvSpPr>
        <p:spPr>
          <a:xfrm>
            <a:off x="5340887" y="2577070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rgbClr val="0000FF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주문내역</a:t>
            </a:r>
          </a:p>
        </p:txBody>
      </p:sp>
      <p:sp>
        <p:nvSpPr>
          <p:cNvPr id="118" name="모서리가 둥근 직사각형 75">
            <a:extLst>
              <a:ext uri="{FF2B5EF4-FFF2-40B4-BE49-F238E27FC236}">
                <a16:creationId xmlns:a16="http://schemas.microsoft.com/office/drawing/2014/main" id="{72A0DCAF-0C6B-EC4D-2971-7A454D4B082B}"/>
              </a:ext>
            </a:extLst>
          </p:cNvPr>
          <p:cNvSpPr/>
          <p:nvPr/>
        </p:nvSpPr>
        <p:spPr>
          <a:xfrm>
            <a:off x="5340887" y="2820439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소속권한</a:t>
            </a:r>
          </a:p>
        </p:txBody>
      </p:sp>
      <p:sp>
        <p:nvSpPr>
          <p:cNvPr id="119" name="모서리가 둥근 직사각형 75">
            <a:extLst>
              <a:ext uri="{FF2B5EF4-FFF2-40B4-BE49-F238E27FC236}">
                <a16:creationId xmlns:a16="http://schemas.microsoft.com/office/drawing/2014/main" id="{142B369B-6551-9212-187A-39AEA79017F9}"/>
              </a:ext>
            </a:extLst>
          </p:cNvPr>
          <p:cNvSpPr/>
          <p:nvPr/>
        </p:nvSpPr>
        <p:spPr>
          <a:xfrm>
            <a:off x="5356831" y="3563684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FF0000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회원정보 관리</a:t>
            </a:r>
          </a:p>
        </p:txBody>
      </p:sp>
      <p:cxnSp>
        <p:nvCxnSpPr>
          <p:cNvPr id="122" name="꺾인 연결선 103">
            <a:extLst>
              <a:ext uri="{FF2B5EF4-FFF2-40B4-BE49-F238E27FC236}">
                <a16:creationId xmlns:a16="http://schemas.microsoft.com/office/drawing/2014/main" id="{43E9E97A-D269-D49F-3636-21193E2C9802}"/>
              </a:ext>
            </a:extLst>
          </p:cNvPr>
          <p:cNvCxnSpPr>
            <a:cxnSpLocks/>
            <a:stCxn id="123" idx="0"/>
            <a:endCxn id="68" idx="2"/>
          </p:cNvCxnSpPr>
          <p:nvPr/>
        </p:nvCxnSpPr>
        <p:spPr>
          <a:xfrm rot="16200000" flipV="1">
            <a:off x="6697692" y="2074704"/>
            <a:ext cx="468179" cy="14852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모서리가 둥근 직사각형 75">
            <a:extLst>
              <a:ext uri="{FF2B5EF4-FFF2-40B4-BE49-F238E27FC236}">
                <a16:creationId xmlns:a16="http://schemas.microsoft.com/office/drawing/2014/main" id="{9FC41E05-1752-EC6A-5C61-B9EF78226593}"/>
              </a:ext>
            </a:extLst>
          </p:cNvPr>
          <p:cNvSpPr/>
          <p:nvPr/>
        </p:nvSpPr>
        <p:spPr>
          <a:xfrm>
            <a:off x="6483756" y="2316219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FF0000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로그인</a:t>
            </a:r>
          </a:p>
        </p:txBody>
      </p:sp>
      <p:cxnSp>
        <p:nvCxnSpPr>
          <p:cNvPr id="131" name="꺾인 연결선 103">
            <a:extLst>
              <a:ext uri="{FF2B5EF4-FFF2-40B4-BE49-F238E27FC236}">
                <a16:creationId xmlns:a16="http://schemas.microsoft.com/office/drawing/2014/main" id="{DE8E3B8B-BA79-0746-EEAF-04B1AE1A3328}"/>
              </a:ext>
            </a:extLst>
          </p:cNvPr>
          <p:cNvCxnSpPr>
            <a:cxnSpLocks/>
            <a:stCxn id="132" idx="0"/>
            <a:endCxn id="71" idx="2"/>
          </p:cNvCxnSpPr>
          <p:nvPr/>
        </p:nvCxnSpPr>
        <p:spPr>
          <a:xfrm rot="16200000" flipV="1">
            <a:off x="7959632" y="1887424"/>
            <a:ext cx="471194" cy="381507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모서리가 둥근 직사각형 75">
            <a:extLst>
              <a:ext uri="{FF2B5EF4-FFF2-40B4-BE49-F238E27FC236}">
                <a16:creationId xmlns:a16="http://schemas.microsoft.com/office/drawing/2014/main" id="{DD578EC6-7D5E-BE4B-E0B4-D8E55F377CF9}"/>
              </a:ext>
            </a:extLst>
          </p:cNvPr>
          <p:cNvSpPr/>
          <p:nvPr/>
        </p:nvSpPr>
        <p:spPr>
          <a:xfrm>
            <a:off x="7930531" y="2313775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FF0000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회원가입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F5A1747B-E0D2-D2F4-0F65-AB1EE5DC95F5}"/>
              </a:ext>
            </a:extLst>
          </p:cNvPr>
          <p:cNvSpPr txBox="1"/>
          <p:nvPr/>
        </p:nvSpPr>
        <p:spPr>
          <a:xfrm>
            <a:off x="118092" y="5641208"/>
            <a:ext cx="243567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&lt;&lt; </a:t>
            </a:r>
            <a:r>
              <a:rPr lang="ko-KR" altLang="en-US" sz="1000" b="1" dirty="0"/>
              <a:t>작업 진행 표기 </a:t>
            </a:r>
            <a:r>
              <a:rPr lang="en-US" altLang="ko-KR" sz="1000" b="1" dirty="0"/>
              <a:t>&gt;&gt;</a:t>
            </a:r>
          </a:p>
          <a:p>
            <a:endParaRPr lang="en-US" altLang="ko-KR" sz="1000" b="1" dirty="0"/>
          </a:p>
          <a:p>
            <a:r>
              <a:rPr lang="en-US" altLang="ko-KR" sz="1000" b="1" dirty="0">
                <a:solidFill>
                  <a:srgbClr val="FF0000"/>
                </a:solidFill>
              </a:rPr>
              <a:t>1) </a:t>
            </a:r>
            <a:r>
              <a:rPr lang="ko-KR" altLang="en-US" sz="1000" b="1" dirty="0">
                <a:solidFill>
                  <a:srgbClr val="FF0000"/>
                </a:solidFill>
              </a:rPr>
              <a:t>작업완료 </a:t>
            </a:r>
            <a:endParaRPr lang="en-US" altLang="ko-KR" sz="1000" b="1" dirty="0">
              <a:solidFill>
                <a:srgbClr val="FF0000"/>
              </a:solidFill>
            </a:endParaRPr>
          </a:p>
          <a:p>
            <a:r>
              <a:rPr lang="en-US" altLang="ko-KR" sz="1000" b="1" dirty="0">
                <a:solidFill>
                  <a:srgbClr val="0000FF"/>
                </a:solidFill>
              </a:rPr>
              <a:t>2) </a:t>
            </a:r>
            <a:r>
              <a:rPr lang="ko-KR" altLang="en-US" sz="1000" b="1" dirty="0">
                <a:solidFill>
                  <a:srgbClr val="0000FF"/>
                </a:solidFill>
              </a:rPr>
              <a:t>작업 진행 예정</a:t>
            </a:r>
            <a:endParaRPr lang="en-US" altLang="ko-KR" sz="1000" b="1" dirty="0">
              <a:solidFill>
                <a:srgbClr val="0000FF"/>
              </a:solidFill>
            </a:endParaRPr>
          </a:p>
          <a:p>
            <a:r>
              <a:rPr lang="en-US" altLang="ko-KR" sz="1000" b="1" dirty="0"/>
              <a:t>3) </a:t>
            </a:r>
            <a:r>
              <a:rPr lang="ko-KR" altLang="en-US" sz="1000" b="1" dirty="0"/>
              <a:t>대기</a:t>
            </a:r>
            <a:endParaRPr lang="en-US" altLang="ko-KR" sz="1000" b="1" dirty="0"/>
          </a:p>
        </p:txBody>
      </p:sp>
      <p:sp>
        <p:nvSpPr>
          <p:cNvPr id="2" name="모서리가 둥근 직사각형 75">
            <a:extLst>
              <a:ext uri="{FF2B5EF4-FFF2-40B4-BE49-F238E27FC236}">
                <a16:creationId xmlns:a16="http://schemas.microsoft.com/office/drawing/2014/main" id="{1A5EC35C-BD18-8534-691C-D7A5C6B80A73}"/>
              </a:ext>
            </a:extLst>
          </p:cNvPr>
          <p:cNvSpPr/>
          <p:nvPr/>
        </p:nvSpPr>
        <p:spPr>
          <a:xfrm>
            <a:off x="3099380" y="2564904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</a:p>
        </p:txBody>
      </p:sp>
      <p:sp>
        <p:nvSpPr>
          <p:cNvPr id="3" name="모서리가 둥근 직사각형 75">
            <a:extLst>
              <a:ext uri="{FF2B5EF4-FFF2-40B4-BE49-F238E27FC236}">
                <a16:creationId xmlns:a16="http://schemas.microsoft.com/office/drawing/2014/main" id="{A70A2F74-2088-9DB8-2D2E-4F4ABCB3DCA5}"/>
              </a:ext>
            </a:extLst>
          </p:cNvPr>
          <p:cNvSpPr/>
          <p:nvPr/>
        </p:nvSpPr>
        <p:spPr>
          <a:xfrm>
            <a:off x="3099380" y="2808273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rgbClr val="0000FF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문의하기</a:t>
            </a:r>
          </a:p>
        </p:txBody>
      </p:sp>
      <p:sp>
        <p:nvSpPr>
          <p:cNvPr id="4" name="모서리가 둥근 직사각형 75">
            <a:extLst>
              <a:ext uri="{FF2B5EF4-FFF2-40B4-BE49-F238E27FC236}">
                <a16:creationId xmlns:a16="http://schemas.microsoft.com/office/drawing/2014/main" id="{7B352F26-063A-0AD2-2703-A9CBF894AFC6}"/>
              </a:ext>
            </a:extLst>
          </p:cNvPr>
          <p:cNvSpPr/>
          <p:nvPr/>
        </p:nvSpPr>
        <p:spPr>
          <a:xfrm>
            <a:off x="3115324" y="3056639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rgbClr val="0000FF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맞춤 제작 의뢰</a:t>
            </a:r>
          </a:p>
        </p:txBody>
      </p:sp>
      <p:sp>
        <p:nvSpPr>
          <p:cNvPr id="7" name="모서리가 둥근 직사각형 75">
            <a:extLst>
              <a:ext uri="{FF2B5EF4-FFF2-40B4-BE49-F238E27FC236}">
                <a16:creationId xmlns:a16="http://schemas.microsoft.com/office/drawing/2014/main" id="{C5967AEC-7542-4DF2-60F8-8BA54BEDE85B}"/>
              </a:ext>
            </a:extLst>
          </p:cNvPr>
          <p:cNvSpPr/>
          <p:nvPr/>
        </p:nvSpPr>
        <p:spPr>
          <a:xfrm>
            <a:off x="3101845" y="3312090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작업진행문의</a:t>
            </a:r>
          </a:p>
        </p:txBody>
      </p:sp>
      <p:sp>
        <p:nvSpPr>
          <p:cNvPr id="12" name="모서리가 둥근 직사각형 75">
            <a:extLst>
              <a:ext uri="{FF2B5EF4-FFF2-40B4-BE49-F238E27FC236}">
                <a16:creationId xmlns:a16="http://schemas.microsoft.com/office/drawing/2014/main" id="{00C687B7-A367-30D1-308D-5630DA96FE18}"/>
              </a:ext>
            </a:extLst>
          </p:cNvPr>
          <p:cNvSpPr/>
          <p:nvPr/>
        </p:nvSpPr>
        <p:spPr>
          <a:xfrm>
            <a:off x="5530334" y="3068805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이용중인 사이트</a:t>
            </a:r>
          </a:p>
        </p:txBody>
      </p:sp>
      <p:sp>
        <p:nvSpPr>
          <p:cNvPr id="13" name="모서리가 둥근 직사각형 75">
            <a:extLst>
              <a:ext uri="{FF2B5EF4-FFF2-40B4-BE49-F238E27FC236}">
                <a16:creationId xmlns:a16="http://schemas.microsoft.com/office/drawing/2014/main" id="{2BD651E9-EB72-1A2E-AA25-0707753D8DAD}"/>
              </a:ext>
            </a:extLst>
          </p:cNvPr>
          <p:cNvSpPr/>
          <p:nvPr/>
        </p:nvSpPr>
        <p:spPr>
          <a:xfrm>
            <a:off x="5516855" y="3324256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권한조회</a:t>
            </a:r>
          </a:p>
        </p:txBody>
      </p:sp>
      <p:sp>
        <p:nvSpPr>
          <p:cNvPr id="14" name="모서리가 둥근 직사각형 75">
            <a:extLst>
              <a:ext uri="{FF2B5EF4-FFF2-40B4-BE49-F238E27FC236}">
                <a16:creationId xmlns:a16="http://schemas.microsoft.com/office/drawing/2014/main" id="{979D0143-0AEB-9D8A-0782-F86BEC455364}"/>
              </a:ext>
            </a:extLst>
          </p:cNvPr>
          <p:cNvSpPr/>
          <p:nvPr/>
        </p:nvSpPr>
        <p:spPr>
          <a:xfrm>
            <a:off x="5530334" y="3821391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FF0000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개인정보 수정</a:t>
            </a:r>
          </a:p>
        </p:txBody>
      </p:sp>
      <p:sp>
        <p:nvSpPr>
          <p:cNvPr id="15" name="모서리가 둥근 직사각형 75">
            <a:extLst>
              <a:ext uri="{FF2B5EF4-FFF2-40B4-BE49-F238E27FC236}">
                <a16:creationId xmlns:a16="http://schemas.microsoft.com/office/drawing/2014/main" id="{E2A27960-4EB6-E1BF-F25B-71D1AE9F0A57}"/>
              </a:ext>
            </a:extLst>
          </p:cNvPr>
          <p:cNvSpPr/>
          <p:nvPr/>
        </p:nvSpPr>
        <p:spPr>
          <a:xfrm>
            <a:off x="5516855" y="4076842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FF0000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비밀번호 변경</a:t>
            </a:r>
          </a:p>
        </p:txBody>
      </p:sp>
      <p:sp>
        <p:nvSpPr>
          <p:cNvPr id="16" name="모서리가 둥근 직사각형 75">
            <a:extLst>
              <a:ext uri="{FF2B5EF4-FFF2-40B4-BE49-F238E27FC236}">
                <a16:creationId xmlns:a16="http://schemas.microsoft.com/office/drawing/2014/main" id="{94B1B116-E867-5DD9-9B46-613B60890A7B}"/>
              </a:ext>
            </a:extLst>
          </p:cNvPr>
          <p:cNvSpPr/>
          <p:nvPr/>
        </p:nvSpPr>
        <p:spPr>
          <a:xfrm>
            <a:off x="5511648" y="4599416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FF0000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회원탈퇴</a:t>
            </a:r>
          </a:p>
        </p:txBody>
      </p:sp>
      <p:sp>
        <p:nvSpPr>
          <p:cNvPr id="17" name="모서리가 둥근 직사각형 75">
            <a:extLst>
              <a:ext uri="{FF2B5EF4-FFF2-40B4-BE49-F238E27FC236}">
                <a16:creationId xmlns:a16="http://schemas.microsoft.com/office/drawing/2014/main" id="{45659263-6B41-F4FB-6271-481CF218AEE7}"/>
              </a:ext>
            </a:extLst>
          </p:cNvPr>
          <p:cNvSpPr/>
          <p:nvPr/>
        </p:nvSpPr>
        <p:spPr>
          <a:xfrm>
            <a:off x="6483757" y="2577070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FF0000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아이디</a:t>
            </a:r>
            <a:r>
              <a:rPr lang="en-US" altLang="ko-KR" sz="8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비밀번호 찾기</a:t>
            </a:r>
          </a:p>
        </p:txBody>
      </p:sp>
      <p:sp>
        <p:nvSpPr>
          <p:cNvPr id="18" name="모서리가 둥근 직사각형 75">
            <a:extLst>
              <a:ext uri="{FF2B5EF4-FFF2-40B4-BE49-F238E27FC236}">
                <a16:creationId xmlns:a16="http://schemas.microsoft.com/office/drawing/2014/main" id="{D4F9FCE2-1F63-CF34-26F0-03E7BFA86050}"/>
              </a:ext>
            </a:extLst>
          </p:cNvPr>
          <p:cNvSpPr/>
          <p:nvPr/>
        </p:nvSpPr>
        <p:spPr>
          <a:xfrm>
            <a:off x="6673204" y="2825436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FF0000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아이디 찾기</a:t>
            </a:r>
          </a:p>
        </p:txBody>
      </p:sp>
      <p:sp>
        <p:nvSpPr>
          <p:cNvPr id="19" name="모서리가 둥근 직사각형 75">
            <a:extLst>
              <a:ext uri="{FF2B5EF4-FFF2-40B4-BE49-F238E27FC236}">
                <a16:creationId xmlns:a16="http://schemas.microsoft.com/office/drawing/2014/main" id="{EF24F512-CB06-B5CC-134C-83E54260FB92}"/>
              </a:ext>
            </a:extLst>
          </p:cNvPr>
          <p:cNvSpPr/>
          <p:nvPr/>
        </p:nvSpPr>
        <p:spPr>
          <a:xfrm>
            <a:off x="6659725" y="3080887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FF0000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비밀번호 찾기</a:t>
            </a:r>
          </a:p>
        </p:txBody>
      </p:sp>
      <p:sp>
        <p:nvSpPr>
          <p:cNvPr id="6" name="모서리가 둥근 직사각형 75">
            <a:extLst>
              <a:ext uri="{FF2B5EF4-FFF2-40B4-BE49-F238E27FC236}">
                <a16:creationId xmlns:a16="http://schemas.microsoft.com/office/drawing/2014/main" id="{B1D0C85D-0528-15ED-FD88-3B1BC6719CFD}"/>
              </a:ext>
            </a:extLst>
          </p:cNvPr>
          <p:cNvSpPr/>
          <p:nvPr/>
        </p:nvSpPr>
        <p:spPr>
          <a:xfrm>
            <a:off x="5511648" y="4341709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50000"/>
              </a:schemeClr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SNS </a:t>
            </a:r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연동</a:t>
            </a:r>
          </a:p>
        </p:txBody>
      </p:sp>
    </p:spTree>
    <p:extLst>
      <p:ext uri="{BB962C8B-B14F-4D97-AF65-F5344CB8AC3E}">
        <p14:creationId xmlns:p14="http://schemas.microsoft.com/office/powerpoint/2010/main" val="700244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61591-1557-A4AC-7AAB-46F945D28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3460FA74-E8EF-FA57-8FFE-AD5EEFA2E806}"/>
              </a:ext>
            </a:extLst>
          </p:cNvPr>
          <p:cNvSpPr txBox="1"/>
          <p:nvPr/>
        </p:nvSpPr>
        <p:spPr>
          <a:xfrm rot="16200000">
            <a:off x="-432110" y="1197338"/>
            <a:ext cx="23066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C</a:t>
            </a:r>
            <a:r>
              <a:rPr lang="en-US" altLang="ko-KR" sz="3000" b="1" dirty="0">
                <a:solidFill>
                  <a:srgbClr val="D7D7D7"/>
                </a:solidFill>
                <a:latin typeface="Noto Sans" panose="020B0502040504020204" pitchFamily="34" charset="0"/>
              </a:rPr>
              <a:t>O</a:t>
            </a:r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NTENT</a:t>
            </a:r>
            <a:r>
              <a:rPr lang="en-US" altLang="ko-KR" sz="3000" b="1" dirty="0">
                <a:solidFill>
                  <a:srgbClr val="F0F0F0"/>
                </a:solidFill>
                <a:latin typeface="Noto Sans" panose="020B0502040504020204" pitchFamily="34" charset="0"/>
              </a:rPr>
              <a:t>S</a:t>
            </a:r>
            <a:endParaRPr lang="ko-KR" altLang="en-US" sz="3000" b="1" dirty="0">
              <a:solidFill>
                <a:srgbClr val="F0F0F0"/>
              </a:solidFill>
              <a:latin typeface="Noto Sans" panose="020B0502040504020204" pitchFamily="34" charset="0"/>
            </a:endParaRPr>
          </a:p>
        </p:txBody>
      </p:sp>
      <p:sp>
        <p:nvSpPr>
          <p:cNvPr id="30" name="Text Box 11">
            <a:extLst>
              <a:ext uri="{FF2B5EF4-FFF2-40B4-BE49-F238E27FC236}">
                <a16:creationId xmlns:a16="http://schemas.microsoft.com/office/drawing/2014/main" id="{4AFD68BF-8B74-A6E1-FF57-0388DFA254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5436" y="2140622"/>
            <a:ext cx="4765463" cy="8848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WIZ SHOP FrontOffice</a:t>
            </a: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 와이어프레임 작성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  <a:p>
            <a:pPr>
              <a:spcAft>
                <a:spcPts val="300"/>
              </a:spcAft>
              <a:defRPr/>
            </a:pP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  <a:p>
            <a:pPr marL="171450" indent="-171450">
              <a:spcAft>
                <a:spcPts val="300"/>
              </a:spcAft>
              <a:buFontTx/>
              <a:buChar char="-"/>
              <a:defRPr/>
            </a:pP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메뉴 구성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  <a:p>
            <a:pPr marL="171450" indent="-171450">
              <a:spcAft>
                <a:spcPts val="300"/>
              </a:spcAft>
              <a:buFontTx/>
              <a:buChar char="-"/>
              <a:defRPr/>
            </a:pP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기본 페이지 구성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</p:txBody>
      </p:sp>
      <p:sp>
        <p:nvSpPr>
          <p:cNvPr id="31" name="Text Box 5">
            <a:extLst>
              <a:ext uri="{FF2B5EF4-FFF2-40B4-BE49-F238E27FC236}">
                <a16:creationId xmlns:a16="http://schemas.microsoft.com/office/drawing/2014/main" id="{1F82AC42-B7CC-00F9-E40E-438392D282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6305" y="1477454"/>
            <a:ext cx="277977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ko-KR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Noto Sans" panose="020B0502040504020204" pitchFamily="34" charset="0"/>
              </a:rPr>
              <a:t>와이어프레임</a:t>
            </a:r>
            <a:endParaRPr lang="en-US" altLang="ko-KR" sz="1600" b="1" dirty="0">
              <a:solidFill>
                <a:prstClr val="black">
                  <a:lumMod val="75000"/>
                  <a:lumOff val="25000"/>
                </a:prstClr>
              </a:solidFill>
              <a:latin typeface="Noto Sans" panose="020B0502040504020204" pitchFamily="34" charset="0"/>
            </a:endParaRP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5D5CE0DD-C158-C407-981E-08D87341AF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0483" y="1369732"/>
            <a:ext cx="764953" cy="5539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prstClr val="white"/>
                </a:solidFill>
              </a:rPr>
              <a:t>00</a:t>
            </a:r>
            <a:endParaRPr lang="ko-KR" altLang="en-US" sz="2000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1898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AE83C-C497-7974-5DAA-B480736E4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3E612B62-660E-0DFE-AD5A-34619CA23C9C}"/>
              </a:ext>
            </a:extLst>
          </p:cNvPr>
          <p:cNvSpPr txBox="1"/>
          <p:nvPr/>
        </p:nvSpPr>
        <p:spPr>
          <a:xfrm rot="16200000">
            <a:off x="-432110" y="1197338"/>
            <a:ext cx="23066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C</a:t>
            </a:r>
            <a:r>
              <a:rPr lang="en-US" altLang="ko-KR" sz="3000" b="1" dirty="0">
                <a:solidFill>
                  <a:srgbClr val="D7D7D7"/>
                </a:solidFill>
                <a:latin typeface="Noto Sans" panose="020B0502040504020204" pitchFamily="34" charset="0"/>
              </a:rPr>
              <a:t>O</a:t>
            </a:r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NTENT</a:t>
            </a:r>
            <a:r>
              <a:rPr lang="en-US" altLang="ko-KR" sz="3000" b="1" dirty="0">
                <a:solidFill>
                  <a:srgbClr val="F0F0F0"/>
                </a:solidFill>
                <a:latin typeface="Noto Sans" panose="020B0502040504020204" pitchFamily="34" charset="0"/>
              </a:rPr>
              <a:t>S</a:t>
            </a:r>
            <a:endParaRPr lang="ko-KR" altLang="en-US" sz="3000" b="1" dirty="0">
              <a:solidFill>
                <a:srgbClr val="F0F0F0"/>
              </a:solidFill>
              <a:latin typeface="Noto Sans" panose="020B0502040504020204" pitchFamily="34" charset="0"/>
            </a:endParaRPr>
          </a:p>
        </p:txBody>
      </p:sp>
      <p:sp>
        <p:nvSpPr>
          <p:cNvPr id="30" name="Text Box 11">
            <a:extLst>
              <a:ext uri="{FF2B5EF4-FFF2-40B4-BE49-F238E27FC236}">
                <a16:creationId xmlns:a16="http://schemas.microsoft.com/office/drawing/2014/main" id="{30637B4D-11B9-7DCF-CB7B-1A69174FD2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5436" y="2140622"/>
            <a:ext cx="4765463" cy="8848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WIZ SHOP FrontOffice</a:t>
            </a: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 와이어프레임 작성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  <a:p>
            <a:pPr>
              <a:spcAft>
                <a:spcPts val="300"/>
              </a:spcAft>
              <a:defRPr/>
            </a:pP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  <a:p>
            <a:pPr marL="171450" indent="-171450">
              <a:spcAft>
                <a:spcPts val="300"/>
              </a:spcAft>
              <a:buFontTx/>
              <a:buChar char="-"/>
              <a:defRPr/>
            </a:pP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메뉴 구성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  <a:p>
            <a:pPr marL="171450" indent="-171450">
              <a:spcAft>
                <a:spcPts val="300"/>
              </a:spcAft>
              <a:buFontTx/>
              <a:buChar char="-"/>
              <a:defRPr/>
            </a:pP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기본 페이지 구성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</p:txBody>
      </p:sp>
      <p:sp>
        <p:nvSpPr>
          <p:cNvPr id="31" name="Text Box 5">
            <a:extLst>
              <a:ext uri="{FF2B5EF4-FFF2-40B4-BE49-F238E27FC236}">
                <a16:creationId xmlns:a16="http://schemas.microsoft.com/office/drawing/2014/main" id="{D73968FE-012E-A36D-5E07-9CF606D78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6305" y="1477454"/>
            <a:ext cx="277977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ko-KR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Noto Sans" panose="020B0502040504020204" pitchFamily="34" charset="0"/>
              </a:rPr>
              <a:t>PC</a:t>
            </a: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50A33380-428F-1D6B-B9A4-51F9E037F0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0483" y="1369732"/>
            <a:ext cx="764953" cy="5539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prstClr val="white"/>
                </a:solidFill>
              </a:rPr>
              <a:t>01</a:t>
            </a:r>
            <a:endParaRPr lang="ko-KR" altLang="en-US" sz="2000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1988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0F2C5-9724-A144-2888-55F63B786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C6A203-EC9E-2E70-7C16-8211BD54DE03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 err="1">
                <a:solidFill>
                  <a:prstClr val="black"/>
                </a:solidFill>
              </a:rPr>
              <a:t>와아이프레임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PC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graphicFrame>
        <p:nvGraphicFramePr>
          <p:cNvPr id="3" name="Group 260">
            <a:extLst>
              <a:ext uri="{FF2B5EF4-FFF2-40B4-BE49-F238E27FC236}">
                <a16:creationId xmlns:a16="http://schemas.microsoft.com/office/drawing/2014/main" id="{5C2FF410-920E-68F7-8C7B-BBB4AAD7DD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7615417"/>
              </p:ext>
            </p:extLst>
          </p:nvPr>
        </p:nvGraphicFramePr>
        <p:xfrm>
          <a:off x="6969418" y="2548005"/>
          <a:ext cx="2772114" cy="3830697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기본 페이지 </a:t>
                      </a: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(1/3)</a:t>
                      </a: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BI</a:t>
                      </a:r>
                      <a:endParaRPr kumimoji="1" lang="ko-KR" altLang="en-US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en-US" altLang="ko-KR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Wizshop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BI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노출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채널별 명칭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or BI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노출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메인 페이지 이동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* </a:t>
                      </a: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사이트 명칭 </a:t>
                      </a:r>
                      <a:r>
                        <a:rPr kumimoji="1" lang="ko-KR" altLang="en-US" sz="7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확정안</a:t>
                      </a: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필요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로그인 정보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로그인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회원명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정보 노출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98225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로그아웃 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버튼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로그아웃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767904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GNB</a:t>
                      </a: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메뉴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- 1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뎁스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메뉴 노출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현재 위치 메뉴 활성 표기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메뉴 마우스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오버시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활성 표기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. 2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뎁스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메뉴 표기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- 1, 2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뎁스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최종 메뉴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페이지 이동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512549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Footer</a:t>
                      </a: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영역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BI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노출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회사소개 메뉴 노출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회사 정보 텍스트 노출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고객센터 정보 노출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5929651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문의하기 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버튼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문의하기 등록 팝업 노출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모든 페이지 우측 하단 고정 노출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198861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*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사이트 이용 방식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폐쇄형 사이트로 로그인을 해야 접근 가능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최초 접근시는 로그인 페이지로 접근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32021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25E4870-1EF3-9555-17C3-882CC28BB8AB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와이어프레임 </a:t>
            </a:r>
            <a:r>
              <a:rPr lang="en-US" altLang="ko-KR" sz="900" b="1" dirty="0">
                <a:solidFill>
                  <a:prstClr val="black"/>
                </a:solidFill>
              </a:rPr>
              <a:t>PC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2A84DF-D6AE-B5FC-D545-ADB06B3DAA9D}"/>
              </a:ext>
            </a:extLst>
          </p:cNvPr>
          <p:cNvSpPr txBox="1"/>
          <p:nvPr/>
        </p:nvSpPr>
        <p:spPr>
          <a:xfrm>
            <a:off x="236476" y="1340768"/>
            <a:ext cx="900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err="1">
                <a:solidFill>
                  <a:srgbClr val="2858A9"/>
                </a:solidFill>
              </a:rPr>
              <a:t>wiz</a:t>
            </a:r>
            <a:r>
              <a:rPr lang="en-US" altLang="ko-KR" sz="1200" b="1" dirty="0" err="1">
                <a:solidFill>
                  <a:srgbClr val="E853A1"/>
                </a:solidFill>
              </a:rPr>
              <a:t>shop</a:t>
            </a:r>
            <a:endParaRPr lang="ko-KR" altLang="en-US" sz="1200" b="1" dirty="0">
              <a:solidFill>
                <a:srgbClr val="E853A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CED37E-CE9E-6B32-CA2B-59416BB662B1}"/>
              </a:ext>
            </a:extLst>
          </p:cNvPr>
          <p:cNvSpPr txBox="1"/>
          <p:nvPr/>
        </p:nvSpPr>
        <p:spPr>
          <a:xfrm>
            <a:off x="992560" y="1382454"/>
            <a:ext cx="22682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서울과학기술대학교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DD21A8-5DB9-53AB-B84B-588E5A600B8D}"/>
              </a:ext>
            </a:extLst>
          </p:cNvPr>
          <p:cNvSpPr txBox="1"/>
          <p:nvPr/>
        </p:nvSpPr>
        <p:spPr>
          <a:xfrm>
            <a:off x="229472" y="1711841"/>
            <a:ext cx="45365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메인      구매신청      고객센터      회사소개      </a:t>
            </a:r>
            <a:r>
              <a:rPr lang="ko-KR" altLang="en-US" sz="1200" b="1" dirty="0">
                <a:solidFill>
                  <a:srgbClr val="2857A9"/>
                </a:solidFill>
              </a:rPr>
              <a:t>마이페이지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64BBE7CD-5AA2-4AD4-1374-F916641E8811}"/>
              </a:ext>
            </a:extLst>
          </p:cNvPr>
          <p:cNvCxnSpPr/>
          <p:nvPr/>
        </p:nvCxnSpPr>
        <p:spPr>
          <a:xfrm>
            <a:off x="164468" y="2060848"/>
            <a:ext cx="6804950" cy="0"/>
          </a:xfrm>
          <a:prstGeom prst="line">
            <a:avLst/>
          </a:prstGeom>
          <a:ln w="6350" cmpd="sng">
            <a:solidFill>
              <a:schemeClr val="tx1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2520CB76-5F9B-4E23-FC79-1100BB13AD37}"/>
              </a:ext>
            </a:extLst>
          </p:cNvPr>
          <p:cNvGrpSpPr/>
          <p:nvPr/>
        </p:nvGrpSpPr>
        <p:grpSpPr>
          <a:xfrm>
            <a:off x="5709084" y="1364087"/>
            <a:ext cx="1188108" cy="254000"/>
            <a:chOff x="5241032" y="1433104"/>
            <a:chExt cx="1188108" cy="254000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BD03C63E-B926-BDBE-0E8E-BE03434ABC3B}"/>
                </a:ext>
              </a:extLst>
            </p:cNvPr>
            <p:cNvGrpSpPr/>
            <p:nvPr/>
          </p:nvGrpSpPr>
          <p:grpSpPr>
            <a:xfrm>
              <a:off x="5241032" y="1433104"/>
              <a:ext cx="254000" cy="254000"/>
              <a:chOff x="7433374" y="4006664"/>
              <a:chExt cx="254000" cy="254000"/>
            </a:xfrm>
          </p:grpSpPr>
          <p:sp>
            <p:nvSpPr>
              <p:cNvPr id="19" name="Avatar Placeholder">
                <a:extLst>
                  <a:ext uri="{FF2B5EF4-FFF2-40B4-BE49-F238E27FC236}">
                    <a16:creationId xmlns:a16="http://schemas.microsoft.com/office/drawing/2014/main" id="{DC9CAB00-CF42-8229-ADB7-D65FE67B700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433374" y="4006664"/>
                <a:ext cx="254000" cy="254000"/>
              </a:xfrm>
              <a:prstGeom prst="ellipse">
                <a:avLst/>
              </a:prstGeom>
              <a:solidFill>
                <a:srgbClr val="E853A1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1" name="User">
                <a:extLst>
                  <a:ext uri="{FF2B5EF4-FFF2-40B4-BE49-F238E27FC236}">
                    <a16:creationId xmlns:a16="http://schemas.microsoft.com/office/drawing/2014/main" id="{8E5E1CEA-F6CC-F07A-6FD8-A347D51FE65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486867" y="4056798"/>
                <a:ext cx="136525" cy="161925"/>
              </a:xfrm>
              <a:custGeom>
                <a:avLst/>
                <a:gdLst>
                  <a:gd name="T0" fmla="*/ 597 w 1194"/>
                  <a:gd name="T1" fmla="*/ 0 h 1411"/>
                  <a:gd name="T2" fmla="*/ 271 w 1194"/>
                  <a:gd name="T3" fmla="*/ 325 h 1411"/>
                  <a:gd name="T4" fmla="*/ 434 w 1194"/>
                  <a:gd name="T5" fmla="*/ 695 h 1411"/>
                  <a:gd name="T6" fmla="*/ 434 w 1194"/>
                  <a:gd name="T7" fmla="*/ 771 h 1411"/>
                  <a:gd name="T8" fmla="*/ 385 w 1194"/>
                  <a:gd name="T9" fmla="*/ 836 h 1411"/>
                  <a:gd name="T10" fmla="*/ 0 w 1194"/>
                  <a:gd name="T11" fmla="*/ 1124 h 1411"/>
                  <a:gd name="T12" fmla="*/ 0 w 1194"/>
                  <a:gd name="T13" fmla="*/ 1221 h 1411"/>
                  <a:gd name="T14" fmla="*/ 597 w 1194"/>
                  <a:gd name="T15" fmla="*/ 1411 h 1411"/>
                  <a:gd name="T16" fmla="*/ 1194 w 1194"/>
                  <a:gd name="T17" fmla="*/ 1221 h 1411"/>
                  <a:gd name="T18" fmla="*/ 1194 w 1194"/>
                  <a:gd name="T19" fmla="*/ 1124 h 1411"/>
                  <a:gd name="T20" fmla="*/ 809 w 1194"/>
                  <a:gd name="T21" fmla="*/ 836 h 1411"/>
                  <a:gd name="T22" fmla="*/ 760 w 1194"/>
                  <a:gd name="T23" fmla="*/ 771 h 1411"/>
                  <a:gd name="T24" fmla="*/ 760 w 1194"/>
                  <a:gd name="T25" fmla="*/ 695 h 1411"/>
                  <a:gd name="T26" fmla="*/ 923 w 1194"/>
                  <a:gd name="T27" fmla="*/ 325 h 1411"/>
                  <a:gd name="T28" fmla="*/ 597 w 1194"/>
                  <a:gd name="T29" fmla="*/ 0 h 1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94" h="1411">
                    <a:moveTo>
                      <a:pt x="597" y="0"/>
                    </a:moveTo>
                    <a:cubicBezTo>
                      <a:pt x="418" y="0"/>
                      <a:pt x="271" y="113"/>
                      <a:pt x="271" y="325"/>
                    </a:cubicBezTo>
                    <a:cubicBezTo>
                      <a:pt x="271" y="467"/>
                      <a:pt x="337" y="613"/>
                      <a:pt x="434" y="695"/>
                    </a:cubicBezTo>
                    <a:lnTo>
                      <a:pt x="434" y="771"/>
                    </a:lnTo>
                    <a:cubicBezTo>
                      <a:pt x="434" y="804"/>
                      <a:pt x="412" y="830"/>
                      <a:pt x="385" y="836"/>
                    </a:cubicBezTo>
                    <a:cubicBezTo>
                      <a:pt x="173" y="901"/>
                      <a:pt x="0" y="1043"/>
                      <a:pt x="0" y="1124"/>
                    </a:cubicBezTo>
                    <a:lnTo>
                      <a:pt x="0" y="1221"/>
                    </a:lnTo>
                    <a:cubicBezTo>
                      <a:pt x="0" y="1324"/>
                      <a:pt x="266" y="1411"/>
                      <a:pt x="597" y="1411"/>
                    </a:cubicBezTo>
                    <a:cubicBezTo>
                      <a:pt x="928" y="1411"/>
                      <a:pt x="1194" y="1324"/>
                      <a:pt x="1194" y="1221"/>
                    </a:cubicBezTo>
                    <a:lnTo>
                      <a:pt x="1194" y="1124"/>
                    </a:lnTo>
                    <a:cubicBezTo>
                      <a:pt x="1194" y="1048"/>
                      <a:pt x="1026" y="901"/>
                      <a:pt x="809" y="836"/>
                    </a:cubicBezTo>
                    <a:cubicBezTo>
                      <a:pt x="782" y="830"/>
                      <a:pt x="760" y="798"/>
                      <a:pt x="760" y="771"/>
                    </a:cubicBezTo>
                    <a:lnTo>
                      <a:pt x="760" y="695"/>
                    </a:lnTo>
                    <a:cubicBezTo>
                      <a:pt x="857" y="613"/>
                      <a:pt x="923" y="467"/>
                      <a:pt x="923" y="325"/>
                    </a:cubicBezTo>
                    <a:cubicBezTo>
                      <a:pt x="923" y="113"/>
                      <a:pt x="776" y="0"/>
                      <a:pt x="59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06687D0-037D-77CE-3750-FEAA699E3AD4}"/>
                </a:ext>
              </a:extLst>
            </p:cNvPr>
            <p:cNvSpPr txBox="1"/>
            <p:nvPr/>
          </p:nvSpPr>
          <p:spPr>
            <a:xfrm>
              <a:off x="5495032" y="1450221"/>
              <a:ext cx="89812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/>
                <a:t>홍길동 </a:t>
              </a:r>
              <a:r>
                <a:rPr lang="ko-KR" altLang="en-US" sz="900" dirty="0"/>
                <a:t>님</a:t>
              </a:r>
              <a:r>
                <a:rPr lang="ko-KR" altLang="en-US" sz="900" b="1" dirty="0"/>
                <a:t> </a:t>
              </a:r>
              <a:r>
                <a:rPr lang="en-US" altLang="ko-KR" sz="900" b="1" dirty="0"/>
                <a:t>〉</a:t>
              </a:r>
              <a:endParaRPr lang="ko-KR" altLang="en-US" sz="900" b="1" dirty="0"/>
            </a:p>
          </p:txBody>
        </p:sp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58A263F9-4DB9-33A1-0A73-B94325D77DAC}"/>
                </a:ext>
              </a:extLst>
            </p:cNvPr>
            <p:cNvSpPr/>
            <p:nvPr/>
          </p:nvSpPr>
          <p:spPr>
            <a:xfrm>
              <a:off x="6213140" y="1450220"/>
              <a:ext cx="216000" cy="216000"/>
            </a:xfrm>
            <a:prstGeom prst="roundRect">
              <a:avLst/>
            </a:prstGeom>
            <a:solidFill>
              <a:srgbClr val="2858A9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endParaRPr lang="ko-KR" altLang="en-US" sz="900" b="1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1" name="Exit">
              <a:extLst>
                <a:ext uri="{FF2B5EF4-FFF2-40B4-BE49-F238E27FC236}">
                  <a16:creationId xmlns:a16="http://schemas.microsoft.com/office/drawing/2014/main" id="{6A7648B9-4B2D-1D36-D6E7-FA6C9A7459C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6244723" y="1476493"/>
              <a:ext cx="134938" cy="161925"/>
            </a:xfrm>
            <a:custGeom>
              <a:avLst/>
              <a:gdLst>
                <a:gd name="T0" fmla="*/ 163 w 1167"/>
                <a:gd name="T1" fmla="*/ 0 h 1411"/>
                <a:gd name="T2" fmla="*/ 0 w 1167"/>
                <a:gd name="T3" fmla="*/ 163 h 1411"/>
                <a:gd name="T4" fmla="*/ 0 w 1167"/>
                <a:gd name="T5" fmla="*/ 1248 h 1411"/>
                <a:gd name="T6" fmla="*/ 163 w 1167"/>
                <a:gd name="T7" fmla="*/ 1411 h 1411"/>
                <a:gd name="T8" fmla="*/ 923 w 1167"/>
                <a:gd name="T9" fmla="*/ 1411 h 1411"/>
                <a:gd name="T10" fmla="*/ 1085 w 1167"/>
                <a:gd name="T11" fmla="*/ 1248 h 1411"/>
                <a:gd name="T12" fmla="*/ 1085 w 1167"/>
                <a:gd name="T13" fmla="*/ 967 h 1411"/>
                <a:gd name="T14" fmla="*/ 977 w 1167"/>
                <a:gd name="T15" fmla="*/ 1062 h 1411"/>
                <a:gd name="T16" fmla="*/ 977 w 1167"/>
                <a:gd name="T17" fmla="*/ 1248 h 1411"/>
                <a:gd name="T18" fmla="*/ 923 w 1167"/>
                <a:gd name="T19" fmla="*/ 1303 h 1411"/>
                <a:gd name="T20" fmla="*/ 163 w 1167"/>
                <a:gd name="T21" fmla="*/ 1303 h 1411"/>
                <a:gd name="T22" fmla="*/ 109 w 1167"/>
                <a:gd name="T23" fmla="*/ 1248 h 1411"/>
                <a:gd name="T24" fmla="*/ 109 w 1167"/>
                <a:gd name="T25" fmla="*/ 163 h 1411"/>
                <a:gd name="T26" fmla="*/ 163 w 1167"/>
                <a:gd name="T27" fmla="*/ 109 h 1411"/>
                <a:gd name="T28" fmla="*/ 923 w 1167"/>
                <a:gd name="T29" fmla="*/ 109 h 1411"/>
                <a:gd name="T30" fmla="*/ 977 w 1167"/>
                <a:gd name="T31" fmla="*/ 163 h 1411"/>
                <a:gd name="T32" fmla="*/ 977 w 1167"/>
                <a:gd name="T33" fmla="*/ 351 h 1411"/>
                <a:gd name="T34" fmla="*/ 1085 w 1167"/>
                <a:gd name="T35" fmla="*/ 444 h 1411"/>
                <a:gd name="T36" fmla="*/ 1085 w 1167"/>
                <a:gd name="T37" fmla="*/ 163 h 1411"/>
                <a:gd name="T38" fmla="*/ 923 w 1167"/>
                <a:gd name="T39" fmla="*/ 0 h 1411"/>
                <a:gd name="T40" fmla="*/ 163 w 1167"/>
                <a:gd name="T41" fmla="*/ 0 h 1411"/>
                <a:gd name="T42" fmla="*/ 751 w 1167"/>
                <a:gd name="T43" fmla="*/ 351 h 1411"/>
                <a:gd name="T44" fmla="*/ 706 w 1167"/>
                <a:gd name="T45" fmla="*/ 405 h 1411"/>
                <a:gd name="T46" fmla="*/ 706 w 1167"/>
                <a:gd name="T47" fmla="*/ 543 h 1411"/>
                <a:gd name="T48" fmla="*/ 380 w 1167"/>
                <a:gd name="T49" fmla="*/ 543 h 1411"/>
                <a:gd name="T50" fmla="*/ 326 w 1167"/>
                <a:gd name="T51" fmla="*/ 597 h 1411"/>
                <a:gd name="T52" fmla="*/ 326 w 1167"/>
                <a:gd name="T53" fmla="*/ 814 h 1411"/>
                <a:gd name="T54" fmla="*/ 380 w 1167"/>
                <a:gd name="T55" fmla="*/ 869 h 1411"/>
                <a:gd name="T56" fmla="*/ 706 w 1167"/>
                <a:gd name="T57" fmla="*/ 869 h 1411"/>
                <a:gd name="T58" fmla="*/ 706 w 1167"/>
                <a:gd name="T59" fmla="*/ 1004 h 1411"/>
                <a:gd name="T60" fmla="*/ 760 w 1167"/>
                <a:gd name="T61" fmla="*/ 1058 h 1411"/>
                <a:gd name="T62" fmla="*/ 1167 w 1167"/>
                <a:gd name="T63" fmla="*/ 706 h 1411"/>
                <a:gd name="T64" fmla="*/ 760 w 1167"/>
                <a:gd name="T65" fmla="*/ 353 h 1411"/>
                <a:gd name="T66" fmla="*/ 751 w 1167"/>
                <a:gd name="T67" fmla="*/ 351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167" h="1411">
                  <a:moveTo>
                    <a:pt x="163" y="0"/>
                  </a:moveTo>
                  <a:cubicBezTo>
                    <a:pt x="73" y="0"/>
                    <a:pt x="0" y="73"/>
                    <a:pt x="0" y="163"/>
                  </a:cubicBezTo>
                  <a:lnTo>
                    <a:pt x="0" y="1248"/>
                  </a:lnTo>
                  <a:cubicBezTo>
                    <a:pt x="0" y="1338"/>
                    <a:pt x="73" y="1411"/>
                    <a:pt x="163" y="1411"/>
                  </a:cubicBezTo>
                  <a:lnTo>
                    <a:pt x="923" y="1411"/>
                  </a:lnTo>
                  <a:cubicBezTo>
                    <a:pt x="1013" y="1411"/>
                    <a:pt x="1085" y="1338"/>
                    <a:pt x="1085" y="1248"/>
                  </a:cubicBezTo>
                  <a:lnTo>
                    <a:pt x="1085" y="967"/>
                  </a:lnTo>
                  <a:lnTo>
                    <a:pt x="977" y="1062"/>
                  </a:lnTo>
                  <a:lnTo>
                    <a:pt x="977" y="1248"/>
                  </a:lnTo>
                  <a:cubicBezTo>
                    <a:pt x="977" y="1278"/>
                    <a:pt x="953" y="1303"/>
                    <a:pt x="923" y="1303"/>
                  </a:cubicBezTo>
                  <a:lnTo>
                    <a:pt x="163" y="1303"/>
                  </a:lnTo>
                  <a:cubicBezTo>
                    <a:pt x="133" y="1303"/>
                    <a:pt x="109" y="1278"/>
                    <a:pt x="109" y="1248"/>
                  </a:cubicBezTo>
                  <a:lnTo>
                    <a:pt x="109" y="163"/>
                  </a:lnTo>
                  <a:cubicBezTo>
                    <a:pt x="109" y="133"/>
                    <a:pt x="133" y="109"/>
                    <a:pt x="163" y="109"/>
                  </a:cubicBezTo>
                  <a:lnTo>
                    <a:pt x="923" y="109"/>
                  </a:lnTo>
                  <a:cubicBezTo>
                    <a:pt x="953" y="109"/>
                    <a:pt x="977" y="133"/>
                    <a:pt x="977" y="163"/>
                  </a:cubicBezTo>
                  <a:lnTo>
                    <a:pt x="977" y="351"/>
                  </a:lnTo>
                  <a:lnTo>
                    <a:pt x="1085" y="444"/>
                  </a:lnTo>
                  <a:lnTo>
                    <a:pt x="1085" y="163"/>
                  </a:lnTo>
                  <a:cubicBezTo>
                    <a:pt x="1085" y="73"/>
                    <a:pt x="1013" y="0"/>
                    <a:pt x="923" y="0"/>
                  </a:cubicBezTo>
                  <a:lnTo>
                    <a:pt x="163" y="0"/>
                  </a:lnTo>
                  <a:close/>
                  <a:moveTo>
                    <a:pt x="751" y="351"/>
                  </a:moveTo>
                  <a:cubicBezTo>
                    <a:pt x="736" y="349"/>
                    <a:pt x="706" y="351"/>
                    <a:pt x="706" y="405"/>
                  </a:cubicBezTo>
                  <a:lnTo>
                    <a:pt x="706" y="543"/>
                  </a:lnTo>
                  <a:lnTo>
                    <a:pt x="380" y="543"/>
                  </a:lnTo>
                  <a:cubicBezTo>
                    <a:pt x="350" y="543"/>
                    <a:pt x="326" y="567"/>
                    <a:pt x="326" y="597"/>
                  </a:cubicBezTo>
                  <a:lnTo>
                    <a:pt x="326" y="814"/>
                  </a:lnTo>
                  <a:cubicBezTo>
                    <a:pt x="326" y="844"/>
                    <a:pt x="350" y="869"/>
                    <a:pt x="380" y="869"/>
                  </a:cubicBezTo>
                  <a:lnTo>
                    <a:pt x="706" y="869"/>
                  </a:lnTo>
                  <a:lnTo>
                    <a:pt x="706" y="1004"/>
                  </a:lnTo>
                  <a:cubicBezTo>
                    <a:pt x="706" y="1074"/>
                    <a:pt x="760" y="1058"/>
                    <a:pt x="760" y="1058"/>
                  </a:cubicBezTo>
                  <a:lnTo>
                    <a:pt x="1167" y="706"/>
                  </a:lnTo>
                  <a:lnTo>
                    <a:pt x="760" y="353"/>
                  </a:lnTo>
                  <a:cubicBezTo>
                    <a:pt x="760" y="353"/>
                    <a:pt x="756" y="352"/>
                    <a:pt x="751" y="35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031" name="Menu">
            <a:extLst>
              <a:ext uri="{FF2B5EF4-FFF2-40B4-BE49-F238E27FC236}">
                <a16:creationId xmlns:a16="http://schemas.microsoft.com/office/drawing/2014/main" id="{3E0EA12B-E2B9-BFC6-033D-61AD76A38810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681192" y="1833259"/>
            <a:ext cx="161925" cy="111125"/>
          </a:xfrm>
          <a:custGeom>
            <a:avLst/>
            <a:gdLst>
              <a:gd name="T0" fmla="*/ 0 w 1411"/>
              <a:gd name="T1" fmla="*/ 0 h 977"/>
              <a:gd name="T2" fmla="*/ 0 w 1411"/>
              <a:gd name="T3" fmla="*/ 108 h 977"/>
              <a:gd name="T4" fmla="*/ 1411 w 1411"/>
              <a:gd name="T5" fmla="*/ 108 h 977"/>
              <a:gd name="T6" fmla="*/ 1411 w 1411"/>
              <a:gd name="T7" fmla="*/ 0 h 977"/>
              <a:gd name="T8" fmla="*/ 0 w 1411"/>
              <a:gd name="T9" fmla="*/ 0 h 977"/>
              <a:gd name="T10" fmla="*/ 0 w 1411"/>
              <a:gd name="T11" fmla="*/ 434 h 977"/>
              <a:gd name="T12" fmla="*/ 0 w 1411"/>
              <a:gd name="T13" fmla="*/ 542 h 977"/>
              <a:gd name="T14" fmla="*/ 1411 w 1411"/>
              <a:gd name="T15" fmla="*/ 542 h 977"/>
              <a:gd name="T16" fmla="*/ 1411 w 1411"/>
              <a:gd name="T17" fmla="*/ 434 h 977"/>
              <a:gd name="T18" fmla="*/ 0 w 1411"/>
              <a:gd name="T19" fmla="*/ 434 h 977"/>
              <a:gd name="T20" fmla="*/ 0 w 1411"/>
              <a:gd name="T21" fmla="*/ 868 h 977"/>
              <a:gd name="T22" fmla="*/ 0 w 1411"/>
              <a:gd name="T23" fmla="*/ 977 h 977"/>
              <a:gd name="T24" fmla="*/ 1411 w 1411"/>
              <a:gd name="T25" fmla="*/ 977 h 977"/>
              <a:gd name="T26" fmla="*/ 1411 w 1411"/>
              <a:gd name="T27" fmla="*/ 868 h 977"/>
              <a:gd name="T28" fmla="*/ 0 w 1411"/>
              <a:gd name="T29" fmla="*/ 868 h 9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411" h="977">
                <a:moveTo>
                  <a:pt x="0" y="0"/>
                </a:moveTo>
                <a:lnTo>
                  <a:pt x="0" y="108"/>
                </a:lnTo>
                <a:lnTo>
                  <a:pt x="1411" y="108"/>
                </a:lnTo>
                <a:lnTo>
                  <a:pt x="1411" y="0"/>
                </a:lnTo>
                <a:lnTo>
                  <a:pt x="0" y="0"/>
                </a:lnTo>
                <a:close/>
                <a:moveTo>
                  <a:pt x="0" y="434"/>
                </a:moveTo>
                <a:lnTo>
                  <a:pt x="0" y="542"/>
                </a:lnTo>
                <a:lnTo>
                  <a:pt x="1411" y="542"/>
                </a:lnTo>
                <a:lnTo>
                  <a:pt x="1411" y="434"/>
                </a:lnTo>
                <a:lnTo>
                  <a:pt x="0" y="434"/>
                </a:lnTo>
                <a:close/>
                <a:moveTo>
                  <a:pt x="0" y="868"/>
                </a:moveTo>
                <a:lnTo>
                  <a:pt x="0" y="977"/>
                </a:lnTo>
                <a:lnTo>
                  <a:pt x="1411" y="977"/>
                </a:lnTo>
                <a:lnTo>
                  <a:pt x="1411" y="868"/>
                </a:lnTo>
                <a:lnTo>
                  <a:pt x="0" y="868"/>
                </a:lnTo>
                <a:close/>
              </a:path>
            </a:pathLst>
          </a:custGeom>
          <a:solidFill>
            <a:srgbClr val="5F5F5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042" name="그룹 1041">
            <a:extLst>
              <a:ext uri="{FF2B5EF4-FFF2-40B4-BE49-F238E27FC236}">
                <a16:creationId xmlns:a16="http://schemas.microsoft.com/office/drawing/2014/main" id="{0D19D590-D27B-76CA-E324-8E3AE5820E89}"/>
              </a:ext>
            </a:extLst>
          </p:cNvPr>
          <p:cNvGrpSpPr/>
          <p:nvPr/>
        </p:nvGrpSpPr>
        <p:grpSpPr>
          <a:xfrm>
            <a:off x="229472" y="4833158"/>
            <a:ext cx="6667720" cy="1584174"/>
            <a:chOff x="229472" y="4689142"/>
            <a:chExt cx="6667720" cy="1584174"/>
          </a:xfrm>
        </p:grpSpPr>
        <p:sp>
          <p:nvSpPr>
            <p:cNvPr id="1034" name="직사각형 1033">
              <a:extLst>
                <a:ext uri="{FF2B5EF4-FFF2-40B4-BE49-F238E27FC236}">
                  <a16:creationId xmlns:a16="http://schemas.microsoft.com/office/drawing/2014/main" id="{00CAD4AC-E3AF-9AC5-0933-D7ABE71A3942}"/>
                </a:ext>
              </a:extLst>
            </p:cNvPr>
            <p:cNvSpPr/>
            <p:nvPr/>
          </p:nvSpPr>
          <p:spPr>
            <a:xfrm>
              <a:off x="229472" y="4689142"/>
              <a:ext cx="6667720" cy="158417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70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35" name="TextBox 1034">
              <a:extLst>
                <a:ext uri="{FF2B5EF4-FFF2-40B4-BE49-F238E27FC236}">
                  <a16:creationId xmlns:a16="http://schemas.microsoft.com/office/drawing/2014/main" id="{86F9F0C5-44D9-4762-796C-4D4A38A06069}"/>
                </a:ext>
              </a:extLst>
            </p:cNvPr>
            <p:cNvSpPr txBox="1"/>
            <p:nvPr/>
          </p:nvSpPr>
          <p:spPr>
            <a:xfrm>
              <a:off x="287316" y="4892490"/>
              <a:ext cx="9001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err="1">
                  <a:solidFill>
                    <a:schemeClr val="bg1">
                      <a:lumMod val="65000"/>
                    </a:schemeClr>
                  </a:solidFill>
                </a:rPr>
                <a:t>wizshop</a:t>
              </a:r>
              <a:endParaRPr lang="ko-KR" altLang="en-US" sz="1200" b="1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036" name="TextBox 1035">
              <a:extLst>
                <a:ext uri="{FF2B5EF4-FFF2-40B4-BE49-F238E27FC236}">
                  <a16:creationId xmlns:a16="http://schemas.microsoft.com/office/drawing/2014/main" id="{6A0279AE-0707-4955-BCAE-7DCF1DB7E53B}"/>
                </a:ext>
              </a:extLst>
            </p:cNvPr>
            <p:cNvSpPr txBox="1"/>
            <p:nvPr/>
          </p:nvSpPr>
          <p:spPr>
            <a:xfrm>
              <a:off x="277433" y="5229200"/>
              <a:ext cx="45365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defRPr sz="700" b="1">
                  <a:solidFill>
                    <a:schemeClr val="bg1">
                      <a:lumMod val="65000"/>
                    </a:schemeClr>
                  </a:solidFill>
                </a:defRPr>
              </a:lvl1pPr>
            </a:lstStyle>
            <a:p>
              <a:r>
                <a:rPr lang="ko-KR" altLang="en-US" dirty="0"/>
                <a:t>본 사이트는 승인된 채널 및 회원만 이용 가능한 폐쇄형 </a:t>
              </a:r>
              <a:r>
                <a:rPr lang="en-US" altLang="ko-KR" dirty="0"/>
                <a:t>B2B </a:t>
              </a:r>
              <a:r>
                <a:rPr lang="ko-KR" altLang="en-US" dirty="0"/>
                <a:t>쇼핑몰입니다</a:t>
              </a:r>
              <a:r>
                <a:rPr lang="en-US" altLang="ko-KR" dirty="0"/>
                <a:t>.</a:t>
              </a:r>
            </a:p>
            <a:p>
              <a:r>
                <a:rPr lang="ko-KR" altLang="en-US" dirty="0"/>
                <a:t>허가되지 않은 접근 및 데이터 무단 활용은 엄격히 금지합니다</a:t>
              </a:r>
              <a:r>
                <a:rPr lang="en-US" altLang="ko-KR" dirty="0"/>
                <a:t>.</a:t>
              </a:r>
              <a:endParaRPr lang="ko-KR" altLang="en-US" dirty="0"/>
            </a:p>
          </p:txBody>
        </p:sp>
        <p:sp>
          <p:nvSpPr>
            <p:cNvPr id="1037" name="TextBox 1036">
              <a:extLst>
                <a:ext uri="{FF2B5EF4-FFF2-40B4-BE49-F238E27FC236}">
                  <a16:creationId xmlns:a16="http://schemas.microsoft.com/office/drawing/2014/main" id="{8A27C2DE-B73B-46AA-391D-FE36EDCF96AA}"/>
                </a:ext>
              </a:extLst>
            </p:cNvPr>
            <p:cNvSpPr txBox="1"/>
            <p:nvPr/>
          </p:nvSpPr>
          <p:spPr>
            <a:xfrm>
              <a:off x="277433" y="5553236"/>
              <a:ext cx="453650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b="1" dirty="0">
                  <a:solidFill>
                    <a:schemeClr val="bg1">
                      <a:lumMod val="65000"/>
                    </a:schemeClr>
                  </a:solidFill>
                </a:rPr>
                <a:t>(</a:t>
              </a:r>
              <a:r>
                <a:rPr lang="ko-KR" altLang="en-US" sz="700" b="1" dirty="0">
                  <a:solidFill>
                    <a:schemeClr val="bg1">
                      <a:lumMod val="65000"/>
                    </a:schemeClr>
                  </a:solidFill>
                </a:rPr>
                <a:t>주</a:t>
              </a:r>
              <a:r>
                <a:rPr lang="en-US" altLang="ko-KR" sz="700" b="1" dirty="0">
                  <a:solidFill>
                    <a:schemeClr val="bg1">
                      <a:lumMod val="65000"/>
                    </a:schemeClr>
                  </a:solidFill>
                </a:rPr>
                <a:t>)</a:t>
              </a:r>
              <a:r>
                <a:rPr lang="ko-KR" altLang="en-US" sz="700" b="1" dirty="0" err="1">
                  <a:solidFill>
                    <a:schemeClr val="bg1">
                      <a:lumMod val="65000"/>
                    </a:schemeClr>
                  </a:solidFill>
                </a:rPr>
                <a:t>위즈위그</a:t>
              </a:r>
              <a:endParaRPr lang="ko-KR" altLang="en-US" sz="700" b="1" dirty="0">
                <a:solidFill>
                  <a:schemeClr val="bg1">
                    <a:lumMod val="65000"/>
                  </a:schemeClr>
                </a:solidFill>
              </a:endParaRPr>
            </a:p>
            <a:p>
              <a:r>
                <a:rPr lang="ko-KR" altLang="en-US" sz="700" b="1" dirty="0">
                  <a:solidFill>
                    <a:schemeClr val="bg1">
                      <a:lumMod val="65000"/>
                    </a:schemeClr>
                  </a:solidFill>
                </a:rPr>
                <a:t>대표이사 </a:t>
              </a:r>
              <a:r>
                <a:rPr lang="en-US" altLang="ko-KR" sz="700" b="1" dirty="0">
                  <a:solidFill>
                    <a:schemeClr val="bg1">
                      <a:lumMod val="65000"/>
                    </a:schemeClr>
                  </a:solidFill>
                </a:rPr>
                <a:t>: </a:t>
              </a:r>
              <a:r>
                <a:rPr lang="ko-KR" altLang="en-US" sz="700" b="1" dirty="0" err="1">
                  <a:solidFill>
                    <a:schemeClr val="bg1">
                      <a:lumMod val="65000"/>
                    </a:schemeClr>
                  </a:solidFill>
                </a:rPr>
                <a:t>허종윤</a:t>
              </a:r>
              <a:r>
                <a:rPr lang="ko-KR" altLang="en-US" sz="700" b="1" dirty="0">
                  <a:solidFill>
                    <a:schemeClr val="bg1">
                      <a:lumMod val="65000"/>
                    </a:schemeClr>
                  </a:solidFill>
                </a:rPr>
                <a:t>  사업자등록번호 </a:t>
              </a:r>
              <a:r>
                <a:rPr lang="en-US" altLang="ko-KR" sz="700" b="1" dirty="0">
                  <a:solidFill>
                    <a:schemeClr val="bg1">
                      <a:lumMod val="65000"/>
                    </a:schemeClr>
                  </a:solidFill>
                </a:rPr>
                <a:t>: 000-00-00000 </a:t>
              </a:r>
              <a:r>
                <a:rPr lang="ko-KR" altLang="en-US" sz="700" b="1" dirty="0">
                  <a:solidFill>
                    <a:schemeClr val="bg1">
                      <a:lumMod val="65000"/>
                    </a:schemeClr>
                  </a:solidFill>
                </a:rPr>
                <a:t>통신판매번호 </a:t>
              </a:r>
              <a:r>
                <a:rPr lang="en-US" altLang="ko-KR" sz="700" b="1" dirty="0">
                  <a:solidFill>
                    <a:schemeClr val="bg1">
                      <a:lumMod val="65000"/>
                    </a:schemeClr>
                  </a:solidFill>
                </a:rPr>
                <a:t>: 0000-0000-0000</a:t>
              </a:r>
            </a:p>
            <a:p>
              <a:r>
                <a:rPr lang="ko-KR" altLang="en-US" sz="700" b="1" dirty="0">
                  <a:solidFill>
                    <a:schemeClr val="bg1">
                      <a:lumMod val="65000"/>
                    </a:schemeClr>
                  </a:solidFill>
                </a:rPr>
                <a:t>서울 동대문구 </a:t>
              </a:r>
              <a:r>
                <a:rPr lang="ko-KR" altLang="en-US" sz="700" b="1" dirty="0" err="1">
                  <a:solidFill>
                    <a:schemeClr val="bg1">
                      <a:lumMod val="65000"/>
                    </a:schemeClr>
                  </a:solidFill>
                </a:rPr>
                <a:t>왕산로</a:t>
              </a:r>
              <a:r>
                <a:rPr lang="en-US" altLang="ko-KR" sz="700" b="1" dirty="0">
                  <a:solidFill>
                    <a:schemeClr val="bg1">
                      <a:lumMod val="65000"/>
                    </a:schemeClr>
                  </a:solidFill>
                </a:rPr>
                <a:t>9</a:t>
              </a:r>
              <a:r>
                <a:rPr lang="ko-KR" altLang="en-US" sz="700" b="1" dirty="0">
                  <a:solidFill>
                    <a:schemeClr val="bg1">
                      <a:lumMod val="65000"/>
                    </a:schemeClr>
                  </a:solidFill>
                </a:rPr>
                <a:t>길 </a:t>
              </a:r>
              <a:r>
                <a:rPr lang="en-US" altLang="ko-KR" sz="700" b="1" dirty="0">
                  <a:solidFill>
                    <a:schemeClr val="bg1">
                      <a:lumMod val="65000"/>
                    </a:schemeClr>
                  </a:solidFill>
                </a:rPr>
                <a:t>8 (</a:t>
              </a:r>
              <a:r>
                <a:rPr lang="ko-KR" altLang="en-US" sz="700" b="1" dirty="0">
                  <a:solidFill>
                    <a:schemeClr val="bg1">
                      <a:lumMod val="65000"/>
                    </a:schemeClr>
                  </a:solidFill>
                </a:rPr>
                <a:t>용두동</a:t>
              </a:r>
              <a:r>
                <a:rPr lang="en-US" altLang="ko-KR" sz="700" b="1" dirty="0">
                  <a:solidFill>
                    <a:schemeClr val="bg1">
                      <a:lumMod val="65000"/>
                    </a:schemeClr>
                  </a:solidFill>
                </a:rPr>
                <a:t>, </a:t>
              </a:r>
              <a:r>
                <a:rPr lang="ko-KR" altLang="en-US" sz="700" b="1" dirty="0">
                  <a:solidFill>
                    <a:schemeClr val="bg1">
                      <a:lumMod val="65000"/>
                    </a:schemeClr>
                  </a:solidFill>
                </a:rPr>
                <a:t>충호빌딩</a:t>
              </a:r>
              <a:r>
                <a:rPr lang="en-US" altLang="ko-KR" sz="700" b="1" dirty="0">
                  <a:solidFill>
                    <a:schemeClr val="bg1">
                      <a:lumMod val="65000"/>
                    </a:schemeClr>
                  </a:solidFill>
                </a:rPr>
                <a:t>) 501</a:t>
              </a:r>
              <a:r>
                <a:rPr lang="ko-KR" altLang="en-US" sz="700" b="1" dirty="0">
                  <a:solidFill>
                    <a:schemeClr val="bg1">
                      <a:lumMod val="65000"/>
                    </a:schemeClr>
                  </a:solidFill>
                </a:rPr>
                <a:t>호</a:t>
              </a:r>
            </a:p>
            <a:p>
              <a:r>
                <a:rPr lang="en-US" altLang="ko-KR" sz="700" b="1" dirty="0">
                  <a:solidFill>
                    <a:schemeClr val="bg1">
                      <a:lumMod val="65000"/>
                    </a:schemeClr>
                  </a:solidFill>
                </a:rPr>
                <a:t>TEL. (070)5129-2974 FAX. (070)4032-2406</a:t>
              </a:r>
            </a:p>
            <a:p>
              <a:r>
                <a:rPr lang="en-US" altLang="ko-KR" sz="700" b="1" dirty="0">
                  <a:solidFill>
                    <a:schemeClr val="bg1">
                      <a:lumMod val="65000"/>
                    </a:schemeClr>
                  </a:solidFill>
                </a:rPr>
                <a:t>Copyright © 2026 WIZWIG. All rights reserved</a:t>
              </a:r>
              <a:endParaRPr lang="ko-KR" altLang="en-US" sz="700" b="1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038" name="TextBox 1037">
              <a:extLst>
                <a:ext uri="{FF2B5EF4-FFF2-40B4-BE49-F238E27FC236}">
                  <a16:creationId xmlns:a16="http://schemas.microsoft.com/office/drawing/2014/main" id="{3778DC42-3B91-C19F-684B-AB737F3E5595}"/>
                </a:ext>
              </a:extLst>
            </p:cNvPr>
            <p:cNvSpPr txBox="1"/>
            <p:nvPr/>
          </p:nvSpPr>
          <p:spPr>
            <a:xfrm>
              <a:off x="1059821" y="4946973"/>
              <a:ext cx="221087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defRPr sz="700" b="1">
                  <a:solidFill>
                    <a:schemeClr val="bg1">
                      <a:lumMod val="65000"/>
                    </a:schemeClr>
                  </a:solidFill>
                </a:defRPr>
              </a:lvl1pPr>
            </a:lstStyle>
            <a:p>
              <a:r>
                <a:rPr lang="ko-KR" altLang="en-US" sz="800" dirty="0">
                  <a:solidFill>
                    <a:schemeClr val="tx1"/>
                  </a:solidFill>
                </a:rPr>
                <a:t>이용약관</a:t>
              </a:r>
              <a:r>
                <a:rPr lang="ko-KR" altLang="en-US" sz="800" dirty="0"/>
                <a:t>    </a:t>
              </a:r>
              <a:r>
                <a:rPr lang="ko-KR" altLang="en-US" sz="800" dirty="0">
                  <a:solidFill>
                    <a:schemeClr val="tx1"/>
                  </a:solidFill>
                </a:rPr>
                <a:t>개인정보 처리방침    회사소개</a:t>
              </a:r>
            </a:p>
          </p:txBody>
        </p:sp>
        <p:sp>
          <p:nvSpPr>
            <p:cNvPr id="1039" name="TextBox 1038">
              <a:extLst>
                <a:ext uri="{FF2B5EF4-FFF2-40B4-BE49-F238E27FC236}">
                  <a16:creationId xmlns:a16="http://schemas.microsoft.com/office/drawing/2014/main" id="{811FFF96-871A-3806-C4EA-230EFC457145}"/>
                </a:ext>
              </a:extLst>
            </p:cNvPr>
            <p:cNvSpPr txBox="1"/>
            <p:nvPr/>
          </p:nvSpPr>
          <p:spPr>
            <a:xfrm>
              <a:off x="4262101" y="5542979"/>
              <a:ext cx="20742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defRPr sz="700" b="1">
                  <a:solidFill>
                    <a:schemeClr val="bg1">
                      <a:lumMod val="65000"/>
                    </a:schemeClr>
                  </a:solidFill>
                </a:defRPr>
              </a:lvl1pPr>
            </a:lstStyle>
            <a:p>
              <a:r>
                <a:rPr lang="ko-KR" altLang="en-US" dirty="0"/>
                <a:t>평일 </a:t>
              </a:r>
              <a:r>
                <a:rPr lang="en-US" altLang="ko-KR" dirty="0"/>
                <a:t>: 10:00 ~ 18:00 (</a:t>
              </a:r>
              <a:r>
                <a:rPr lang="ko-KR" altLang="en-US" dirty="0"/>
                <a:t>주말</a:t>
              </a:r>
              <a:r>
                <a:rPr lang="en-US" altLang="ko-KR" dirty="0"/>
                <a:t>/</a:t>
              </a:r>
              <a:r>
                <a:rPr lang="ko-KR" altLang="en-US" dirty="0"/>
                <a:t>공휴일 휴무</a:t>
              </a:r>
              <a:r>
                <a:rPr lang="en-US" altLang="ko-KR" dirty="0"/>
                <a:t>)</a:t>
              </a:r>
              <a:br>
                <a:rPr lang="en-US" altLang="ko-KR" dirty="0"/>
              </a:br>
              <a:r>
                <a:rPr lang="ko-KR" altLang="en-US" dirty="0"/>
                <a:t>점심 </a:t>
              </a:r>
              <a:r>
                <a:rPr lang="en-US" altLang="ko-KR" dirty="0"/>
                <a:t>: 12:00 ~ 13:00 </a:t>
              </a:r>
              <a:endParaRPr lang="ko-KR" altLang="en-US" dirty="0"/>
            </a:p>
          </p:txBody>
        </p:sp>
        <p:sp>
          <p:nvSpPr>
            <p:cNvPr id="1040" name="TextBox 1039">
              <a:extLst>
                <a:ext uri="{FF2B5EF4-FFF2-40B4-BE49-F238E27FC236}">
                  <a16:creationId xmlns:a16="http://schemas.microsoft.com/office/drawing/2014/main" id="{4A6CA7D6-7824-864B-4BEA-91A5331C153F}"/>
                </a:ext>
              </a:extLst>
            </p:cNvPr>
            <p:cNvSpPr txBox="1"/>
            <p:nvPr/>
          </p:nvSpPr>
          <p:spPr>
            <a:xfrm>
              <a:off x="4262101" y="4946973"/>
              <a:ext cx="94971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defRPr sz="700" b="1">
                  <a:solidFill>
                    <a:schemeClr val="bg1">
                      <a:lumMod val="65000"/>
                    </a:schemeClr>
                  </a:solidFill>
                </a:defRPr>
              </a:lvl1pPr>
            </a:lstStyle>
            <a:p>
              <a:r>
                <a:rPr lang="ko-KR" altLang="en-US" sz="800" dirty="0">
                  <a:solidFill>
                    <a:schemeClr val="tx1"/>
                  </a:solidFill>
                </a:rPr>
                <a:t>고객센터</a:t>
              </a:r>
            </a:p>
          </p:txBody>
        </p:sp>
        <p:sp>
          <p:nvSpPr>
            <p:cNvPr id="1041" name="TextBox 1040">
              <a:extLst>
                <a:ext uri="{FF2B5EF4-FFF2-40B4-BE49-F238E27FC236}">
                  <a16:creationId xmlns:a16="http://schemas.microsoft.com/office/drawing/2014/main" id="{903C6933-C31F-CEA1-5F29-BF2F7F4B2836}"/>
                </a:ext>
              </a:extLst>
            </p:cNvPr>
            <p:cNvSpPr txBox="1"/>
            <p:nvPr/>
          </p:nvSpPr>
          <p:spPr>
            <a:xfrm>
              <a:off x="4255317" y="5252888"/>
              <a:ext cx="130975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defRPr sz="700" b="1">
                  <a:solidFill>
                    <a:schemeClr val="bg1">
                      <a:lumMod val="65000"/>
                    </a:schemeClr>
                  </a:solidFill>
                </a:defRPr>
              </a:lvl1pPr>
            </a:lstStyle>
            <a:p>
              <a:r>
                <a:rPr lang="en-US" altLang="ko-KR" sz="1000" dirty="0">
                  <a:solidFill>
                    <a:schemeClr val="tx1"/>
                  </a:solidFill>
                </a:rPr>
                <a:t>(070) 5129-2974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51" name="그룹 1050">
            <a:extLst>
              <a:ext uri="{FF2B5EF4-FFF2-40B4-BE49-F238E27FC236}">
                <a16:creationId xmlns:a16="http://schemas.microsoft.com/office/drawing/2014/main" id="{D3048381-F113-AC25-C9C5-08033A061485}"/>
              </a:ext>
            </a:extLst>
          </p:cNvPr>
          <p:cNvGrpSpPr/>
          <p:nvPr/>
        </p:nvGrpSpPr>
        <p:grpSpPr>
          <a:xfrm>
            <a:off x="6429192" y="5949332"/>
            <a:ext cx="468000" cy="468000"/>
            <a:chOff x="6375117" y="5116072"/>
            <a:chExt cx="468000" cy="468000"/>
          </a:xfrm>
        </p:grpSpPr>
        <p:sp>
          <p:nvSpPr>
            <p:cNvPr id="1052" name="Avatar Placeholder">
              <a:extLst>
                <a:ext uri="{FF2B5EF4-FFF2-40B4-BE49-F238E27FC236}">
                  <a16:creationId xmlns:a16="http://schemas.microsoft.com/office/drawing/2014/main" id="{DF2D43E6-66EC-BE5F-8B20-C94F0A0A14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75117" y="5116072"/>
              <a:ext cx="468000" cy="468000"/>
            </a:xfrm>
            <a:prstGeom prst="ellipse">
              <a:avLst/>
            </a:prstGeom>
            <a:solidFill>
              <a:srgbClr val="FFC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53" name="Speech Bubble">
              <a:extLst>
                <a:ext uri="{FF2B5EF4-FFF2-40B4-BE49-F238E27FC236}">
                  <a16:creationId xmlns:a16="http://schemas.microsoft.com/office/drawing/2014/main" id="{AED2AF0E-03D3-183B-C8D3-A1C69101B93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484352" y="5224072"/>
              <a:ext cx="249529" cy="252000"/>
            </a:xfrm>
            <a:custGeom>
              <a:avLst/>
              <a:gdLst>
                <a:gd name="T0" fmla="*/ 696 w 1391"/>
                <a:gd name="T1" fmla="*/ 0 h 1396"/>
                <a:gd name="T2" fmla="*/ 0 w 1391"/>
                <a:gd name="T3" fmla="*/ 614 h 1396"/>
                <a:gd name="T4" fmla="*/ 211 w 1391"/>
                <a:gd name="T5" fmla="*/ 1053 h 1396"/>
                <a:gd name="T6" fmla="*/ 12 w 1391"/>
                <a:gd name="T7" fmla="*/ 1328 h 1396"/>
                <a:gd name="T8" fmla="*/ 548 w 1391"/>
                <a:gd name="T9" fmla="*/ 1214 h 1396"/>
                <a:gd name="T10" fmla="*/ 696 w 1391"/>
                <a:gd name="T11" fmla="*/ 1228 h 1396"/>
                <a:gd name="T12" fmla="*/ 1391 w 1391"/>
                <a:gd name="T13" fmla="*/ 614 h 1396"/>
                <a:gd name="T14" fmla="*/ 696 w 1391"/>
                <a:gd name="T15" fmla="*/ 0 h 1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91" h="1396">
                  <a:moveTo>
                    <a:pt x="696" y="0"/>
                  </a:moveTo>
                  <a:cubicBezTo>
                    <a:pt x="312" y="0"/>
                    <a:pt x="0" y="275"/>
                    <a:pt x="0" y="614"/>
                  </a:cubicBezTo>
                  <a:cubicBezTo>
                    <a:pt x="0" y="786"/>
                    <a:pt x="81" y="942"/>
                    <a:pt x="211" y="1053"/>
                  </a:cubicBezTo>
                  <a:cubicBezTo>
                    <a:pt x="183" y="1217"/>
                    <a:pt x="0" y="1283"/>
                    <a:pt x="12" y="1328"/>
                  </a:cubicBezTo>
                  <a:cubicBezTo>
                    <a:pt x="176" y="1396"/>
                    <a:pt x="499" y="1239"/>
                    <a:pt x="548" y="1214"/>
                  </a:cubicBezTo>
                  <a:cubicBezTo>
                    <a:pt x="596" y="1223"/>
                    <a:pt x="645" y="1228"/>
                    <a:pt x="696" y="1228"/>
                  </a:cubicBezTo>
                  <a:cubicBezTo>
                    <a:pt x="1080" y="1228"/>
                    <a:pt x="1391" y="953"/>
                    <a:pt x="1391" y="614"/>
                  </a:cubicBezTo>
                  <a:cubicBezTo>
                    <a:pt x="1391" y="275"/>
                    <a:pt x="1080" y="0"/>
                    <a:pt x="696" y="0"/>
                  </a:cubicBezTo>
                  <a:close/>
                </a:path>
              </a:pathLst>
            </a:custGeom>
            <a:solidFill>
              <a:srgbClr val="E557D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059" name="타원 1058">
            <a:extLst>
              <a:ext uri="{FF2B5EF4-FFF2-40B4-BE49-F238E27FC236}">
                <a16:creationId xmlns:a16="http://schemas.microsoft.com/office/drawing/2014/main" id="{64E1A9DB-87ED-B886-34AD-3CFE938667CE}"/>
              </a:ext>
            </a:extLst>
          </p:cNvPr>
          <p:cNvSpPr/>
          <p:nvPr/>
        </p:nvSpPr>
        <p:spPr>
          <a:xfrm>
            <a:off x="5698370" y="1209322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2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060" name="타원 1059">
            <a:extLst>
              <a:ext uri="{FF2B5EF4-FFF2-40B4-BE49-F238E27FC236}">
                <a16:creationId xmlns:a16="http://schemas.microsoft.com/office/drawing/2014/main" id="{12CD72B0-A1AD-A1B0-B088-0B6837C11B15}"/>
              </a:ext>
            </a:extLst>
          </p:cNvPr>
          <p:cNvSpPr/>
          <p:nvPr/>
        </p:nvSpPr>
        <p:spPr>
          <a:xfrm>
            <a:off x="6570702" y="1211753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3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063" name="타원 1062">
            <a:extLst>
              <a:ext uri="{FF2B5EF4-FFF2-40B4-BE49-F238E27FC236}">
                <a16:creationId xmlns:a16="http://schemas.microsoft.com/office/drawing/2014/main" id="{84BFF717-2E85-AFFD-C125-A21F8FC29A4F}"/>
              </a:ext>
            </a:extLst>
          </p:cNvPr>
          <p:cNvSpPr/>
          <p:nvPr/>
        </p:nvSpPr>
        <p:spPr>
          <a:xfrm>
            <a:off x="3548868" y="1520788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4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064" name="타원 1063">
            <a:extLst>
              <a:ext uri="{FF2B5EF4-FFF2-40B4-BE49-F238E27FC236}">
                <a16:creationId xmlns:a16="http://schemas.microsoft.com/office/drawing/2014/main" id="{BC755380-DF0E-C62C-EF7C-787EC262B8CF}"/>
              </a:ext>
            </a:extLst>
          </p:cNvPr>
          <p:cNvSpPr/>
          <p:nvPr/>
        </p:nvSpPr>
        <p:spPr>
          <a:xfrm>
            <a:off x="128476" y="4706456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5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065" name="타원 1064">
            <a:extLst>
              <a:ext uri="{FF2B5EF4-FFF2-40B4-BE49-F238E27FC236}">
                <a16:creationId xmlns:a16="http://schemas.microsoft.com/office/drawing/2014/main" id="{3712BFB4-74CA-2303-B8BE-0EEBE553AFB5}"/>
              </a:ext>
            </a:extLst>
          </p:cNvPr>
          <p:cNvSpPr/>
          <p:nvPr/>
        </p:nvSpPr>
        <p:spPr>
          <a:xfrm>
            <a:off x="6383991" y="5895332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6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066" name="타원 1065">
            <a:extLst>
              <a:ext uri="{FF2B5EF4-FFF2-40B4-BE49-F238E27FC236}">
                <a16:creationId xmlns:a16="http://schemas.microsoft.com/office/drawing/2014/main" id="{52A9F1C8-5E56-56AF-8C10-B192687CAE6F}"/>
              </a:ext>
            </a:extLst>
          </p:cNvPr>
          <p:cNvSpPr/>
          <p:nvPr/>
        </p:nvSpPr>
        <p:spPr>
          <a:xfrm>
            <a:off x="164492" y="1196776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1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067" name="타원 1066">
            <a:extLst>
              <a:ext uri="{FF2B5EF4-FFF2-40B4-BE49-F238E27FC236}">
                <a16:creationId xmlns:a16="http://schemas.microsoft.com/office/drawing/2014/main" id="{2D0E8793-244A-C7E5-9098-03C8D3FFFF16}"/>
              </a:ext>
            </a:extLst>
          </p:cNvPr>
          <p:cNvSpPr/>
          <p:nvPr/>
        </p:nvSpPr>
        <p:spPr>
          <a:xfrm>
            <a:off x="6374728" y="1597203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7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8706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F1C31-73AA-E9EC-5B60-FAD6F32DF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979F6E-4767-60EA-4EB7-2B5C2B49B688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 err="1">
                <a:solidFill>
                  <a:prstClr val="black"/>
                </a:solidFill>
              </a:rPr>
              <a:t>와아이프레임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PC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1BB787-D604-3819-68B6-BD34706C0620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와이어프레임 </a:t>
            </a:r>
            <a:r>
              <a:rPr lang="en-US" altLang="ko-KR" sz="900" b="1" dirty="0">
                <a:solidFill>
                  <a:prstClr val="black"/>
                </a:solidFill>
              </a:rPr>
              <a:t>PC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E23BB8-E6E1-A43E-D999-B92E30265A1A}"/>
              </a:ext>
            </a:extLst>
          </p:cNvPr>
          <p:cNvSpPr txBox="1"/>
          <p:nvPr/>
        </p:nvSpPr>
        <p:spPr>
          <a:xfrm>
            <a:off x="236476" y="1340768"/>
            <a:ext cx="900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err="1">
                <a:solidFill>
                  <a:srgbClr val="2858A9"/>
                </a:solidFill>
              </a:rPr>
              <a:t>wiz</a:t>
            </a:r>
            <a:r>
              <a:rPr lang="en-US" altLang="ko-KR" sz="1200" b="1" dirty="0" err="1">
                <a:solidFill>
                  <a:srgbClr val="E853A1"/>
                </a:solidFill>
              </a:rPr>
              <a:t>shop</a:t>
            </a:r>
            <a:endParaRPr lang="ko-KR" altLang="en-US" sz="1200" b="1" dirty="0">
              <a:solidFill>
                <a:srgbClr val="E853A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D77152-3021-314C-EA06-3DAFD4DC8554}"/>
              </a:ext>
            </a:extLst>
          </p:cNvPr>
          <p:cNvSpPr txBox="1"/>
          <p:nvPr/>
        </p:nvSpPr>
        <p:spPr>
          <a:xfrm>
            <a:off x="992560" y="1382454"/>
            <a:ext cx="22682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서울과학기술대학교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2EFADB-354C-6EA3-BC44-F74B31C8DEB3}"/>
              </a:ext>
            </a:extLst>
          </p:cNvPr>
          <p:cNvSpPr txBox="1"/>
          <p:nvPr/>
        </p:nvSpPr>
        <p:spPr>
          <a:xfrm>
            <a:off x="229472" y="1711841"/>
            <a:ext cx="45365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메인      구매신청      고객센터      회사소개      마이페이지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4408B7AD-2ACC-17A0-DD20-76E2B1EC4321}"/>
              </a:ext>
            </a:extLst>
          </p:cNvPr>
          <p:cNvCxnSpPr/>
          <p:nvPr/>
        </p:nvCxnSpPr>
        <p:spPr>
          <a:xfrm>
            <a:off x="164468" y="2060848"/>
            <a:ext cx="6804950" cy="0"/>
          </a:xfrm>
          <a:prstGeom prst="line">
            <a:avLst/>
          </a:prstGeom>
          <a:ln w="6350" cmpd="sng">
            <a:solidFill>
              <a:schemeClr val="tx1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C5D056EB-9DD1-1B84-A38D-46C55177BB29}"/>
              </a:ext>
            </a:extLst>
          </p:cNvPr>
          <p:cNvGrpSpPr/>
          <p:nvPr/>
        </p:nvGrpSpPr>
        <p:grpSpPr>
          <a:xfrm>
            <a:off x="5709084" y="1364087"/>
            <a:ext cx="1188108" cy="254000"/>
            <a:chOff x="5241032" y="1433104"/>
            <a:chExt cx="1188108" cy="254000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055C8EA9-2996-9F97-99FF-89F4F0183281}"/>
                </a:ext>
              </a:extLst>
            </p:cNvPr>
            <p:cNvGrpSpPr/>
            <p:nvPr/>
          </p:nvGrpSpPr>
          <p:grpSpPr>
            <a:xfrm>
              <a:off x="5241032" y="1433104"/>
              <a:ext cx="254000" cy="254000"/>
              <a:chOff x="7433374" y="4006664"/>
              <a:chExt cx="254000" cy="254000"/>
            </a:xfrm>
          </p:grpSpPr>
          <p:sp>
            <p:nvSpPr>
              <p:cNvPr id="19" name="Avatar Placeholder">
                <a:extLst>
                  <a:ext uri="{FF2B5EF4-FFF2-40B4-BE49-F238E27FC236}">
                    <a16:creationId xmlns:a16="http://schemas.microsoft.com/office/drawing/2014/main" id="{642C16C5-4121-FE89-3F55-0E0452B0697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433374" y="4006664"/>
                <a:ext cx="254000" cy="254000"/>
              </a:xfrm>
              <a:prstGeom prst="ellipse">
                <a:avLst/>
              </a:prstGeom>
              <a:solidFill>
                <a:srgbClr val="E853A1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1" name="User">
                <a:extLst>
                  <a:ext uri="{FF2B5EF4-FFF2-40B4-BE49-F238E27FC236}">
                    <a16:creationId xmlns:a16="http://schemas.microsoft.com/office/drawing/2014/main" id="{C2D703D2-34E0-61EA-498F-54419E49BE3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486867" y="4056798"/>
                <a:ext cx="136525" cy="161925"/>
              </a:xfrm>
              <a:custGeom>
                <a:avLst/>
                <a:gdLst>
                  <a:gd name="T0" fmla="*/ 597 w 1194"/>
                  <a:gd name="T1" fmla="*/ 0 h 1411"/>
                  <a:gd name="T2" fmla="*/ 271 w 1194"/>
                  <a:gd name="T3" fmla="*/ 325 h 1411"/>
                  <a:gd name="T4" fmla="*/ 434 w 1194"/>
                  <a:gd name="T5" fmla="*/ 695 h 1411"/>
                  <a:gd name="T6" fmla="*/ 434 w 1194"/>
                  <a:gd name="T7" fmla="*/ 771 h 1411"/>
                  <a:gd name="T8" fmla="*/ 385 w 1194"/>
                  <a:gd name="T9" fmla="*/ 836 h 1411"/>
                  <a:gd name="T10" fmla="*/ 0 w 1194"/>
                  <a:gd name="T11" fmla="*/ 1124 h 1411"/>
                  <a:gd name="T12" fmla="*/ 0 w 1194"/>
                  <a:gd name="T13" fmla="*/ 1221 h 1411"/>
                  <a:gd name="T14" fmla="*/ 597 w 1194"/>
                  <a:gd name="T15" fmla="*/ 1411 h 1411"/>
                  <a:gd name="T16" fmla="*/ 1194 w 1194"/>
                  <a:gd name="T17" fmla="*/ 1221 h 1411"/>
                  <a:gd name="T18" fmla="*/ 1194 w 1194"/>
                  <a:gd name="T19" fmla="*/ 1124 h 1411"/>
                  <a:gd name="T20" fmla="*/ 809 w 1194"/>
                  <a:gd name="T21" fmla="*/ 836 h 1411"/>
                  <a:gd name="T22" fmla="*/ 760 w 1194"/>
                  <a:gd name="T23" fmla="*/ 771 h 1411"/>
                  <a:gd name="T24" fmla="*/ 760 w 1194"/>
                  <a:gd name="T25" fmla="*/ 695 h 1411"/>
                  <a:gd name="T26" fmla="*/ 923 w 1194"/>
                  <a:gd name="T27" fmla="*/ 325 h 1411"/>
                  <a:gd name="T28" fmla="*/ 597 w 1194"/>
                  <a:gd name="T29" fmla="*/ 0 h 1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94" h="1411">
                    <a:moveTo>
                      <a:pt x="597" y="0"/>
                    </a:moveTo>
                    <a:cubicBezTo>
                      <a:pt x="418" y="0"/>
                      <a:pt x="271" y="113"/>
                      <a:pt x="271" y="325"/>
                    </a:cubicBezTo>
                    <a:cubicBezTo>
                      <a:pt x="271" y="467"/>
                      <a:pt x="337" y="613"/>
                      <a:pt x="434" y="695"/>
                    </a:cubicBezTo>
                    <a:lnTo>
                      <a:pt x="434" y="771"/>
                    </a:lnTo>
                    <a:cubicBezTo>
                      <a:pt x="434" y="804"/>
                      <a:pt x="412" y="830"/>
                      <a:pt x="385" y="836"/>
                    </a:cubicBezTo>
                    <a:cubicBezTo>
                      <a:pt x="173" y="901"/>
                      <a:pt x="0" y="1043"/>
                      <a:pt x="0" y="1124"/>
                    </a:cubicBezTo>
                    <a:lnTo>
                      <a:pt x="0" y="1221"/>
                    </a:lnTo>
                    <a:cubicBezTo>
                      <a:pt x="0" y="1324"/>
                      <a:pt x="266" y="1411"/>
                      <a:pt x="597" y="1411"/>
                    </a:cubicBezTo>
                    <a:cubicBezTo>
                      <a:pt x="928" y="1411"/>
                      <a:pt x="1194" y="1324"/>
                      <a:pt x="1194" y="1221"/>
                    </a:cubicBezTo>
                    <a:lnTo>
                      <a:pt x="1194" y="1124"/>
                    </a:lnTo>
                    <a:cubicBezTo>
                      <a:pt x="1194" y="1048"/>
                      <a:pt x="1026" y="901"/>
                      <a:pt x="809" y="836"/>
                    </a:cubicBezTo>
                    <a:cubicBezTo>
                      <a:pt x="782" y="830"/>
                      <a:pt x="760" y="798"/>
                      <a:pt x="760" y="771"/>
                    </a:cubicBezTo>
                    <a:lnTo>
                      <a:pt x="760" y="695"/>
                    </a:lnTo>
                    <a:cubicBezTo>
                      <a:pt x="857" y="613"/>
                      <a:pt x="923" y="467"/>
                      <a:pt x="923" y="325"/>
                    </a:cubicBezTo>
                    <a:cubicBezTo>
                      <a:pt x="923" y="113"/>
                      <a:pt x="776" y="0"/>
                      <a:pt x="59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52BC24C-FE71-83D1-68E6-D8556E6BF3BD}"/>
                </a:ext>
              </a:extLst>
            </p:cNvPr>
            <p:cNvSpPr txBox="1"/>
            <p:nvPr/>
          </p:nvSpPr>
          <p:spPr>
            <a:xfrm>
              <a:off x="5495032" y="1450221"/>
              <a:ext cx="89812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/>
                <a:t>홍길동 </a:t>
              </a:r>
              <a:r>
                <a:rPr lang="ko-KR" altLang="en-US" sz="900" dirty="0"/>
                <a:t>님</a:t>
              </a:r>
              <a:r>
                <a:rPr lang="ko-KR" altLang="en-US" sz="900" b="1" dirty="0"/>
                <a:t> </a:t>
              </a:r>
              <a:r>
                <a:rPr lang="en-US" altLang="ko-KR" sz="900" b="1" dirty="0"/>
                <a:t>〉</a:t>
              </a:r>
              <a:endParaRPr lang="ko-KR" altLang="en-US" sz="900" b="1" dirty="0"/>
            </a:p>
          </p:txBody>
        </p:sp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E93690D7-17AC-C638-48EE-194DED9D1455}"/>
                </a:ext>
              </a:extLst>
            </p:cNvPr>
            <p:cNvSpPr/>
            <p:nvPr/>
          </p:nvSpPr>
          <p:spPr>
            <a:xfrm>
              <a:off x="6213140" y="1450220"/>
              <a:ext cx="216000" cy="216000"/>
            </a:xfrm>
            <a:prstGeom prst="roundRect">
              <a:avLst/>
            </a:prstGeom>
            <a:solidFill>
              <a:srgbClr val="2858A9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endParaRPr lang="ko-KR" altLang="en-US" sz="900" b="1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1" name="Exit">
              <a:extLst>
                <a:ext uri="{FF2B5EF4-FFF2-40B4-BE49-F238E27FC236}">
                  <a16:creationId xmlns:a16="http://schemas.microsoft.com/office/drawing/2014/main" id="{7F141E87-DB03-933E-AA19-48623635D5DF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6244723" y="1476493"/>
              <a:ext cx="134938" cy="161925"/>
            </a:xfrm>
            <a:custGeom>
              <a:avLst/>
              <a:gdLst>
                <a:gd name="T0" fmla="*/ 163 w 1167"/>
                <a:gd name="T1" fmla="*/ 0 h 1411"/>
                <a:gd name="T2" fmla="*/ 0 w 1167"/>
                <a:gd name="T3" fmla="*/ 163 h 1411"/>
                <a:gd name="T4" fmla="*/ 0 w 1167"/>
                <a:gd name="T5" fmla="*/ 1248 h 1411"/>
                <a:gd name="T6" fmla="*/ 163 w 1167"/>
                <a:gd name="T7" fmla="*/ 1411 h 1411"/>
                <a:gd name="T8" fmla="*/ 923 w 1167"/>
                <a:gd name="T9" fmla="*/ 1411 h 1411"/>
                <a:gd name="T10" fmla="*/ 1085 w 1167"/>
                <a:gd name="T11" fmla="*/ 1248 h 1411"/>
                <a:gd name="T12" fmla="*/ 1085 w 1167"/>
                <a:gd name="T13" fmla="*/ 967 h 1411"/>
                <a:gd name="T14" fmla="*/ 977 w 1167"/>
                <a:gd name="T15" fmla="*/ 1062 h 1411"/>
                <a:gd name="T16" fmla="*/ 977 w 1167"/>
                <a:gd name="T17" fmla="*/ 1248 h 1411"/>
                <a:gd name="T18" fmla="*/ 923 w 1167"/>
                <a:gd name="T19" fmla="*/ 1303 h 1411"/>
                <a:gd name="T20" fmla="*/ 163 w 1167"/>
                <a:gd name="T21" fmla="*/ 1303 h 1411"/>
                <a:gd name="T22" fmla="*/ 109 w 1167"/>
                <a:gd name="T23" fmla="*/ 1248 h 1411"/>
                <a:gd name="T24" fmla="*/ 109 w 1167"/>
                <a:gd name="T25" fmla="*/ 163 h 1411"/>
                <a:gd name="T26" fmla="*/ 163 w 1167"/>
                <a:gd name="T27" fmla="*/ 109 h 1411"/>
                <a:gd name="T28" fmla="*/ 923 w 1167"/>
                <a:gd name="T29" fmla="*/ 109 h 1411"/>
                <a:gd name="T30" fmla="*/ 977 w 1167"/>
                <a:gd name="T31" fmla="*/ 163 h 1411"/>
                <a:gd name="T32" fmla="*/ 977 w 1167"/>
                <a:gd name="T33" fmla="*/ 351 h 1411"/>
                <a:gd name="T34" fmla="*/ 1085 w 1167"/>
                <a:gd name="T35" fmla="*/ 444 h 1411"/>
                <a:gd name="T36" fmla="*/ 1085 w 1167"/>
                <a:gd name="T37" fmla="*/ 163 h 1411"/>
                <a:gd name="T38" fmla="*/ 923 w 1167"/>
                <a:gd name="T39" fmla="*/ 0 h 1411"/>
                <a:gd name="T40" fmla="*/ 163 w 1167"/>
                <a:gd name="T41" fmla="*/ 0 h 1411"/>
                <a:gd name="T42" fmla="*/ 751 w 1167"/>
                <a:gd name="T43" fmla="*/ 351 h 1411"/>
                <a:gd name="T44" fmla="*/ 706 w 1167"/>
                <a:gd name="T45" fmla="*/ 405 h 1411"/>
                <a:gd name="T46" fmla="*/ 706 w 1167"/>
                <a:gd name="T47" fmla="*/ 543 h 1411"/>
                <a:gd name="T48" fmla="*/ 380 w 1167"/>
                <a:gd name="T49" fmla="*/ 543 h 1411"/>
                <a:gd name="T50" fmla="*/ 326 w 1167"/>
                <a:gd name="T51" fmla="*/ 597 h 1411"/>
                <a:gd name="T52" fmla="*/ 326 w 1167"/>
                <a:gd name="T53" fmla="*/ 814 h 1411"/>
                <a:gd name="T54" fmla="*/ 380 w 1167"/>
                <a:gd name="T55" fmla="*/ 869 h 1411"/>
                <a:gd name="T56" fmla="*/ 706 w 1167"/>
                <a:gd name="T57" fmla="*/ 869 h 1411"/>
                <a:gd name="T58" fmla="*/ 706 w 1167"/>
                <a:gd name="T59" fmla="*/ 1004 h 1411"/>
                <a:gd name="T60" fmla="*/ 760 w 1167"/>
                <a:gd name="T61" fmla="*/ 1058 h 1411"/>
                <a:gd name="T62" fmla="*/ 1167 w 1167"/>
                <a:gd name="T63" fmla="*/ 706 h 1411"/>
                <a:gd name="T64" fmla="*/ 760 w 1167"/>
                <a:gd name="T65" fmla="*/ 353 h 1411"/>
                <a:gd name="T66" fmla="*/ 751 w 1167"/>
                <a:gd name="T67" fmla="*/ 351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167" h="1411">
                  <a:moveTo>
                    <a:pt x="163" y="0"/>
                  </a:moveTo>
                  <a:cubicBezTo>
                    <a:pt x="73" y="0"/>
                    <a:pt x="0" y="73"/>
                    <a:pt x="0" y="163"/>
                  </a:cubicBezTo>
                  <a:lnTo>
                    <a:pt x="0" y="1248"/>
                  </a:lnTo>
                  <a:cubicBezTo>
                    <a:pt x="0" y="1338"/>
                    <a:pt x="73" y="1411"/>
                    <a:pt x="163" y="1411"/>
                  </a:cubicBezTo>
                  <a:lnTo>
                    <a:pt x="923" y="1411"/>
                  </a:lnTo>
                  <a:cubicBezTo>
                    <a:pt x="1013" y="1411"/>
                    <a:pt x="1085" y="1338"/>
                    <a:pt x="1085" y="1248"/>
                  </a:cubicBezTo>
                  <a:lnTo>
                    <a:pt x="1085" y="967"/>
                  </a:lnTo>
                  <a:lnTo>
                    <a:pt x="977" y="1062"/>
                  </a:lnTo>
                  <a:lnTo>
                    <a:pt x="977" y="1248"/>
                  </a:lnTo>
                  <a:cubicBezTo>
                    <a:pt x="977" y="1278"/>
                    <a:pt x="953" y="1303"/>
                    <a:pt x="923" y="1303"/>
                  </a:cubicBezTo>
                  <a:lnTo>
                    <a:pt x="163" y="1303"/>
                  </a:lnTo>
                  <a:cubicBezTo>
                    <a:pt x="133" y="1303"/>
                    <a:pt x="109" y="1278"/>
                    <a:pt x="109" y="1248"/>
                  </a:cubicBezTo>
                  <a:lnTo>
                    <a:pt x="109" y="163"/>
                  </a:lnTo>
                  <a:cubicBezTo>
                    <a:pt x="109" y="133"/>
                    <a:pt x="133" y="109"/>
                    <a:pt x="163" y="109"/>
                  </a:cubicBezTo>
                  <a:lnTo>
                    <a:pt x="923" y="109"/>
                  </a:lnTo>
                  <a:cubicBezTo>
                    <a:pt x="953" y="109"/>
                    <a:pt x="977" y="133"/>
                    <a:pt x="977" y="163"/>
                  </a:cubicBezTo>
                  <a:lnTo>
                    <a:pt x="977" y="351"/>
                  </a:lnTo>
                  <a:lnTo>
                    <a:pt x="1085" y="444"/>
                  </a:lnTo>
                  <a:lnTo>
                    <a:pt x="1085" y="163"/>
                  </a:lnTo>
                  <a:cubicBezTo>
                    <a:pt x="1085" y="73"/>
                    <a:pt x="1013" y="0"/>
                    <a:pt x="923" y="0"/>
                  </a:cubicBezTo>
                  <a:lnTo>
                    <a:pt x="163" y="0"/>
                  </a:lnTo>
                  <a:close/>
                  <a:moveTo>
                    <a:pt x="751" y="351"/>
                  </a:moveTo>
                  <a:cubicBezTo>
                    <a:pt x="736" y="349"/>
                    <a:pt x="706" y="351"/>
                    <a:pt x="706" y="405"/>
                  </a:cubicBezTo>
                  <a:lnTo>
                    <a:pt x="706" y="543"/>
                  </a:lnTo>
                  <a:lnTo>
                    <a:pt x="380" y="543"/>
                  </a:lnTo>
                  <a:cubicBezTo>
                    <a:pt x="350" y="543"/>
                    <a:pt x="326" y="567"/>
                    <a:pt x="326" y="597"/>
                  </a:cubicBezTo>
                  <a:lnTo>
                    <a:pt x="326" y="814"/>
                  </a:lnTo>
                  <a:cubicBezTo>
                    <a:pt x="326" y="844"/>
                    <a:pt x="350" y="869"/>
                    <a:pt x="380" y="869"/>
                  </a:cubicBezTo>
                  <a:lnTo>
                    <a:pt x="706" y="869"/>
                  </a:lnTo>
                  <a:lnTo>
                    <a:pt x="706" y="1004"/>
                  </a:lnTo>
                  <a:cubicBezTo>
                    <a:pt x="706" y="1074"/>
                    <a:pt x="760" y="1058"/>
                    <a:pt x="760" y="1058"/>
                  </a:cubicBezTo>
                  <a:lnTo>
                    <a:pt x="1167" y="706"/>
                  </a:lnTo>
                  <a:lnTo>
                    <a:pt x="760" y="353"/>
                  </a:lnTo>
                  <a:cubicBezTo>
                    <a:pt x="760" y="353"/>
                    <a:pt x="756" y="352"/>
                    <a:pt x="751" y="35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031" name="Menu">
            <a:extLst>
              <a:ext uri="{FF2B5EF4-FFF2-40B4-BE49-F238E27FC236}">
                <a16:creationId xmlns:a16="http://schemas.microsoft.com/office/drawing/2014/main" id="{21126C5B-6CEC-099A-B796-DE32D960BE73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681192" y="1833259"/>
            <a:ext cx="161925" cy="111125"/>
          </a:xfrm>
          <a:custGeom>
            <a:avLst/>
            <a:gdLst>
              <a:gd name="T0" fmla="*/ 0 w 1411"/>
              <a:gd name="T1" fmla="*/ 0 h 977"/>
              <a:gd name="T2" fmla="*/ 0 w 1411"/>
              <a:gd name="T3" fmla="*/ 108 h 977"/>
              <a:gd name="T4" fmla="*/ 1411 w 1411"/>
              <a:gd name="T5" fmla="*/ 108 h 977"/>
              <a:gd name="T6" fmla="*/ 1411 w 1411"/>
              <a:gd name="T7" fmla="*/ 0 h 977"/>
              <a:gd name="T8" fmla="*/ 0 w 1411"/>
              <a:gd name="T9" fmla="*/ 0 h 977"/>
              <a:gd name="T10" fmla="*/ 0 w 1411"/>
              <a:gd name="T11" fmla="*/ 434 h 977"/>
              <a:gd name="T12" fmla="*/ 0 w 1411"/>
              <a:gd name="T13" fmla="*/ 542 h 977"/>
              <a:gd name="T14" fmla="*/ 1411 w 1411"/>
              <a:gd name="T15" fmla="*/ 542 h 977"/>
              <a:gd name="T16" fmla="*/ 1411 w 1411"/>
              <a:gd name="T17" fmla="*/ 434 h 977"/>
              <a:gd name="T18" fmla="*/ 0 w 1411"/>
              <a:gd name="T19" fmla="*/ 434 h 977"/>
              <a:gd name="T20" fmla="*/ 0 w 1411"/>
              <a:gd name="T21" fmla="*/ 868 h 977"/>
              <a:gd name="T22" fmla="*/ 0 w 1411"/>
              <a:gd name="T23" fmla="*/ 977 h 977"/>
              <a:gd name="T24" fmla="*/ 1411 w 1411"/>
              <a:gd name="T25" fmla="*/ 977 h 977"/>
              <a:gd name="T26" fmla="*/ 1411 w 1411"/>
              <a:gd name="T27" fmla="*/ 868 h 977"/>
              <a:gd name="T28" fmla="*/ 0 w 1411"/>
              <a:gd name="T29" fmla="*/ 868 h 9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411" h="977">
                <a:moveTo>
                  <a:pt x="0" y="0"/>
                </a:moveTo>
                <a:lnTo>
                  <a:pt x="0" y="108"/>
                </a:lnTo>
                <a:lnTo>
                  <a:pt x="1411" y="108"/>
                </a:lnTo>
                <a:lnTo>
                  <a:pt x="1411" y="0"/>
                </a:lnTo>
                <a:lnTo>
                  <a:pt x="0" y="0"/>
                </a:lnTo>
                <a:close/>
                <a:moveTo>
                  <a:pt x="0" y="434"/>
                </a:moveTo>
                <a:lnTo>
                  <a:pt x="0" y="542"/>
                </a:lnTo>
                <a:lnTo>
                  <a:pt x="1411" y="542"/>
                </a:lnTo>
                <a:lnTo>
                  <a:pt x="1411" y="434"/>
                </a:lnTo>
                <a:lnTo>
                  <a:pt x="0" y="434"/>
                </a:lnTo>
                <a:close/>
                <a:moveTo>
                  <a:pt x="0" y="868"/>
                </a:moveTo>
                <a:lnTo>
                  <a:pt x="0" y="977"/>
                </a:lnTo>
                <a:lnTo>
                  <a:pt x="1411" y="977"/>
                </a:lnTo>
                <a:lnTo>
                  <a:pt x="1411" y="868"/>
                </a:lnTo>
                <a:lnTo>
                  <a:pt x="0" y="868"/>
                </a:lnTo>
                <a:close/>
              </a:path>
            </a:pathLst>
          </a:custGeom>
          <a:solidFill>
            <a:srgbClr val="5F5F5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47" name="직사각형 1046">
            <a:extLst>
              <a:ext uri="{FF2B5EF4-FFF2-40B4-BE49-F238E27FC236}">
                <a16:creationId xmlns:a16="http://schemas.microsoft.com/office/drawing/2014/main" id="{F9E066E6-489B-A0B8-6207-42B7C1E7B9FB}"/>
              </a:ext>
            </a:extLst>
          </p:cNvPr>
          <p:cNvSpPr/>
          <p:nvPr/>
        </p:nvSpPr>
        <p:spPr>
          <a:xfrm>
            <a:off x="3620852" y="1693986"/>
            <a:ext cx="1044116" cy="11949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48" name="TextBox 1047">
            <a:extLst>
              <a:ext uri="{FF2B5EF4-FFF2-40B4-BE49-F238E27FC236}">
                <a16:creationId xmlns:a16="http://schemas.microsoft.com/office/drawing/2014/main" id="{93B06D58-5E83-B613-04CC-EDD194CD2F3C}"/>
              </a:ext>
            </a:extLst>
          </p:cNvPr>
          <p:cNvSpPr txBox="1"/>
          <p:nvPr/>
        </p:nvSpPr>
        <p:spPr>
          <a:xfrm>
            <a:off x="3661619" y="1711841"/>
            <a:ext cx="10622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2857A9"/>
                </a:solidFill>
              </a:rPr>
              <a:t>마이페이지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07368E-F16E-69F6-1B7F-12BEECEDA37B}"/>
              </a:ext>
            </a:extLst>
          </p:cNvPr>
          <p:cNvSpPr txBox="1"/>
          <p:nvPr/>
        </p:nvSpPr>
        <p:spPr>
          <a:xfrm>
            <a:off x="3620852" y="2132856"/>
            <a:ext cx="1123263" cy="524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2857A9"/>
                </a:solidFill>
              </a:rPr>
              <a:t>주문내역</a:t>
            </a:r>
            <a:endParaRPr lang="en-US" altLang="ko-KR" sz="1000" dirty="0">
              <a:solidFill>
                <a:srgbClr val="2857A9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/>
              <a:t>회원정보 관리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B3AEFD2D-F018-E69B-7BE1-C182E4A819FC}"/>
              </a:ext>
            </a:extLst>
          </p:cNvPr>
          <p:cNvSpPr/>
          <p:nvPr/>
        </p:nvSpPr>
        <p:spPr>
          <a:xfrm>
            <a:off x="164492" y="1196776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1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7AF6FC61-C95C-2F34-5962-3192C9EF9236}"/>
              </a:ext>
            </a:extLst>
          </p:cNvPr>
          <p:cNvSpPr/>
          <p:nvPr/>
        </p:nvSpPr>
        <p:spPr>
          <a:xfrm>
            <a:off x="3548868" y="1520788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4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E94818A8-B8EE-C11A-CA32-5971C439C7A2}"/>
              </a:ext>
            </a:extLst>
          </p:cNvPr>
          <p:cNvSpPr/>
          <p:nvPr/>
        </p:nvSpPr>
        <p:spPr>
          <a:xfrm>
            <a:off x="5698370" y="1209322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2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DA299904-49B1-D0BC-D0FB-DB4DDBB803D6}"/>
              </a:ext>
            </a:extLst>
          </p:cNvPr>
          <p:cNvSpPr/>
          <p:nvPr/>
        </p:nvSpPr>
        <p:spPr>
          <a:xfrm>
            <a:off x="6570702" y="1211753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3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883202C3-2996-057A-FE67-7CB4425DDFA9}"/>
              </a:ext>
            </a:extLst>
          </p:cNvPr>
          <p:cNvGrpSpPr/>
          <p:nvPr/>
        </p:nvGrpSpPr>
        <p:grpSpPr>
          <a:xfrm>
            <a:off x="229472" y="4833158"/>
            <a:ext cx="6667720" cy="1584174"/>
            <a:chOff x="229472" y="4689142"/>
            <a:chExt cx="6667720" cy="1584174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EDB50DB8-CE3D-63C9-8EAB-9FDDFE048DBF}"/>
                </a:ext>
              </a:extLst>
            </p:cNvPr>
            <p:cNvSpPr/>
            <p:nvPr/>
          </p:nvSpPr>
          <p:spPr>
            <a:xfrm>
              <a:off x="229472" y="4689142"/>
              <a:ext cx="6667720" cy="158417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70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1E36C94-F342-D66F-3BA7-628A30F968B0}"/>
                </a:ext>
              </a:extLst>
            </p:cNvPr>
            <p:cNvSpPr txBox="1"/>
            <p:nvPr/>
          </p:nvSpPr>
          <p:spPr>
            <a:xfrm>
              <a:off x="287316" y="4892490"/>
              <a:ext cx="9001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err="1">
                  <a:solidFill>
                    <a:schemeClr val="bg1">
                      <a:lumMod val="65000"/>
                    </a:schemeClr>
                  </a:solidFill>
                </a:rPr>
                <a:t>wizshop</a:t>
              </a:r>
              <a:endParaRPr lang="ko-KR" altLang="en-US" sz="1200" b="1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294AA75-FB59-A2CE-4043-6F47C74E8485}"/>
                </a:ext>
              </a:extLst>
            </p:cNvPr>
            <p:cNvSpPr txBox="1"/>
            <p:nvPr/>
          </p:nvSpPr>
          <p:spPr>
            <a:xfrm>
              <a:off x="277433" y="5229200"/>
              <a:ext cx="45365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defRPr sz="700" b="1">
                  <a:solidFill>
                    <a:schemeClr val="bg1">
                      <a:lumMod val="65000"/>
                    </a:schemeClr>
                  </a:solidFill>
                </a:defRPr>
              </a:lvl1pPr>
            </a:lstStyle>
            <a:p>
              <a:r>
                <a:rPr lang="ko-KR" altLang="en-US" dirty="0"/>
                <a:t>본 사이트는 승인된 채널 및 회원만 이용 가능한 폐쇄형 </a:t>
              </a:r>
              <a:r>
                <a:rPr lang="en-US" altLang="ko-KR" dirty="0"/>
                <a:t>B2B </a:t>
              </a:r>
              <a:r>
                <a:rPr lang="ko-KR" altLang="en-US" dirty="0"/>
                <a:t>쇼핑몰입니다</a:t>
              </a:r>
              <a:r>
                <a:rPr lang="en-US" altLang="ko-KR" dirty="0"/>
                <a:t>.</a:t>
              </a:r>
            </a:p>
            <a:p>
              <a:r>
                <a:rPr lang="ko-KR" altLang="en-US" dirty="0"/>
                <a:t>허가되지 않은 접근 및 데이터 무단 활용은 엄격히 금지합니다</a:t>
              </a:r>
              <a:r>
                <a:rPr lang="en-US" altLang="ko-KR" dirty="0"/>
                <a:t>.</a:t>
              </a:r>
              <a:endParaRPr lang="ko-KR" altLang="en-US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845FF78-7092-7D95-D23D-9EE1B9A57B41}"/>
                </a:ext>
              </a:extLst>
            </p:cNvPr>
            <p:cNvSpPr txBox="1"/>
            <p:nvPr/>
          </p:nvSpPr>
          <p:spPr>
            <a:xfrm>
              <a:off x="277433" y="5553236"/>
              <a:ext cx="4536504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b="1" dirty="0">
                  <a:solidFill>
                    <a:schemeClr val="bg1">
                      <a:lumMod val="65000"/>
                    </a:schemeClr>
                  </a:solidFill>
                </a:rPr>
                <a:t>(</a:t>
              </a:r>
              <a:r>
                <a:rPr lang="ko-KR" altLang="en-US" sz="700" b="1" dirty="0">
                  <a:solidFill>
                    <a:schemeClr val="bg1">
                      <a:lumMod val="65000"/>
                    </a:schemeClr>
                  </a:solidFill>
                </a:rPr>
                <a:t>주</a:t>
              </a:r>
              <a:r>
                <a:rPr lang="en-US" altLang="ko-KR" sz="700" b="1" dirty="0">
                  <a:solidFill>
                    <a:schemeClr val="bg1">
                      <a:lumMod val="65000"/>
                    </a:schemeClr>
                  </a:solidFill>
                </a:rPr>
                <a:t>)</a:t>
              </a:r>
              <a:r>
                <a:rPr lang="ko-KR" altLang="en-US" sz="700" b="1" dirty="0" err="1">
                  <a:solidFill>
                    <a:schemeClr val="bg1">
                      <a:lumMod val="65000"/>
                    </a:schemeClr>
                  </a:solidFill>
                </a:rPr>
                <a:t>위즈위그</a:t>
              </a:r>
              <a:endParaRPr lang="ko-KR" altLang="en-US" sz="700" b="1" dirty="0">
                <a:solidFill>
                  <a:schemeClr val="bg1">
                    <a:lumMod val="65000"/>
                  </a:schemeClr>
                </a:solidFill>
              </a:endParaRPr>
            </a:p>
            <a:p>
              <a:r>
                <a:rPr lang="ko-KR" altLang="en-US" sz="700" b="1" dirty="0">
                  <a:solidFill>
                    <a:schemeClr val="bg1">
                      <a:lumMod val="65000"/>
                    </a:schemeClr>
                  </a:solidFill>
                </a:rPr>
                <a:t>대표이사 </a:t>
              </a:r>
              <a:r>
                <a:rPr lang="en-US" altLang="ko-KR" sz="700" b="1" dirty="0">
                  <a:solidFill>
                    <a:schemeClr val="bg1">
                      <a:lumMod val="65000"/>
                    </a:schemeClr>
                  </a:solidFill>
                </a:rPr>
                <a:t>: </a:t>
              </a:r>
              <a:r>
                <a:rPr lang="ko-KR" altLang="en-US" sz="700" b="1" dirty="0" err="1">
                  <a:solidFill>
                    <a:schemeClr val="bg1">
                      <a:lumMod val="65000"/>
                    </a:schemeClr>
                  </a:solidFill>
                </a:rPr>
                <a:t>허종윤</a:t>
              </a:r>
              <a:r>
                <a:rPr lang="ko-KR" altLang="en-US" sz="700" b="1" dirty="0">
                  <a:solidFill>
                    <a:schemeClr val="bg1">
                      <a:lumMod val="65000"/>
                    </a:schemeClr>
                  </a:solidFill>
                </a:rPr>
                <a:t>  사업자등록번호 </a:t>
              </a:r>
              <a:r>
                <a:rPr lang="en-US" altLang="ko-KR" sz="700" b="1" dirty="0">
                  <a:solidFill>
                    <a:schemeClr val="bg1">
                      <a:lumMod val="65000"/>
                    </a:schemeClr>
                  </a:solidFill>
                </a:rPr>
                <a:t>: 000-00-00000 </a:t>
              </a:r>
              <a:r>
                <a:rPr lang="ko-KR" altLang="en-US" sz="700" b="1" dirty="0">
                  <a:solidFill>
                    <a:schemeClr val="bg1">
                      <a:lumMod val="65000"/>
                    </a:schemeClr>
                  </a:solidFill>
                </a:rPr>
                <a:t>통신판매번호 </a:t>
              </a:r>
              <a:r>
                <a:rPr lang="en-US" altLang="ko-KR" sz="700" b="1" dirty="0">
                  <a:solidFill>
                    <a:schemeClr val="bg1">
                      <a:lumMod val="65000"/>
                    </a:schemeClr>
                  </a:solidFill>
                </a:rPr>
                <a:t>: 0000-0000-0000</a:t>
              </a:r>
            </a:p>
            <a:p>
              <a:r>
                <a:rPr lang="ko-KR" altLang="en-US" sz="700" b="1" dirty="0">
                  <a:solidFill>
                    <a:schemeClr val="bg1">
                      <a:lumMod val="65000"/>
                    </a:schemeClr>
                  </a:solidFill>
                </a:rPr>
                <a:t>서울 동대문구 </a:t>
              </a:r>
              <a:r>
                <a:rPr lang="ko-KR" altLang="en-US" sz="700" b="1" dirty="0" err="1">
                  <a:solidFill>
                    <a:schemeClr val="bg1">
                      <a:lumMod val="65000"/>
                    </a:schemeClr>
                  </a:solidFill>
                </a:rPr>
                <a:t>왕산로</a:t>
              </a:r>
              <a:r>
                <a:rPr lang="en-US" altLang="ko-KR" sz="700" b="1" dirty="0">
                  <a:solidFill>
                    <a:schemeClr val="bg1">
                      <a:lumMod val="65000"/>
                    </a:schemeClr>
                  </a:solidFill>
                </a:rPr>
                <a:t>9</a:t>
              </a:r>
              <a:r>
                <a:rPr lang="ko-KR" altLang="en-US" sz="700" b="1" dirty="0">
                  <a:solidFill>
                    <a:schemeClr val="bg1">
                      <a:lumMod val="65000"/>
                    </a:schemeClr>
                  </a:solidFill>
                </a:rPr>
                <a:t>길 </a:t>
              </a:r>
              <a:r>
                <a:rPr lang="en-US" altLang="ko-KR" sz="700" b="1" dirty="0">
                  <a:solidFill>
                    <a:schemeClr val="bg1">
                      <a:lumMod val="65000"/>
                    </a:schemeClr>
                  </a:solidFill>
                </a:rPr>
                <a:t>8 (</a:t>
              </a:r>
              <a:r>
                <a:rPr lang="ko-KR" altLang="en-US" sz="700" b="1" dirty="0">
                  <a:solidFill>
                    <a:schemeClr val="bg1">
                      <a:lumMod val="65000"/>
                    </a:schemeClr>
                  </a:solidFill>
                </a:rPr>
                <a:t>용두동</a:t>
              </a:r>
              <a:r>
                <a:rPr lang="en-US" altLang="ko-KR" sz="700" b="1" dirty="0">
                  <a:solidFill>
                    <a:schemeClr val="bg1">
                      <a:lumMod val="65000"/>
                    </a:schemeClr>
                  </a:solidFill>
                </a:rPr>
                <a:t>, </a:t>
              </a:r>
              <a:r>
                <a:rPr lang="ko-KR" altLang="en-US" sz="700" b="1" dirty="0">
                  <a:solidFill>
                    <a:schemeClr val="bg1">
                      <a:lumMod val="65000"/>
                    </a:schemeClr>
                  </a:solidFill>
                </a:rPr>
                <a:t>충호빌딩</a:t>
              </a:r>
              <a:r>
                <a:rPr lang="en-US" altLang="ko-KR" sz="700" b="1" dirty="0">
                  <a:solidFill>
                    <a:schemeClr val="bg1">
                      <a:lumMod val="65000"/>
                    </a:schemeClr>
                  </a:solidFill>
                </a:rPr>
                <a:t>) 501</a:t>
              </a:r>
              <a:r>
                <a:rPr lang="ko-KR" altLang="en-US" sz="700" b="1" dirty="0">
                  <a:solidFill>
                    <a:schemeClr val="bg1">
                      <a:lumMod val="65000"/>
                    </a:schemeClr>
                  </a:solidFill>
                </a:rPr>
                <a:t>호</a:t>
              </a:r>
            </a:p>
            <a:p>
              <a:r>
                <a:rPr lang="en-US" altLang="ko-KR" sz="700" b="1" dirty="0">
                  <a:solidFill>
                    <a:schemeClr val="bg1">
                      <a:lumMod val="65000"/>
                    </a:schemeClr>
                  </a:solidFill>
                </a:rPr>
                <a:t>TEL. (070)5129-2974 FAX. (070)4032-2406</a:t>
              </a:r>
            </a:p>
            <a:p>
              <a:r>
                <a:rPr lang="en-US" altLang="ko-KR" sz="700" b="1" dirty="0">
                  <a:solidFill>
                    <a:schemeClr val="bg1">
                      <a:lumMod val="65000"/>
                    </a:schemeClr>
                  </a:solidFill>
                </a:rPr>
                <a:t>Copyright © 2026 WIZWIG. All rights reserved</a:t>
              </a:r>
              <a:endParaRPr lang="ko-KR" altLang="en-US" sz="700" b="1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536E95D-DBAC-5707-5065-EEC1E5131C4A}"/>
                </a:ext>
              </a:extLst>
            </p:cNvPr>
            <p:cNvSpPr txBox="1"/>
            <p:nvPr/>
          </p:nvSpPr>
          <p:spPr>
            <a:xfrm>
              <a:off x="1059821" y="4946973"/>
              <a:ext cx="221087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defRPr sz="700" b="1">
                  <a:solidFill>
                    <a:schemeClr val="bg1">
                      <a:lumMod val="65000"/>
                    </a:schemeClr>
                  </a:solidFill>
                </a:defRPr>
              </a:lvl1pPr>
            </a:lstStyle>
            <a:p>
              <a:r>
                <a:rPr lang="ko-KR" altLang="en-US" sz="800" dirty="0">
                  <a:solidFill>
                    <a:schemeClr val="tx1"/>
                  </a:solidFill>
                </a:rPr>
                <a:t>이용약관</a:t>
              </a:r>
              <a:r>
                <a:rPr lang="ko-KR" altLang="en-US" sz="800" dirty="0"/>
                <a:t>    </a:t>
              </a:r>
              <a:r>
                <a:rPr lang="ko-KR" altLang="en-US" sz="800" dirty="0">
                  <a:solidFill>
                    <a:schemeClr val="tx1"/>
                  </a:solidFill>
                </a:rPr>
                <a:t>개인정보 처리방침    회사소개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4E798B3-0697-E5DF-629A-CAB211ECC147}"/>
                </a:ext>
              </a:extLst>
            </p:cNvPr>
            <p:cNvSpPr txBox="1"/>
            <p:nvPr/>
          </p:nvSpPr>
          <p:spPr>
            <a:xfrm>
              <a:off x="4262101" y="5542979"/>
              <a:ext cx="20742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defRPr sz="700" b="1">
                  <a:solidFill>
                    <a:schemeClr val="bg1">
                      <a:lumMod val="65000"/>
                    </a:schemeClr>
                  </a:solidFill>
                </a:defRPr>
              </a:lvl1pPr>
            </a:lstStyle>
            <a:p>
              <a:r>
                <a:rPr lang="ko-KR" altLang="en-US" dirty="0"/>
                <a:t>평일 </a:t>
              </a:r>
              <a:r>
                <a:rPr lang="en-US" altLang="ko-KR" dirty="0"/>
                <a:t>: 10:00 ~ 18:00 (</a:t>
              </a:r>
              <a:r>
                <a:rPr lang="ko-KR" altLang="en-US" dirty="0"/>
                <a:t>주말</a:t>
              </a:r>
              <a:r>
                <a:rPr lang="en-US" altLang="ko-KR" dirty="0"/>
                <a:t>/</a:t>
              </a:r>
              <a:r>
                <a:rPr lang="ko-KR" altLang="en-US" dirty="0"/>
                <a:t>공휴일 휴무</a:t>
              </a:r>
              <a:r>
                <a:rPr lang="en-US" altLang="ko-KR" dirty="0"/>
                <a:t>)</a:t>
              </a:r>
              <a:br>
                <a:rPr lang="en-US" altLang="ko-KR" dirty="0"/>
              </a:br>
              <a:r>
                <a:rPr lang="ko-KR" altLang="en-US" dirty="0"/>
                <a:t>점심 </a:t>
              </a:r>
              <a:r>
                <a:rPr lang="en-US" altLang="ko-KR" dirty="0"/>
                <a:t>: 12:00 ~ 13:00 </a:t>
              </a:r>
              <a:endParaRPr lang="ko-KR" altLang="en-US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1B9B9CD-E73D-9507-3BC3-E7C0F1E0DF02}"/>
                </a:ext>
              </a:extLst>
            </p:cNvPr>
            <p:cNvSpPr txBox="1"/>
            <p:nvPr/>
          </p:nvSpPr>
          <p:spPr>
            <a:xfrm>
              <a:off x="4262101" y="4946973"/>
              <a:ext cx="94971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defRPr sz="700" b="1">
                  <a:solidFill>
                    <a:schemeClr val="bg1">
                      <a:lumMod val="65000"/>
                    </a:schemeClr>
                  </a:solidFill>
                </a:defRPr>
              </a:lvl1pPr>
            </a:lstStyle>
            <a:p>
              <a:r>
                <a:rPr lang="ko-KR" altLang="en-US" sz="800" dirty="0">
                  <a:solidFill>
                    <a:schemeClr val="tx1"/>
                  </a:solidFill>
                </a:rPr>
                <a:t>고객센터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FC06FD4-127C-F6E4-2BD3-14BC4C4011DC}"/>
                </a:ext>
              </a:extLst>
            </p:cNvPr>
            <p:cNvSpPr txBox="1"/>
            <p:nvPr/>
          </p:nvSpPr>
          <p:spPr>
            <a:xfrm>
              <a:off x="4255317" y="5252888"/>
              <a:ext cx="130975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defRPr sz="700" b="1">
                  <a:solidFill>
                    <a:schemeClr val="bg1">
                      <a:lumMod val="65000"/>
                    </a:schemeClr>
                  </a:solidFill>
                </a:defRPr>
              </a:lvl1pPr>
            </a:lstStyle>
            <a:p>
              <a:r>
                <a:rPr lang="en-US" altLang="ko-KR" sz="1000" dirty="0">
                  <a:solidFill>
                    <a:schemeClr val="tx1"/>
                  </a:solidFill>
                </a:rPr>
                <a:t>(070) 5129-2974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3F4B135-CF5B-F7BF-8356-2130986B7092}"/>
              </a:ext>
            </a:extLst>
          </p:cNvPr>
          <p:cNvGrpSpPr/>
          <p:nvPr/>
        </p:nvGrpSpPr>
        <p:grpSpPr>
          <a:xfrm>
            <a:off x="6429192" y="5949332"/>
            <a:ext cx="468000" cy="468000"/>
            <a:chOff x="6375117" y="5116072"/>
            <a:chExt cx="468000" cy="468000"/>
          </a:xfrm>
        </p:grpSpPr>
        <p:sp>
          <p:nvSpPr>
            <p:cNvPr id="40" name="Avatar Placeholder">
              <a:extLst>
                <a:ext uri="{FF2B5EF4-FFF2-40B4-BE49-F238E27FC236}">
                  <a16:creationId xmlns:a16="http://schemas.microsoft.com/office/drawing/2014/main" id="{2A2AC2CE-2317-683C-1E25-49933C2E000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75117" y="5116072"/>
              <a:ext cx="468000" cy="468000"/>
            </a:xfrm>
            <a:prstGeom prst="ellipse">
              <a:avLst/>
            </a:prstGeom>
            <a:solidFill>
              <a:srgbClr val="FFC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1" name="Speech Bubble">
              <a:extLst>
                <a:ext uri="{FF2B5EF4-FFF2-40B4-BE49-F238E27FC236}">
                  <a16:creationId xmlns:a16="http://schemas.microsoft.com/office/drawing/2014/main" id="{611B2D5A-435F-EFD3-65A1-6022102BF19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484352" y="5224072"/>
              <a:ext cx="249529" cy="252000"/>
            </a:xfrm>
            <a:custGeom>
              <a:avLst/>
              <a:gdLst>
                <a:gd name="T0" fmla="*/ 696 w 1391"/>
                <a:gd name="T1" fmla="*/ 0 h 1396"/>
                <a:gd name="T2" fmla="*/ 0 w 1391"/>
                <a:gd name="T3" fmla="*/ 614 h 1396"/>
                <a:gd name="T4" fmla="*/ 211 w 1391"/>
                <a:gd name="T5" fmla="*/ 1053 h 1396"/>
                <a:gd name="T6" fmla="*/ 12 w 1391"/>
                <a:gd name="T7" fmla="*/ 1328 h 1396"/>
                <a:gd name="T8" fmla="*/ 548 w 1391"/>
                <a:gd name="T9" fmla="*/ 1214 h 1396"/>
                <a:gd name="T10" fmla="*/ 696 w 1391"/>
                <a:gd name="T11" fmla="*/ 1228 h 1396"/>
                <a:gd name="T12" fmla="*/ 1391 w 1391"/>
                <a:gd name="T13" fmla="*/ 614 h 1396"/>
                <a:gd name="T14" fmla="*/ 696 w 1391"/>
                <a:gd name="T15" fmla="*/ 0 h 1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91" h="1396">
                  <a:moveTo>
                    <a:pt x="696" y="0"/>
                  </a:moveTo>
                  <a:cubicBezTo>
                    <a:pt x="312" y="0"/>
                    <a:pt x="0" y="275"/>
                    <a:pt x="0" y="614"/>
                  </a:cubicBezTo>
                  <a:cubicBezTo>
                    <a:pt x="0" y="786"/>
                    <a:pt x="81" y="942"/>
                    <a:pt x="211" y="1053"/>
                  </a:cubicBezTo>
                  <a:cubicBezTo>
                    <a:pt x="183" y="1217"/>
                    <a:pt x="0" y="1283"/>
                    <a:pt x="12" y="1328"/>
                  </a:cubicBezTo>
                  <a:cubicBezTo>
                    <a:pt x="176" y="1396"/>
                    <a:pt x="499" y="1239"/>
                    <a:pt x="548" y="1214"/>
                  </a:cubicBezTo>
                  <a:cubicBezTo>
                    <a:pt x="596" y="1223"/>
                    <a:pt x="645" y="1228"/>
                    <a:pt x="696" y="1228"/>
                  </a:cubicBezTo>
                  <a:cubicBezTo>
                    <a:pt x="1080" y="1228"/>
                    <a:pt x="1391" y="953"/>
                    <a:pt x="1391" y="614"/>
                  </a:cubicBezTo>
                  <a:cubicBezTo>
                    <a:pt x="1391" y="275"/>
                    <a:pt x="1080" y="0"/>
                    <a:pt x="696" y="0"/>
                  </a:cubicBezTo>
                  <a:close/>
                </a:path>
              </a:pathLst>
            </a:custGeom>
            <a:solidFill>
              <a:srgbClr val="E557D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2" name="타원 41">
            <a:extLst>
              <a:ext uri="{FF2B5EF4-FFF2-40B4-BE49-F238E27FC236}">
                <a16:creationId xmlns:a16="http://schemas.microsoft.com/office/drawing/2014/main" id="{8BE82687-9E51-E277-5FF3-90ADFAD9D07A}"/>
              </a:ext>
            </a:extLst>
          </p:cNvPr>
          <p:cNvSpPr/>
          <p:nvPr/>
        </p:nvSpPr>
        <p:spPr>
          <a:xfrm>
            <a:off x="128476" y="4706456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5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D99A63AB-5EBA-9192-370D-BD2840C34D8E}"/>
              </a:ext>
            </a:extLst>
          </p:cNvPr>
          <p:cNvSpPr/>
          <p:nvPr/>
        </p:nvSpPr>
        <p:spPr>
          <a:xfrm>
            <a:off x="6383991" y="5895332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6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graphicFrame>
        <p:nvGraphicFramePr>
          <p:cNvPr id="44" name="Group 260">
            <a:extLst>
              <a:ext uri="{FF2B5EF4-FFF2-40B4-BE49-F238E27FC236}">
                <a16:creationId xmlns:a16="http://schemas.microsoft.com/office/drawing/2014/main" id="{A6F3C6B2-FF36-6F13-37AB-704A8F250B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441987"/>
              </p:ext>
            </p:extLst>
          </p:nvPr>
        </p:nvGraphicFramePr>
        <p:xfrm>
          <a:off x="6969418" y="2548005"/>
          <a:ext cx="2772114" cy="3830697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기본 페이지 </a:t>
                      </a: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(2/3)</a:t>
                      </a: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BI</a:t>
                      </a:r>
                      <a:endParaRPr kumimoji="1" lang="ko-KR" altLang="en-US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en-US" altLang="ko-KR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Wizshop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BI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노출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채널별 명칭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or BI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노출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메인 페이지 이동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* </a:t>
                      </a: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사이트 명칭 </a:t>
                      </a:r>
                      <a:r>
                        <a:rPr kumimoji="1" lang="ko-KR" altLang="en-US" sz="7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확정안</a:t>
                      </a: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필요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로그인 정보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로그인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회원명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정보 노출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98225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로그아웃 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버튼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로그아웃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767904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GNB</a:t>
                      </a: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메뉴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- 1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뎁스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메뉴 노출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현재 위치 메뉴 활성 표기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메뉴 마우스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오버시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활성 표기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. 2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뎁스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메뉴 표기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- 1, 2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뎁스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최종 메뉴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페이지 이동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512549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Footer</a:t>
                      </a: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영역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BI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노출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회사소개 메뉴 노출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회사 정보 텍스트 노출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고객센터 정보 노출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5929651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문의하기 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버튼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문의하기 등록 팝업 노출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모든 페이지 우측 하단 고정 노출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198861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*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사이트 이용 방식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폐쇄형 사이트로 로그인을 해야 접근 가능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최초 접근시는 로그인 페이지로 접근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4682099"/>
                  </a:ext>
                </a:extLst>
              </a:tr>
            </a:tbl>
          </a:graphicData>
        </a:graphic>
      </p:graphicFrame>
      <p:sp>
        <p:nvSpPr>
          <p:cNvPr id="45" name="타원 44">
            <a:extLst>
              <a:ext uri="{FF2B5EF4-FFF2-40B4-BE49-F238E27FC236}">
                <a16:creationId xmlns:a16="http://schemas.microsoft.com/office/drawing/2014/main" id="{BF8D4F86-5FB8-1559-AFB1-2F2EF8B30E8E}"/>
              </a:ext>
            </a:extLst>
          </p:cNvPr>
          <p:cNvSpPr/>
          <p:nvPr/>
        </p:nvSpPr>
        <p:spPr>
          <a:xfrm>
            <a:off x="6374728" y="1597203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7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0943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F1963-173E-1EC3-5643-CF7EA496D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7DDD55-B01A-F9B5-C8C7-29283AF13B31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 err="1">
                <a:solidFill>
                  <a:prstClr val="black"/>
                </a:solidFill>
              </a:rPr>
              <a:t>와아이프레임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PC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graphicFrame>
        <p:nvGraphicFramePr>
          <p:cNvPr id="3" name="Group 260">
            <a:extLst>
              <a:ext uri="{FF2B5EF4-FFF2-40B4-BE49-F238E27FC236}">
                <a16:creationId xmlns:a16="http://schemas.microsoft.com/office/drawing/2014/main" id="{32FDFAC1-9FB6-038E-AD0A-792B34F830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9617533"/>
              </p:ext>
            </p:extLst>
          </p:nvPr>
        </p:nvGraphicFramePr>
        <p:xfrm>
          <a:off x="6969418" y="2548005"/>
          <a:ext cx="2772114" cy="74121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기본 페이지 </a:t>
                      </a: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(3/3)</a:t>
                      </a: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전체 메뉴 보기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삼선 메뉴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전체 메뉴 오픈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전체 메뉴 마우스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아웃시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메뉴 닫힘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429E7B5-4E70-EDE6-9161-5820B15DF98C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와이어프레임 </a:t>
            </a:r>
            <a:r>
              <a:rPr lang="en-US" altLang="ko-KR" sz="900" b="1" dirty="0">
                <a:solidFill>
                  <a:prstClr val="black"/>
                </a:solidFill>
              </a:rPr>
              <a:t>PC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9F08F3-F6EB-53F9-663A-DEFF995805E5}"/>
              </a:ext>
            </a:extLst>
          </p:cNvPr>
          <p:cNvSpPr txBox="1"/>
          <p:nvPr/>
        </p:nvSpPr>
        <p:spPr>
          <a:xfrm>
            <a:off x="236476" y="1340768"/>
            <a:ext cx="900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err="1">
                <a:solidFill>
                  <a:srgbClr val="2858A9"/>
                </a:solidFill>
              </a:rPr>
              <a:t>wiz</a:t>
            </a:r>
            <a:r>
              <a:rPr lang="en-US" altLang="ko-KR" sz="1200" b="1" dirty="0" err="1">
                <a:solidFill>
                  <a:srgbClr val="E853A1"/>
                </a:solidFill>
              </a:rPr>
              <a:t>shop</a:t>
            </a:r>
            <a:endParaRPr lang="ko-KR" altLang="en-US" sz="1200" b="1" dirty="0">
              <a:solidFill>
                <a:srgbClr val="E853A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04B8E7-9135-2DC1-010A-C35AF89C946C}"/>
              </a:ext>
            </a:extLst>
          </p:cNvPr>
          <p:cNvSpPr txBox="1"/>
          <p:nvPr/>
        </p:nvSpPr>
        <p:spPr>
          <a:xfrm>
            <a:off x="992560" y="1382454"/>
            <a:ext cx="22682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서울과학기술대학교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D0DC74CA-19D6-D01A-3176-D156D8929353}"/>
              </a:ext>
            </a:extLst>
          </p:cNvPr>
          <p:cNvCxnSpPr/>
          <p:nvPr/>
        </p:nvCxnSpPr>
        <p:spPr>
          <a:xfrm>
            <a:off x="164468" y="2060848"/>
            <a:ext cx="6804950" cy="0"/>
          </a:xfrm>
          <a:prstGeom prst="line">
            <a:avLst/>
          </a:prstGeom>
          <a:ln w="6350" cmpd="sng">
            <a:solidFill>
              <a:schemeClr val="tx1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8AF53D63-DCE8-090E-825A-C1DDDD8E1117}"/>
              </a:ext>
            </a:extLst>
          </p:cNvPr>
          <p:cNvGrpSpPr/>
          <p:nvPr/>
        </p:nvGrpSpPr>
        <p:grpSpPr>
          <a:xfrm>
            <a:off x="5709084" y="1364087"/>
            <a:ext cx="1188108" cy="254000"/>
            <a:chOff x="5241032" y="1433104"/>
            <a:chExt cx="1188108" cy="254000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123FFC1F-DC74-1DED-FBF7-5B51B5C9C4E5}"/>
                </a:ext>
              </a:extLst>
            </p:cNvPr>
            <p:cNvGrpSpPr/>
            <p:nvPr/>
          </p:nvGrpSpPr>
          <p:grpSpPr>
            <a:xfrm>
              <a:off x="5241032" y="1433104"/>
              <a:ext cx="254000" cy="254000"/>
              <a:chOff x="7433374" y="4006664"/>
              <a:chExt cx="254000" cy="254000"/>
            </a:xfrm>
          </p:grpSpPr>
          <p:sp>
            <p:nvSpPr>
              <p:cNvPr id="19" name="Avatar Placeholder">
                <a:extLst>
                  <a:ext uri="{FF2B5EF4-FFF2-40B4-BE49-F238E27FC236}">
                    <a16:creationId xmlns:a16="http://schemas.microsoft.com/office/drawing/2014/main" id="{D023FAB3-9E02-436F-F19D-0444153ADD1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433374" y="4006664"/>
                <a:ext cx="254000" cy="254000"/>
              </a:xfrm>
              <a:prstGeom prst="ellipse">
                <a:avLst/>
              </a:prstGeom>
              <a:solidFill>
                <a:srgbClr val="E853A1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1" name="User">
                <a:extLst>
                  <a:ext uri="{FF2B5EF4-FFF2-40B4-BE49-F238E27FC236}">
                    <a16:creationId xmlns:a16="http://schemas.microsoft.com/office/drawing/2014/main" id="{47A440E6-1DFB-1199-0D2C-6F082D06E92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486867" y="4056798"/>
                <a:ext cx="136525" cy="161925"/>
              </a:xfrm>
              <a:custGeom>
                <a:avLst/>
                <a:gdLst>
                  <a:gd name="T0" fmla="*/ 597 w 1194"/>
                  <a:gd name="T1" fmla="*/ 0 h 1411"/>
                  <a:gd name="T2" fmla="*/ 271 w 1194"/>
                  <a:gd name="T3" fmla="*/ 325 h 1411"/>
                  <a:gd name="T4" fmla="*/ 434 w 1194"/>
                  <a:gd name="T5" fmla="*/ 695 h 1411"/>
                  <a:gd name="T6" fmla="*/ 434 w 1194"/>
                  <a:gd name="T7" fmla="*/ 771 h 1411"/>
                  <a:gd name="T8" fmla="*/ 385 w 1194"/>
                  <a:gd name="T9" fmla="*/ 836 h 1411"/>
                  <a:gd name="T10" fmla="*/ 0 w 1194"/>
                  <a:gd name="T11" fmla="*/ 1124 h 1411"/>
                  <a:gd name="T12" fmla="*/ 0 w 1194"/>
                  <a:gd name="T13" fmla="*/ 1221 h 1411"/>
                  <a:gd name="T14" fmla="*/ 597 w 1194"/>
                  <a:gd name="T15" fmla="*/ 1411 h 1411"/>
                  <a:gd name="T16" fmla="*/ 1194 w 1194"/>
                  <a:gd name="T17" fmla="*/ 1221 h 1411"/>
                  <a:gd name="T18" fmla="*/ 1194 w 1194"/>
                  <a:gd name="T19" fmla="*/ 1124 h 1411"/>
                  <a:gd name="T20" fmla="*/ 809 w 1194"/>
                  <a:gd name="T21" fmla="*/ 836 h 1411"/>
                  <a:gd name="T22" fmla="*/ 760 w 1194"/>
                  <a:gd name="T23" fmla="*/ 771 h 1411"/>
                  <a:gd name="T24" fmla="*/ 760 w 1194"/>
                  <a:gd name="T25" fmla="*/ 695 h 1411"/>
                  <a:gd name="T26" fmla="*/ 923 w 1194"/>
                  <a:gd name="T27" fmla="*/ 325 h 1411"/>
                  <a:gd name="T28" fmla="*/ 597 w 1194"/>
                  <a:gd name="T29" fmla="*/ 0 h 1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94" h="1411">
                    <a:moveTo>
                      <a:pt x="597" y="0"/>
                    </a:moveTo>
                    <a:cubicBezTo>
                      <a:pt x="418" y="0"/>
                      <a:pt x="271" y="113"/>
                      <a:pt x="271" y="325"/>
                    </a:cubicBezTo>
                    <a:cubicBezTo>
                      <a:pt x="271" y="467"/>
                      <a:pt x="337" y="613"/>
                      <a:pt x="434" y="695"/>
                    </a:cubicBezTo>
                    <a:lnTo>
                      <a:pt x="434" y="771"/>
                    </a:lnTo>
                    <a:cubicBezTo>
                      <a:pt x="434" y="804"/>
                      <a:pt x="412" y="830"/>
                      <a:pt x="385" y="836"/>
                    </a:cubicBezTo>
                    <a:cubicBezTo>
                      <a:pt x="173" y="901"/>
                      <a:pt x="0" y="1043"/>
                      <a:pt x="0" y="1124"/>
                    </a:cubicBezTo>
                    <a:lnTo>
                      <a:pt x="0" y="1221"/>
                    </a:lnTo>
                    <a:cubicBezTo>
                      <a:pt x="0" y="1324"/>
                      <a:pt x="266" y="1411"/>
                      <a:pt x="597" y="1411"/>
                    </a:cubicBezTo>
                    <a:cubicBezTo>
                      <a:pt x="928" y="1411"/>
                      <a:pt x="1194" y="1324"/>
                      <a:pt x="1194" y="1221"/>
                    </a:cubicBezTo>
                    <a:lnTo>
                      <a:pt x="1194" y="1124"/>
                    </a:lnTo>
                    <a:cubicBezTo>
                      <a:pt x="1194" y="1048"/>
                      <a:pt x="1026" y="901"/>
                      <a:pt x="809" y="836"/>
                    </a:cubicBezTo>
                    <a:cubicBezTo>
                      <a:pt x="782" y="830"/>
                      <a:pt x="760" y="798"/>
                      <a:pt x="760" y="771"/>
                    </a:cubicBezTo>
                    <a:lnTo>
                      <a:pt x="760" y="695"/>
                    </a:lnTo>
                    <a:cubicBezTo>
                      <a:pt x="857" y="613"/>
                      <a:pt x="923" y="467"/>
                      <a:pt x="923" y="325"/>
                    </a:cubicBezTo>
                    <a:cubicBezTo>
                      <a:pt x="923" y="113"/>
                      <a:pt x="776" y="0"/>
                      <a:pt x="59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B0F0371-EEE6-F1FD-328E-D4B78CFE3212}"/>
                </a:ext>
              </a:extLst>
            </p:cNvPr>
            <p:cNvSpPr txBox="1"/>
            <p:nvPr/>
          </p:nvSpPr>
          <p:spPr>
            <a:xfrm>
              <a:off x="5495032" y="1450221"/>
              <a:ext cx="89812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/>
                <a:t>홍길동 </a:t>
              </a:r>
              <a:r>
                <a:rPr lang="ko-KR" altLang="en-US" sz="900" dirty="0"/>
                <a:t>님</a:t>
              </a:r>
              <a:r>
                <a:rPr lang="ko-KR" altLang="en-US" sz="900" b="1" dirty="0"/>
                <a:t> </a:t>
              </a:r>
              <a:r>
                <a:rPr lang="en-US" altLang="ko-KR" sz="900" b="1" dirty="0"/>
                <a:t>〉</a:t>
              </a:r>
              <a:endParaRPr lang="ko-KR" altLang="en-US" sz="900" b="1" dirty="0"/>
            </a:p>
          </p:txBody>
        </p:sp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E5833155-A7F6-4A93-326F-7B6DD30F6471}"/>
                </a:ext>
              </a:extLst>
            </p:cNvPr>
            <p:cNvSpPr/>
            <p:nvPr/>
          </p:nvSpPr>
          <p:spPr>
            <a:xfrm>
              <a:off x="6213140" y="1450220"/>
              <a:ext cx="216000" cy="216000"/>
            </a:xfrm>
            <a:prstGeom prst="roundRect">
              <a:avLst/>
            </a:prstGeom>
            <a:solidFill>
              <a:srgbClr val="2858A9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endParaRPr lang="ko-KR" altLang="en-US" sz="900" b="1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1" name="Exit">
              <a:extLst>
                <a:ext uri="{FF2B5EF4-FFF2-40B4-BE49-F238E27FC236}">
                  <a16:creationId xmlns:a16="http://schemas.microsoft.com/office/drawing/2014/main" id="{EE7D04DD-3DC1-ACCA-A276-CF93B196F4BA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6244723" y="1476493"/>
              <a:ext cx="134938" cy="161925"/>
            </a:xfrm>
            <a:custGeom>
              <a:avLst/>
              <a:gdLst>
                <a:gd name="T0" fmla="*/ 163 w 1167"/>
                <a:gd name="T1" fmla="*/ 0 h 1411"/>
                <a:gd name="T2" fmla="*/ 0 w 1167"/>
                <a:gd name="T3" fmla="*/ 163 h 1411"/>
                <a:gd name="T4" fmla="*/ 0 w 1167"/>
                <a:gd name="T5" fmla="*/ 1248 h 1411"/>
                <a:gd name="T6" fmla="*/ 163 w 1167"/>
                <a:gd name="T7" fmla="*/ 1411 h 1411"/>
                <a:gd name="T8" fmla="*/ 923 w 1167"/>
                <a:gd name="T9" fmla="*/ 1411 h 1411"/>
                <a:gd name="T10" fmla="*/ 1085 w 1167"/>
                <a:gd name="T11" fmla="*/ 1248 h 1411"/>
                <a:gd name="T12" fmla="*/ 1085 w 1167"/>
                <a:gd name="T13" fmla="*/ 967 h 1411"/>
                <a:gd name="T14" fmla="*/ 977 w 1167"/>
                <a:gd name="T15" fmla="*/ 1062 h 1411"/>
                <a:gd name="T16" fmla="*/ 977 w 1167"/>
                <a:gd name="T17" fmla="*/ 1248 h 1411"/>
                <a:gd name="T18" fmla="*/ 923 w 1167"/>
                <a:gd name="T19" fmla="*/ 1303 h 1411"/>
                <a:gd name="T20" fmla="*/ 163 w 1167"/>
                <a:gd name="T21" fmla="*/ 1303 h 1411"/>
                <a:gd name="T22" fmla="*/ 109 w 1167"/>
                <a:gd name="T23" fmla="*/ 1248 h 1411"/>
                <a:gd name="T24" fmla="*/ 109 w 1167"/>
                <a:gd name="T25" fmla="*/ 163 h 1411"/>
                <a:gd name="T26" fmla="*/ 163 w 1167"/>
                <a:gd name="T27" fmla="*/ 109 h 1411"/>
                <a:gd name="T28" fmla="*/ 923 w 1167"/>
                <a:gd name="T29" fmla="*/ 109 h 1411"/>
                <a:gd name="T30" fmla="*/ 977 w 1167"/>
                <a:gd name="T31" fmla="*/ 163 h 1411"/>
                <a:gd name="T32" fmla="*/ 977 w 1167"/>
                <a:gd name="T33" fmla="*/ 351 h 1411"/>
                <a:gd name="T34" fmla="*/ 1085 w 1167"/>
                <a:gd name="T35" fmla="*/ 444 h 1411"/>
                <a:gd name="T36" fmla="*/ 1085 w 1167"/>
                <a:gd name="T37" fmla="*/ 163 h 1411"/>
                <a:gd name="T38" fmla="*/ 923 w 1167"/>
                <a:gd name="T39" fmla="*/ 0 h 1411"/>
                <a:gd name="T40" fmla="*/ 163 w 1167"/>
                <a:gd name="T41" fmla="*/ 0 h 1411"/>
                <a:gd name="T42" fmla="*/ 751 w 1167"/>
                <a:gd name="T43" fmla="*/ 351 h 1411"/>
                <a:gd name="T44" fmla="*/ 706 w 1167"/>
                <a:gd name="T45" fmla="*/ 405 h 1411"/>
                <a:gd name="T46" fmla="*/ 706 w 1167"/>
                <a:gd name="T47" fmla="*/ 543 h 1411"/>
                <a:gd name="T48" fmla="*/ 380 w 1167"/>
                <a:gd name="T49" fmla="*/ 543 h 1411"/>
                <a:gd name="T50" fmla="*/ 326 w 1167"/>
                <a:gd name="T51" fmla="*/ 597 h 1411"/>
                <a:gd name="T52" fmla="*/ 326 w 1167"/>
                <a:gd name="T53" fmla="*/ 814 h 1411"/>
                <a:gd name="T54" fmla="*/ 380 w 1167"/>
                <a:gd name="T55" fmla="*/ 869 h 1411"/>
                <a:gd name="T56" fmla="*/ 706 w 1167"/>
                <a:gd name="T57" fmla="*/ 869 h 1411"/>
                <a:gd name="T58" fmla="*/ 706 w 1167"/>
                <a:gd name="T59" fmla="*/ 1004 h 1411"/>
                <a:gd name="T60" fmla="*/ 760 w 1167"/>
                <a:gd name="T61" fmla="*/ 1058 h 1411"/>
                <a:gd name="T62" fmla="*/ 1167 w 1167"/>
                <a:gd name="T63" fmla="*/ 706 h 1411"/>
                <a:gd name="T64" fmla="*/ 760 w 1167"/>
                <a:gd name="T65" fmla="*/ 353 h 1411"/>
                <a:gd name="T66" fmla="*/ 751 w 1167"/>
                <a:gd name="T67" fmla="*/ 351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167" h="1411">
                  <a:moveTo>
                    <a:pt x="163" y="0"/>
                  </a:moveTo>
                  <a:cubicBezTo>
                    <a:pt x="73" y="0"/>
                    <a:pt x="0" y="73"/>
                    <a:pt x="0" y="163"/>
                  </a:cubicBezTo>
                  <a:lnTo>
                    <a:pt x="0" y="1248"/>
                  </a:lnTo>
                  <a:cubicBezTo>
                    <a:pt x="0" y="1338"/>
                    <a:pt x="73" y="1411"/>
                    <a:pt x="163" y="1411"/>
                  </a:cubicBezTo>
                  <a:lnTo>
                    <a:pt x="923" y="1411"/>
                  </a:lnTo>
                  <a:cubicBezTo>
                    <a:pt x="1013" y="1411"/>
                    <a:pt x="1085" y="1338"/>
                    <a:pt x="1085" y="1248"/>
                  </a:cubicBezTo>
                  <a:lnTo>
                    <a:pt x="1085" y="967"/>
                  </a:lnTo>
                  <a:lnTo>
                    <a:pt x="977" y="1062"/>
                  </a:lnTo>
                  <a:lnTo>
                    <a:pt x="977" y="1248"/>
                  </a:lnTo>
                  <a:cubicBezTo>
                    <a:pt x="977" y="1278"/>
                    <a:pt x="953" y="1303"/>
                    <a:pt x="923" y="1303"/>
                  </a:cubicBezTo>
                  <a:lnTo>
                    <a:pt x="163" y="1303"/>
                  </a:lnTo>
                  <a:cubicBezTo>
                    <a:pt x="133" y="1303"/>
                    <a:pt x="109" y="1278"/>
                    <a:pt x="109" y="1248"/>
                  </a:cubicBezTo>
                  <a:lnTo>
                    <a:pt x="109" y="163"/>
                  </a:lnTo>
                  <a:cubicBezTo>
                    <a:pt x="109" y="133"/>
                    <a:pt x="133" y="109"/>
                    <a:pt x="163" y="109"/>
                  </a:cubicBezTo>
                  <a:lnTo>
                    <a:pt x="923" y="109"/>
                  </a:lnTo>
                  <a:cubicBezTo>
                    <a:pt x="953" y="109"/>
                    <a:pt x="977" y="133"/>
                    <a:pt x="977" y="163"/>
                  </a:cubicBezTo>
                  <a:lnTo>
                    <a:pt x="977" y="351"/>
                  </a:lnTo>
                  <a:lnTo>
                    <a:pt x="1085" y="444"/>
                  </a:lnTo>
                  <a:lnTo>
                    <a:pt x="1085" y="163"/>
                  </a:lnTo>
                  <a:cubicBezTo>
                    <a:pt x="1085" y="73"/>
                    <a:pt x="1013" y="0"/>
                    <a:pt x="923" y="0"/>
                  </a:cubicBezTo>
                  <a:lnTo>
                    <a:pt x="163" y="0"/>
                  </a:lnTo>
                  <a:close/>
                  <a:moveTo>
                    <a:pt x="751" y="351"/>
                  </a:moveTo>
                  <a:cubicBezTo>
                    <a:pt x="736" y="349"/>
                    <a:pt x="706" y="351"/>
                    <a:pt x="706" y="405"/>
                  </a:cubicBezTo>
                  <a:lnTo>
                    <a:pt x="706" y="543"/>
                  </a:lnTo>
                  <a:lnTo>
                    <a:pt x="380" y="543"/>
                  </a:lnTo>
                  <a:cubicBezTo>
                    <a:pt x="350" y="543"/>
                    <a:pt x="326" y="567"/>
                    <a:pt x="326" y="597"/>
                  </a:cubicBezTo>
                  <a:lnTo>
                    <a:pt x="326" y="814"/>
                  </a:lnTo>
                  <a:cubicBezTo>
                    <a:pt x="326" y="844"/>
                    <a:pt x="350" y="869"/>
                    <a:pt x="380" y="869"/>
                  </a:cubicBezTo>
                  <a:lnTo>
                    <a:pt x="706" y="869"/>
                  </a:lnTo>
                  <a:lnTo>
                    <a:pt x="706" y="1004"/>
                  </a:lnTo>
                  <a:cubicBezTo>
                    <a:pt x="706" y="1074"/>
                    <a:pt x="760" y="1058"/>
                    <a:pt x="760" y="1058"/>
                  </a:cubicBezTo>
                  <a:lnTo>
                    <a:pt x="1167" y="706"/>
                  </a:lnTo>
                  <a:lnTo>
                    <a:pt x="760" y="353"/>
                  </a:lnTo>
                  <a:cubicBezTo>
                    <a:pt x="760" y="353"/>
                    <a:pt x="756" y="352"/>
                    <a:pt x="751" y="35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031" name="Menu">
            <a:extLst>
              <a:ext uri="{FF2B5EF4-FFF2-40B4-BE49-F238E27FC236}">
                <a16:creationId xmlns:a16="http://schemas.microsoft.com/office/drawing/2014/main" id="{347208E1-52F3-0525-D769-848AE29E3248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681192" y="1833259"/>
            <a:ext cx="161925" cy="111125"/>
          </a:xfrm>
          <a:custGeom>
            <a:avLst/>
            <a:gdLst>
              <a:gd name="T0" fmla="*/ 0 w 1411"/>
              <a:gd name="T1" fmla="*/ 0 h 977"/>
              <a:gd name="T2" fmla="*/ 0 w 1411"/>
              <a:gd name="T3" fmla="*/ 108 h 977"/>
              <a:gd name="T4" fmla="*/ 1411 w 1411"/>
              <a:gd name="T5" fmla="*/ 108 h 977"/>
              <a:gd name="T6" fmla="*/ 1411 w 1411"/>
              <a:gd name="T7" fmla="*/ 0 h 977"/>
              <a:gd name="T8" fmla="*/ 0 w 1411"/>
              <a:gd name="T9" fmla="*/ 0 h 977"/>
              <a:gd name="T10" fmla="*/ 0 w 1411"/>
              <a:gd name="T11" fmla="*/ 434 h 977"/>
              <a:gd name="T12" fmla="*/ 0 w 1411"/>
              <a:gd name="T13" fmla="*/ 542 h 977"/>
              <a:gd name="T14" fmla="*/ 1411 w 1411"/>
              <a:gd name="T15" fmla="*/ 542 h 977"/>
              <a:gd name="T16" fmla="*/ 1411 w 1411"/>
              <a:gd name="T17" fmla="*/ 434 h 977"/>
              <a:gd name="T18" fmla="*/ 0 w 1411"/>
              <a:gd name="T19" fmla="*/ 434 h 977"/>
              <a:gd name="T20" fmla="*/ 0 w 1411"/>
              <a:gd name="T21" fmla="*/ 868 h 977"/>
              <a:gd name="T22" fmla="*/ 0 w 1411"/>
              <a:gd name="T23" fmla="*/ 977 h 977"/>
              <a:gd name="T24" fmla="*/ 1411 w 1411"/>
              <a:gd name="T25" fmla="*/ 977 h 977"/>
              <a:gd name="T26" fmla="*/ 1411 w 1411"/>
              <a:gd name="T27" fmla="*/ 868 h 977"/>
              <a:gd name="T28" fmla="*/ 0 w 1411"/>
              <a:gd name="T29" fmla="*/ 868 h 9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411" h="977">
                <a:moveTo>
                  <a:pt x="0" y="0"/>
                </a:moveTo>
                <a:lnTo>
                  <a:pt x="0" y="108"/>
                </a:lnTo>
                <a:lnTo>
                  <a:pt x="1411" y="108"/>
                </a:lnTo>
                <a:lnTo>
                  <a:pt x="1411" y="0"/>
                </a:lnTo>
                <a:lnTo>
                  <a:pt x="0" y="0"/>
                </a:lnTo>
                <a:close/>
                <a:moveTo>
                  <a:pt x="0" y="434"/>
                </a:moveTo>
                <a:lnTo>
                  <a:pt x="0" y="542"/>
                </a:lnTo>
                <a:lnTo>
                  <a:pt x="1411" y="542"/>
                </a:lnTo>
                <a:lnTo>
                  <a:pt x="1411" y="434"/>
                </a:lnTo>
                <a:lnTo>
                  <a:pt x="0" y="434"/>
                </a:lnTo>
                <a:close/>
                <a:moveTo>
                  <a:pt x="0" y="868"/>
                </a:moveTo>
                <a:lnTo>
                  <a:pt x="0" y="977"/>
                </a:lnTo>
                <a:lnTo>
                  <a:pt x="1411" y="977"/>
                </a:lnTo>
                <a:lnTo>
                  <a:pt x="1411" y="868"/>
                </a:lnTo>
                <a:lnTo>
                  <a:pt x="0" y="868"/>
                </a:lnTo>
                <a:close/>
              </a:path>
            </a:pathLst>
          </a:custGeom>
          <a:solidFill>
            <a:srgbClr val="5F5F5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809464E-A67C-3B8D-3DD0-762471BDA9AB}"/>
              </a:ext>
            </a:extLst>
          </p:cNvPr>
          <p:cNvSpPr/>
          <p:nvPr/>
        </p:nvSpPr>
        <p:spPr>
          <a:xfrm>
            <a:off x="236476" y="1693986"/>
            <a:ext cx="6626093" cy="159523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Menu">
            <a:extLst>
              <a:ext uri="{FF2B5EF4-FFF2-40B4-BE49-F238E27FC236}">
                <a16:creationId xmlns:a16="http://schemas.microsoft.com/office/drawing/2014/main" id="{C9D9AF12-F313-082A-DFC7-442A8D19A598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570303" y="1776604"/>
            <a:ext cx="161925" cy="111125"/>
          </a:xfrm>
          <a:custGeom>
            <a:avLst/>
            <a:gdLst>
              <a:gd name="T0" fmla="*/ 0 w 1411"/>
              <a:gd name="T1" fmla="*/ 0 h 977"/>
              <a:gd name="T2" fmla="*/ 0 w 1411"/>
              <a:gd name="T3" fmla="*/ 108 h 977"/>
              <a:gd name="T4" fmla="*/ 1411 w 1411"/>
              <a:gd name="T5" fmla="*/ 108 h 977"/>
              <a:gd name="T6" fmla="*/ 1411 w 1411"/>
              <a:gd name="T7" fmla="*/ 0 h 977"/>
              <a:gd name="T8" fmla="*/ 0 w 1411"/>
              <a:gd name="T9" fmla="*/ 0 h 977"/>
              <a:gd name="T10" fmla="*/ 0 w 1411"/>
              <a:gd name="T11" fmla="*/ 434 h 977"/>
              <a:gd name="T12" fmla="*/ 0 w 1411"/>
              <a:gd name="T13" fmla="*/ 542 h 977"/>
              <a:gd name="T14" fmla="*/ 1411 w 1411"/>
              <a:gd name="T15" fmla="*/ 542 h 977"/>
              <a:gd name="T16" fmla="*/ 1411 w 1411"/>
              <a:gd name="T17" fmla="*/ 434 h 977"/>
              <a:gd name="T18" fmla="*/ 0 w 1411"/>
              <a:gd name="T19" fmla="*/ 434 h 977"/>
              <a:gd name="T20" fmla="*/ 0 w 1411"/>
              <a:gd name="T21" fmla="*/ 868 h 977"/>
              <a:gd name="T22" fmla="*/ 0 w 1411"/>
              <a:gd name="T23" fmla="*/ 977 h 977"/>
              <a:gd name="T24" fmla="*/ 1411 w 1411"/>
              <a:gd name="T25" fmla="*/ 977 h 977"/>
              <a:gd name="T26" fmla="*/ 1411 w 1411"/>
              <a:gd name="T27" fmla="*/ 868 h 977"/>
              <a:gd name="T28" fmla="*/ 0 w 1411"/>
              <a:gd name="T29" fmla="*/ 868 h 9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411" h="977">
                <a:moveTo>
                  <a:pt x="0" y="0"/>
                </a:moveTo>
                <a:lnTo>
                  <a:pt x="0" y="108"/>
                </a:lnTo>
                <a:lnTo>
                  <a:pt x="1411" y="108"/>
                </a:lnTo>
                <a:lnTo>
                  <a:pt x="1411" y="0"/>
                </a:lnTo>
                <a:lnTo>
                  <a:pt x="0" y="0"/>
                </a:lnTo>
                <a:close/>
                <a:moveTo>
                  <a:pt x="0" y="434"/>
                </a:moveTo>
                <a:lnTo>
                  <a:pt x="0" y="542"/>
                </a:lnTo>
                <a:lnTo>
                  <a:pt x="1411" y="542"/>
                </a:lnTo>
                <a:lnTo>
                  <a:pt x="1411" y="434"/>
                </a:lnTo>
                <a:lnTo>
                  <a:pt x="0" y="434"/>
                </a:lnTo>
                <a:close/>
                <a:moveTo>
                  <a:pt x="0" y="868"/>
                </a:moveTo>
                <a:lnTo>
                  <a:pt x="0" y="977"/>
                </a:lnTo>
                <a:lnTo>
                  <a:pt x="1411" y="977"/>
                </a:lnTo>
                <a:lnTo>
                  <a:pt x="1411" y="868"/>
                </a:lnTo>
                <a:lnTo>
                  <a:pt x="0" y="868"/>
                </a:lnTo>
                <a:close/>
              </a:path>
            </a:pathLst>
          </a:custGeom>
          <a:solidFill>
            <a:srgbClr val="5F5F5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82C710-9C58-6508-6CC6-F0DD5E51A0FB}"/>
              </a:ext>
            </a:extLst>
          </p:cNvPr>
          <p:cNvSpPr txBox="1"/>
          <p:nvPr/>
        </p:nvSpPr>
        <p:spPr>
          <a:xfrm>
            <a:off x="416495" y="1823788"/>
            <a:ext cx="5988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메인          구매신청          </a:t>
            </a:r>
            <a:r>
              <a:rPr lang="ko-KR" altLang="en-US" sz="1200" b="1" dirty="0">
                <a:solidFill>
                  <a:srgbClr val="2857A9"/>
                </a:solidFill>
              </a:rPr>
              <a:t>고객센터</a:t>
            </a:r>
            <a:r>
              <a:rPr lang="ko-KR" altLang="en-US" sz="1200" b="1" dirty="0"/>
              <a:t>          회사소개             마이페이지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584BEB-47D0-C5B2-5A25-62118CA4AE49}"/>
              </a:ext>
            </a:extLst>
          </p:cNvPr>
          <p:cNvSpPr txBox="1"/>
          <p:nvPr/>
        </p:nvSpPr>
        <p:spPr>
          <a:xfrm>
            <a:off x="2425581" y="2220678"/>
            <a:ext cx="907239" cy="524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/>
              <a:t>이용안내</a:t>
            </a:r>
            <a:endParaRPr lang="en-US" altLang="ko-KR" sz="1000" dirty="0"/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2857A9"/>
                </a:solidFill>
              </a:rPr>
              <a:t>문의하기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E09BBB-A4DD-F626-0742-5FE02C555412}"/>
              </a:ext>
            </a:extLst>
          </p:cNvPr>
          <p:cNvSpPr txBox="1"/>
          <p:nvPr/>
        </p:nvSpPr>
        <p:spPr>
          <a:xfrm>
            <a:off x="1309457" y="2220678"/>
            <a:ext cx="907239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/>
              <a:t>상품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028426-89DE-03B6-08F4-A03B5814AB92}"/>
              </a:ext>
            </a:extLst>
          </p:cNvPr>
          <p:cNvSpPr txBox="1"/>
          <p:nvPr/>
        </p:nvSpPr>
        <p:spPr>
          <a:xfrm>
            <a:off x="4909857" y="2220678"/>
            <a:ext cx="1123263" cy="524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/>
              <a:t>주문내역</a:t>
            </a:r>
            <a:endParaRPr lang="en-US" altLang="ko-KR" sz="1000" dirty="0"/>
          </a:p>
          <a:p>
            <a:pPr>
              <a:lnSpc>
                <a:spcPct val="150000"/>
              </a:lnSpc>
            </a:pPr>
            <a:r>
              <a:rPr lang="ko-KR" altLang="en-US" sz="1000" dirty="0"/>
              <a:t>회원정보 관리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123FB7-C86B-61F3-5CDF-26634CA7CB3D}"/>
              </a:ext>
            </a:extLst>
          </p:cNvPr>
          <p:cNvSpPr txBox="1"/>
          <p:nvPr/>
        </p:nvSpPr>
        <p:spPr>
          <a:xfrm>
            <a:off x="3577709" y="2220678"/>
            <a:ext cx="1267279" cy="755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/>
              <a:t>회사소개</a:t>
            </a:r>
            <a:endParaRPr lang="en-US" altLang="ko-KR" sz="1000" dirty="0"/>
          </a:p>
          <a:p>
            <a:pPr>
              <a:lnSpc>
                <a:spcPct val="150000"/>
              </a:lnSpc>
            </a:pPr>
            <a:r>
              <a:rPr lang="ko-KR" altLang="en-US" sz="1000" dirty="0"/>
              <a:t>이용약관</a:t>
            </a:r>
            <a:endParaRPr lang="en-US" altLang="ko-KR" sz="1000" dirty="0"/>
          </a:p>
          <a:p>
            <a:pPr>
              <a:lnSpc>
                <a:spcPct val="150000"/>
              </a:lnSpc>
            </a:pPr>
            <a:r>
              <a:rPr lang="ko-KR" altLang="en-US" sz="1000" dirty="0"/>
              <a:t>개인정보 처리방침</a:t>
            </a: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070B7ABF-7EF1-FB96-025D-EFEC5E4ACFDA}"/>
              </a:ext>
            </a:extLst>
          </p:cNvPr>
          <p:cNvGrpSpPr/>
          <p:nvPr/>
        </p:nvGrpSpPr>
        <p:grpSpPr>
          <a:xfrm>
            <a:off x="6429192" y="5949332"/>
            <a:ext cx="468000" cy="468000"/>
            <a:chOff x="6375117" y="5116072"/>
            <a:chExt cx="468000" cy="468000"/>
          </a:xfrm>
        </p:grpSpPr>
        <p:sp>
          <p:nvSpPr>
            <p:cNvPr id="40" name="Avatar Placeholder">
              <a:extLst>
                <a:ext uri="{FF2B5EF4-FFF2-40B4-BE49-F238E27FC236}">
                  <a16:creationId xmlns:a16="http://schemas.microsoft.com/office/drawing/2014/main" id="{B60A6213-FFE6-2B3B-2FE7-26893E9A08D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75117" y="5116072"/>
              <a:ext cx="468000" cy="468000"/>
            </a:xfrm>
            <a:prstGeom prst="ellipse">
              <a:avLst/>
            </a:prstGeom>
            <a:solidFill>
              <a:srgbClr val="FFC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1" name="Speech Bubble">
              <a:extLst>
                <a:ext uri="{FF2B5EF4-FFF2-40B4-BE49-F238E27FC236}">
                  <a16:creationId xmlns:a16="http://schemas.microsoft.com/office/drawing/2014/main" id="{0C7DCE4C-6A11-9E89-C2D6-0CC06271C48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484352" y="5224072"/>
              <a:ext cx="249529" cy="252000"/>
            </a:xfrm>
            <a:custGeom>
              <a:avLst/>
              <a:gdLst>
                <a:gd name="T0" fmla="*/ 696 w 1391"/>
                <a:gd name="T1" fmla="*/ 0 h 1396"/>
                <a:gd name="T2" fmla="*/ 0 w 1391"/>
                <a:gd name="T3" fmla="*/ 614 h 1396"/>
                <a:gd name="T4" fmla="*/ 211 w 1391"/>
                <a:gd name="T5" fmla="*/ 1053 h 1396"/>
                <a:gd name="T6" fmla="*/ 12 w 1391"/>
                <a:gd name="T7" fmla="*/ 1328 h 1396"/>
                <a:gd name="T8" fmla="*/ 548 w 1391"/>
                <a:gd name="T9" fmla="*/ 1214 h 1396"/>
                <a:gd name="T10" fmla="*/ 696 w 1391"/>
                <a:gd name="T11" fmla="*/ 1228 h 1396"/>
                <a:gd name="T12" fmla="*/ 1391 w 1391"/>
                <a:gd name="T13" fmla="*/ 614 h 1396"/>
                <a:gd name="T14" fmla="*/ 696 w 1391"/>
                <a:gd name="T15" fmla="*/ 0 h 1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91" h="1396">
                  <a:moveTo>
                    <a:pt x="696" y="0"/>
                  </a:moveTo>
                  <a:cubicBezTo>
                    <a:pt x="312" y="0"/>
                    <a:pt x="0" y="275"/>
                    <a:pt x="0" y="614"/>
                  </a:cubicBezTo>
                  <a:cubicBezTo>
                    <a:pt x="0" y="786"/>
                    <a:pt x="81" y="942"/>
                    <a:pt x="211" y="1053"/>
                  </a:cubicBezTo>
                  <a:cubicBezTo>
                    <a:pt x="183" y="1217"/>
                    <a:pt x="0" y="1283"/>
                    <a:pt x="12" y="1328"/>
                  </a:cubicBezTo>
                  <a:cubicBezTo>
                    <a:pt x="176" y="1396"/>
                    <a:pt x="499" y="1239"/>
                    <a:pt x="548" y="1214"/>
                  </a:cubicBezTo>
                  <a:cubicBezTo>
                    <a:pt x="596" y="1223"/>
                    <a:pt x="645" y="1228"/>
                    <a:pt x="696" y="1228"/>
                  </a:cubicBezTo>
                  <a:cubicBezTo>
                    <a:pt x="1080" y="1228"/>
                    <a:pt x="1391" y="953"/>
                    <a:pt x="1391" y="614"/>
                  </a:cubicBezTo>
                  <a:cubicBezTo>
                    <a:pt x="1391" y="275"/>
                    <a:pt x="1080" y="0"/>
                    <a:pt x="696" y="0"/>
                  </a:cubicBezTo>
                  <a:close/>
                </a:path>
              </a:pathLst>
            </a:custGeom>
            <a:solidFill>
              <a:srgbClr val="E557D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2" name="타원 41">
            <a:extLst>
              <a:ext uri="{FF2B5EF4-FFF2-40B4-BE49-F238E27FC236}">
                <a16:creationId xmlns:a16="http://schemas.microsoft.com/office/drawing/2014/main" id="{D0D9EBD2-9051-9926-A2D6-1D9FCE27E12F}"/>
              </a:ext>
            </a:extLst>
          </p:cNvPr>
          <p:cNvSpPr/>
          <p:nvPr/>
        </p:nvSpPr>
        <p:spPr>
          <a:xfrm>
            <a:off x="6374728" y="1597203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7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8847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3B11B-3B86-09AE-D983-590210F24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CDAFAB-8711-35C1-D71B-9C753A2A68FE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 err="1">
                <a:solidFill>
                  <a:prstClr val="black"/>
                </a:solidFill>
              </a:rPr>
              <a:t>와아이프레임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PC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graphicFrame>
        <p:nvGraphicFramePr>
          <p:cNvPr id="3" name="Group 260">
            <a:extLst>
              <a:ext uri="{FF2B5EF4-FFF2-40B4-BE49-F238E27FC236}">
                <a16:creationId xmlns:a16="http://schemas.microsoft.com/office/drawing/2014/main" id="{2B729796-5DC7-29D5-3618-AF0459B208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409904"/>
              </p:ext>
            </p:extLst>
          </p:nvPr>
        </p:nvGraphicFramePr>
        <p:xfrm>
          <a:off x="6969418" y="2548005"/>
          <a:ext cx="2772114" cy="647558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게시판 </a:t>
                      </a: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샘플</a:t>
                      </a: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게시판 리스트 </a:t>
                      </a:r>
                      <a:r>
                        <a:rPr kumimoji="1" lang="en-US" altLang="ko-KR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(1/2)</a:t>
                      </a:r>
                      <a:endParaRPr kumimoji="1" lang="ko-KR" altLang="en-US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게시판 리스트 페이지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BD22B1C-35EF-27E9-F2A0-BD68C79EAB7D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와이어프레임 </a:t>
            </a:r>
            <a:r>
              <a:rPr lang="en-US" altLang="ko-KR" sz="900" b="1" dirty="0">
                <a:solidFill>
                  <a:prstClr val="black"/>
                </a:solidFill>
              </a:rPr>
              <a:t>PC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F59689-7D6B-03D6-1127-04F40859664A}"/>
              </a:ext>
            </a:extLst>
          </p:cNvPr>
          <p:cNvSpPr txBox="1"/>
          <p:nvPr/>
        </p:nvSpPr>
        <p:spPr>
          <a:xfrm>
            <a:off x="2820353" y="2215897"/>
            <a:ext cx="14931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문의하기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2B634C-DE6C-744A-A643-B28F1053E375}"/>
              </a:ext>
            </a:extLst>
          </p:cNvPr>
          <p:cNvSpPr txBox="1"/>
          <p:nvPr/>
        </p:nvSpPr>
        <p:spPr>
          <a:xfrm>
            <a:off x="1577229" y="2528900"/>
            <a:ext cx="41853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서비스 이용에 궁금한 점이 </a:t>
            </a:r>
            <a:r>
              <a:rPr lang="ko-KR" altLang="en-US" sz="1000" dirty="0" err="1"/>
              <a:t>있으신가요</a:t>
            </a:r>
            <a:r>
              <a:rPr lang="en-US" altLang="ko-KR" sz="1000" dirty="0"/>
              <a:t>? </a:t>
            </a:r>
            <a:r>
              <a:rPr lang="ko-KR" altLang="en-US" sz="1000" dirty="0"/>
              <a:t>언제든 도와드리겠습니다</a:t>
            </a:r>
            <a:r>
              <a:rPr lang="en-US" altLang="ko-KR" sz="1000" dirty="0"/>
              <a:t>.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75362E5D-A7A3-47DB-7495-8F4EE602AB96}"/>
              </a:ext>
            </a:extLst>
          </p:cNvPr>
          <p:cNvSpPr/>
          <p:nvPr/>
        </p:nvSpPr>
        <p:spPr>
          <a:xfrm>
            <a:off x="2827306" y="2948274"/>
            <a:ext cx="1503563" cy="246220"/>
          </a:xfrm>
          <a:prstGeom prst="roundRect">
            <a:avLst/>
          </a:prstGeom>
          <a:solidFill>
            <a:srgbClr val="0000CC"/>
          </a:solidFill>
          <a:ln w="63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문의하기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B3A303B1-AA26-A0BA-1FA7-30DD7AF04157}"/>
              </a:ext>
            </a:extLst>
          </p:cNvPr>
          <p:cNvSpPr/>
          <p:nvPr/>
        </p:nvSpPr>
        <p:spPr>
          <a:xfrm>
            <a:off x="236476" y="3429000"/>
            <a:ext cx="6611236" cy="1459353"/>
          </a:xfrm>
          <a:prstGeom prst="roundRect">
            <a:avLst>
              <a:gd name="adj" fmla="val 3091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A33E63-4A28-744A-2580-0B107149F406}"/>
              </a:ext>
            </a:extLst>
          </p:cNvPr>
          <p:cNvSpPr txBox="1"/>
          <p:nvPr/>
        </p:nvSpPr>
        <p:spPr>
          <a:xfrm>
            <a:off x="236476" y="1340768"/>
            <a:ext cx="900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err="1">
                <a:solidFill>
                  <a:srgbClr val="2858A9"/>
                </a:solidFill>
              </a:rPr>
              <a:t>wiz</a:t>
            </a:r>
            <a:r>
              <a:rPr lang="en-US" altLang="ko-KR" sz="1200" b="1" dirty="0" err="1">
                <a:solidFill>
                  <a:srgbClr val="E853A1"/>
                </a:solidFill>
              </a:rPr>
              <a:t>shop</a:t>
            </a:r>
            <a:endParaRPr lang="ko-KR" altLang="en-US" sz="1200" b="1" dirty="0">
              <a:solidFill>
                <a:srgbClr val="E853A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B43090-350A-413B-0957-AE893B9364CA}"/>
              </a:ext>
            </a:extLst>
          </p:cNvPr>
          <p:cNvSpPr txBox="1"/>
          <p:nvPr/>
        </p:nvSpPr>
        <p:spPr>
          <a:xfrm>
            <a:off x="992560" y="1382454"/>
            <a:ext cx="22682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서울과학기술대학교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37AA994-AD7D-AA6D-4532-B3830962A5FD}"/>
              </a:ext>
            </a:extLst>
          </p:cNvPr>
          <p:cNvSpPr txBox="1"/>
          <p:nvPr/>
        </p:nvSpPr>
        <p:spPr>
          <a:xfrm>
            <a:off x="229472" y="1711841"/>
            <a:ext cx="45365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메인      구매신청      </a:t>
            </a:r>
            <a:r>
              <a:rPr lang="ko-KR" altLang="en-US" sz="1200" b="1" dirty="0">
                <a:solidFill>
                  <a:srgbClr val="2857A9"/>
                </a:solidFill>
              </a:rPr>
              <a:t>고객센터</a:t>
            </a:r>
            <a:r>
              <a:rPr lang="ko-KR" altLang="en-US" sz="1200" b="1" dirty="0"/>
              <a:t>      회사소개      마이페이지</a:t>
            </a: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AA257CF3-366A-248F-60F9-0D8A7F65CF66}"/>
              </a:ext>
            </a:extLst>
          </p:cNvPr>
          <p:cNvCxnSpPr/>
          <p:nvPr/>
        </p:nvCxnSpPr>
        <p:spPr>
          <a:xfrm>
            <a:off x="164468" y="2060848"/>
            <a:ext cx="6804950" cy="0"/>
          </a:xfrm>
          <a:prstGeom prst="line">
            <a:avLst/>
          </a:prstGeom>
          <a:ln w="6350" cmpd="sng">
            <a:solidFill>
              <a:schemeClr val="tx1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5464C644-DACF-BFC2-60F4-A8380EE11C70}"/>
              </a:ext>
            </a:extLst>
          </p:cNvPr>
          <p:cNvGrpSpPr/>
          <p:nvPr/>
        </p:nvGrpSpPr>
        <p:grpSpPr>
          <a:xfrm>
            <a:off x="5709084" y="1364087"/>
            <a:ext cx="1188108" cy="254000"/>
            <a:chOff x="5241032" y="1433104"/>
            <a:chExt cx="1188108" cy="25400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5493E92E-556C-8EAF-112B-FAD769B4700C}"/>
                </a:ext>
              </a:extLst>
            </p:cNvPr>
            <p:cNvGrpSpPr/>
            <p:nvPr/>
          </p:nvGrpSpPr>
          <p:grpSpPr>
            <a:xfrm>
              <a:off x="5241032" y="1433104"/>
              <a:ext cx="254000" cy="254000"/>
              <a:chOff x="7433374" y="4006664"/>
              <a:chExt cx="254000" cy="254000"/>
            </a:xfrm>
          </p:grpSpPr>
          <p:sp>
            <p:nvSpPr>
              <p:cNvPr id="36" name="Avatar Placeholder">
                <a:extLst>
                  <a:ext uri="{FF2B5EF4-FFF2-40B4-BE49-F238E27FC236}">
                    <a16:creationId xmlns:a16="http://schemas.microsoft.com/office/drawing/2014/main" id="{B41B87A1-DDF3-6EC9-531C-69E3A4C49DD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433374" y="4006664"/>
                <a:ext cx="254000" cy="254000"/>
              </a:xfrm>
              <a:prstGeom prst="ellipse">
                <a:avLst/>
              </a:prstGeom>
              <a:solidFill>
                <a:srgbClr val="E853A1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7" name="User">
                <a:extLst>
                  <a:ext uri="{FF2B5EF4-FFF2-40B4-BE49-F238E27FC236}">
                    <a16:creationId xmlns:a16="http://schemas.microsoft.com/office/drawing/2014/main" id="{52138BB4-BD61-9287-9CAF-4C6F625C4DE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486867" y="4056798"/>
                <a:ext cx="136525" cy="161925"/>
              </a:xfrm>
              <a:custGeom>
                <a:avLst/>
                <a:gdLst>
                  <a:gd name="T0" fmla="*/ 597 w 1194"/>
                  <a:gd name="T1" fmla="*/ 0 h 1411"/>
                  <a:gd name="T2" fmla="*/ 271 w 1194"/>
                  <a:gd name="T3" fmla="*/ 325 h 1411"/>
                  <a:gd name="T4" fmla="*/ 434 w 1194"/>
                  <a:gd name="T5" fmla="*/ 695 h 1411"/>
                  <a:gd name="T6" fmla="*/ 434 w 1194"/>
                  <a:gd name="T7" fmla="*/ 771 h 1411"/>
                  <a:gd name="T8" fmla="*/ 385 w 1194"/>
                  <a:gd name="T9" fmla="*/ 836 h 1411"/>
                  <a:gd name="T10" fmla="*/ 0 w 1194"/>
                  <a:gd name="T11" fmla="*/ 1124 h 1411"/>
                  <a:gd name="T12" fmla="*/ 0 w 1194"/>
                  <a:gd name="T13" fmla="*/ 1221 h 1411"/>
                  <a:gd name="T14" fmla="*/ 597 w 1194"/>
                  <a:gd name="T15" fmla="*/ 1411 h 1411"/>
                  <a:gd name="T16" fmla="*/ 1194 w 1194"/>
                  <a:gd name="T17" fmla="*/ 1221 h 1411"/>
                  <a:gd name="T18" fmla="*/ 1194 w 1194"/>
                  <a:gd name="T19" fmla="*/ 1124 h 1411"/>
                  <a:gd name="T20" fmla="*/ 809 w 1194"/>
                  <a:gd name="T21" fmla="*/ 836 h 1411"/>
                  <a:gd name="T22" fmla="*/ 760 w 1194"/>
                  <a:gd name="T23" fmla="*/ 771 h 1411"/>
                  <a:gd name="T24" fmla="*/ 760 w 1194"/>
                  <a:gd name="T25" fmla="*/ 695 h 1411"/>
                  <a:gd name="T26" fmla="*/ 923 w 1194"/>
                  <a:gd name="T27" fmla="*/ 325 h 1411"/>
                  <a:gd name="T28" fmla="*/ 597 w 1194"/>
                  <a:gd name="T29" fmla="*/ 0 h 1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94" h="1411">
                    <a:moveTo>
                      <a:pt x="597" y="0"/>
                    </a:moveTo>
                    <a:cubicBezTo>
                      <a:pt x="418" y="0"/>
                      <a:pt x="271" y="113"/>
                      <a:pt x="271" y="325"/>
                    </a:cubicBezTo>
                    <a:cubicBezTo>
                      <a:pt x="271" y="467"/>
                      <a:pt x="337" y="613"/>
                      <a:pt x="434" y="695"/>
                    </a:cubicBezTo>
                    <a:lnTo>
                      <a:pt x="434" y="771"/>
                    </a:lnTo>
                    <a:cubicBezTo>
                      <a:pt x="434" y="804"/>
                      <a:pt x="412" y="830"/>
                      <a:pt x="385" y="836"/>
                    </a:cubicBezTo>
                    <a:cubicBezTo>
                      <a:pt x="173" y="901"/>
                      <a:pt x="0" y="1043"/>
                      <a:pt x="0" y="1124"/>
                    </a:cubicBezTo>
                    <a:lnTo>
                      <a:pt x="0" y="1221"/>
                    </a:lnTo>
                    <a:cubicBezTo>
                      <a:pt x="0" y="1324"/>
                      <a:pt x="266" y="1411"/>
                      <a:pt x="597" y="1411"/>
                    </a:cubicBezTo>
                    <a:cubicBezTo>
                      <a:pt x="928" y="1411"/>
                      <a:pt x="1194" y="1324"/>
                      <a:pt x="1194" y="1221"/>
                    </a:cubicBezTo>
                    <a:lnTo>
                      <a:pt x="1194" y="1124"/>
                    </a:lnTo>
                    <a:cubicBezTo>
                      <a:pt x="1194" y="1048"/>
                      <a:pt x="1026" y="901"/>
                      <a:pt x="809" y="836"/>
                    </a:cubicBezTo>
                    <a:cubicBezTo>
                      <a:pt x="782" y="830"/>
                      <a:pt x="760" y="798"/>
                      <a:pt x="760" y="771"/>
                    </a:cubicBezTo>
                    <a:lnTo>
                      <a:pt x="760" y="695"/>
                    </a:lnTo>
                    <a:cubicBezTo>
                      <a:pt x="857" y="613"/>
                      <a:pt x="923" y="467"/>
                      <a:pt x="923" y="325"/>
                    </a:cubicBezTo>
                    <a:cubicBezTo>
                      <a:pt x="923" y="113"/>
                      <a:pt x="776" y="0"/>
                      <a:pt x="59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D475CCD-0FE6-24B8-0A72-85107C99ED26}"/>
                </a:ext>
              </a:extLst>
            </p:cNvPr>
            <p:cNvSpPr txBox="1"/>
            <p:nvPr/>
          </p:nvSpPr>
          <p:spPr>
            <a:xfrm>
              <a:off x="5495032" y="1450221"/>
              <a:ext cx="89812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/>
                <a:t>홍길동 </a:t>
              </a:r>
              <a:r>
                <a:rPr lang="ko-KR" altLang="en-US" sz="900" dirty="0"/>
                <a:t>님</a:t>
              </a:r>
              <a:r>
                <a:rPr lang="ko-KR" altLang="en-US" sz="900" b="1" dirty="0"/>
                <a:t> </a:t>
              </a:r>
              <a:r>
                <a:rPr lang="en-US" altLang="ko-KR" sz="900" b="1" dirty="0"/>
                <a:t>〉</a:t>
              </a:r>
              <a:endParaRPr lang="ko-KR" altLang="en-US" sz="900" b="1" dirty="0"/>
            </a:p>
          </p:txBody>
        </p:sp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D84F975A-AD4A-D65F-B8E4-504D26D84151}"/>
                </a:ext>
              </a:extLst>
            </p:cNvPr>
            <p:cNvSpPr/>
            <p:nvPr/>
          </p:nvSpPr>
          <p:spPr>
            <a:xfrm>
              <a:off x="6213140" y="1450220"/>
              <a:ext cx="216000" cy="216000"/>
            </a:xfrm>
            <a:prstGeom prst="roundRect">
              <a:avLst/>
            </a:prstGeom>
            <a:solidFill>
              <a:srgbClr val="2858A9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endParaRPr lang="ko-KR" altLang="en-US" sz="900" b="1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5" name="Exit">
              <a:extLst>
                <a:ext uri="{FF2B5EF4-FFF2-40B4-BE49-F238E27FC236}">
                  <a16:creationId xmlns:a16="http://schemas.microsoft.com/office/drawing/2014/main" id="{E806F133-08E3-D0DA-4021-1EB2C936CC8D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6244723" y="1476493"/>
              <a:ext cx="134938" cy="161925"/>
            </a:xfrm>
            <a:custGeom>
              <a:avLst/>
              <a:gdLst>
                <a:gd name="T0" fmla="*/ 163 w 1167"/>
                <a:gd name="T1" fmla="*/ 0 h 1411"/>
                <a:gd name="T2" fmla="*/ 0 w 1167"/>
                <a:gd name="T3" fmla="*/ 163 h 1411"/>
                <a:gd name="T4" fmla="*/ 0 w 1167"/>
                <a:gd name="T5" fmla="*/ 1248 h 1411"/>
                <a:gd name="T6" fmla="*/ 163 w 1167"/>
                <a:gd name="T7" fmla="*/ 1411 h 1411"/>
                <a:gd name="T8" fmla="*/ 923 w 1167"/>
                <a:gd name="T9" fmla="*/ 1411 h 1411"/>
                <a:gd name="T10" fmla="*/ 1085 w 1167"/>
                <a:gd name="T11" fmla="*/ 1248 h 1411"/>
                <a:gd name="T12" fmla="*/ 1085 w 1167"/>
                <a:gd name="T13" fmla="*/ 967 h 1411"/>
                <a:gd name="T14" fmla="*/ 977 w 1167"/>
                <a:gd name="T15" fmla="*/ 1062 h 1411"/>
                <a:gd name="T16" fmla="*/ 977 w 1167"/>
                <a:gd name="T17" fmla="*/ 1248 h 1411"/>
                <a:gd name="T18" fmla="*/ 923 w 1167"/>
                <a:gd name="T19" fmla="*/ 1303 h 1411"/>
                <a:gd name="T20" fmla="*/ 163 w 1167"/>
                <a:gd name="T21" fmla="*/ 1303 h 1411"/>
                <a:gd name="T22" fmla="*/ 109 w 1167"/>
                <a:gd name="T23" fmla="*/ 1248 h 1411"/>
                <a:gd name="T24" fmla="*/ 109 w 1167"/>
                <a:gd name="T25" fmla="*/ 163 h 1411"/>
                <a:gd name="T26" fmla="*/ 163 w 1167"/>
                <a:gd name="T27" fmla="*/ 109 h 1411"/>
                <a:gd name="T28" fmla="*/ 923 w 1167"/>
                <a:gd name="T29" fmla="*/ 109 h 1411"/>
                <a:gd name="T30" fmla="*/ 977 w 1167"/>
                <a:gd name="T31" fmla="*/ 163 h 1411"/>
                <a:gd name="T32" fmla="*/ 977 w 1167"/>
                <a:gd name="T33" fmla="*/ 351 h 1411"/>
                <a:gd name="T34" fmla="*/ 1085 w 1167"/>
                <a:gd name="T35" fmla="*/ 444 h 1411"/>
                <a:gd name="T36" fmla="*/ 1085 w 1167"/>
                <a:gd name="T37" fmla="*/ 163 h 1411"/>
                <a:gd name="T38" fmla="*/ 923 w 1167"/>
                <a:gd name="T39" fmla="*/ 0 h 1411"/>
                <a:gd name="T40" fmla="*/ 163 w 1167"/>
                <a:gd name="T41" fmla="*/ 0 h 1411"/>
                <a:gd name="T42" fmla="*/ 751 w 1167"/>
                <a:gd name="T43" fmla="*/ 351 h 1411"/>
                <a:gd name="T44" fmla="*/ 706 w 1167"/>
                <a:gd name="T45" fmla="*/ 405 h 1411"/>
                <a:gd name="T46" fmla="*/ 706 w 1167"/>
                <a:gd name="T47" fmla="*/ 543 h 1411"/>
                <a:gd name="T48" fmla="*/ 380 w 1167"/>
                <a:gd name="T49" fmla="*/ 543 h 1411"/>
                <a:gd name="T50" fmla="*/ 326 w 1167"/>
                <a:gd name="T51" fmla="*/ 597 h 1411"/>
                <a:gd name="T52" fmla="*/ 326 w 1167"/>
                <a:gd name="T53" fmla="*/ 814 h 1411"/>
                <a:gd name="T54" fmla="*/ 380 w 1167"/>
                <a:gd name="T55" fmla="*/ 869 h 1411"/>
                <a:gd name="T56" fmla="*/ 706 w 1167"/>
                <a:gd name="T57" fmla="*/ 869 h 1411"/>
                <a:gd name="T58" fmla="*/ 706 w 1167"/>
                <a:gd name="T59" fmla="*/ 1004 h 1411"/>
                <a:gd name="T60" fmla="*/ 760 w 1167"/>
                <a:gd name="T61" fmla="*/ 1058 h 1411"/>
                <a:gd name="T62" fmla="*/ 1167 w 1167"/>
                <a:gd name="T63" fmla="*/ 706 h 1411"/>
                <a:gd name="T64" fmla="*/ 760 w 1167"/>
                <a:gd name="T65" fmla="*/ 353 h 1411"/>
                <a:gd name="T66" fmla="*/ 751 w 1167"/>
                <a:gd name="T67" fmla="*/ 351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167" h="1411">
                  <a:moveTo>
                    <a:pt x="163" y="0"/>
                  </a:moveTo>
                  <a:cubicBezTo>
                    <a:pt x="73" y="0"/>
                    <a:pt x="0" y="73"/>
                    <a:pt x="0" y="163"/>
                  </a:cubicBezTo>
                  <a:lnTo>
                    <a:pt x="0" y="1248"/>
                  </a:lnTo>
                  <a:cubicBezTo>
                    <a:pt x="0" y="1338"/>
                    <a:pt x="73" y="1411"/>
                    <a:pt x="163" y="1411"/>
                  </a:cubicBezTo>
                  <a:lnTo>
                    <a:pt x="923" y="1411"/>
                  </a:lnTo>
                  <a:cubicBezTo>
                    <a:pt x="1013" y="1411"/>
                    <a:pt x="1085" y="1338"/>
                    <a:pt x="1085" y="1248"/>
                  </a:cubicBezTo>
                  <a:lnTo>
                    <a:pt x="1085" y="967"/>
                  </a:lnTo>
                  <a:lnTo>
                    <a:pt x="977" y="1062"/>
                  </a:lnTo>
                  <a:lnTo>
                    <a:pt x="977" y="1248"/>
                  </a:lnTo>
                  <a:cubicBezTo>
                    <a:pt x="977" y="1278"/>
                    <a:pt x="953" y="1303"/>
                    <a:pt x="923" y="1303"/>
                  </a:cubicBezTo>
                  <a:lnTo>
                    <a:pt x="163" y="1303"/>
                  </a:lnTo>
                  <a:cubicBezTo>
                    <a:pt x="133" y="1303"/>
                    <a:pt x="109" y="1278"/>
                    <a:pt x="109" y="1248"/>
                  </a:cubicBezTo>
                  <a:lnTo>
                    <a:pt x="109" y="163"/>
                  </a:lnTo>
                  <a:cubicBezTo>
                    <a:pt x="109" y="133"/>
                    <a:pt x="133" y="109"/>
                    <a:pt x="163" y="109"/>
                  </a:cubicBezTo>
                  <a:lnTo>
                    <a:pt x="923" y="109"/>
                  </a:lnTo>
                  <a:cubicBezTo>
                    <a:pt x="953" y="109"/>
                    <a:pt x="977" y="133"/>
                    <a:pt x="977" y="163"/>
                  </a:cubicBezTo>
                  <a:lnTo>
                    <a:pt x="977" y="351"/>
                  </a:lnTo>
                  <a:lnTo>
                    <a:pt x="1085" y="444"/>
                  </a:lnTo>
                  <a:lnTo>
                    <a:pt x="1085" y="163"/>
                  </a:lnTo>
                  <a:cubicBezTo>
                    <a:pt x="1085" y="73"/>
                    <a:pt x="1013" y="0"/>
                    <a:pt x="923" y="0"/>
                  </a:cubicBezTo>
                  <a:lnTo>
                    <a:pt x="163" y="0"/>
                  </a:lnTo>
                  <a:close/>
                  <a:moveTo>
                    <a:pt x="751" y="351"/>
                  </a:moveTo>
                  <a:cubicBezTo>
                    <a:pt x="736" y="349"/>
                    <a:pt x="706" y="351"/>
                    <a:pt x="706" y="405"/>
                  </a:cubicBezTo>
                  <a:lnTo>
                    <a:pt x="706" y="543"/>
                  </a:lnTo>
                  <a:lnTo>
                    <a:pt x="380" y="543"/>
                  </a:lnTo>
                  <a:cubicBezTo>
                    <a:pt x="350" y="543"/>
                    <a:pt x="326" y="567"/>
                    <a:pt x="326" y="597"/>
                  </a:cubicBezTo>
                  <a:lnTo>
                    <a:pt x="326" y="814"/>
                  </a:lnTo>
                  <a:cubicBezTo>
                    <a:pt x="326" y="844"/>
                    <a:pt x="350" y="869"/>
                    <a:pt x="380" y="869"/>
                  </a:cubicBezTo>
                  <a:lnTo>
                    <a:pt x="706" y="869"/>
                  </a:lnTo>
                  <a:lnTo>
                    <a:pt x="706" y="1004"/>
                  </a:lnTo>
                  <a:cubicBezTo>
                    <a:pt x="706" y="1074"/>
                    <a:pt x="760" y="1058"/>
                    <a:pt x="760" y="1058"/>
                  </a:cubicBezTo>
                  <a:lnTo>
                    <a:pt x="1167" y="706"/>
                  </a:lnTo>
                  <a:lnTo>
                    <a:pt x="760" y="353"/>
                  </a:lnTo>
                  <a:cubicBezTo>
                    <a:pt x="760" y="353"/>
                    <a:pt x="756" y="352"/>
                    <a:pt x="751" y="35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8" name="Menu">
            <a:extLst>
              <a:ext uri="{FF2B5EF4-FFF2-40B4-BE49-F238E27FC236}">
                <a16:creationId xmlns:a16="http://schemas.microsoft.com/office/drawing/2014/main" id="{7F2F9A19-35F0-9712-4F1C-EB93D8E0AB27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681192" y="1833259"/>
            <a:ext cx="161925" cy="111125"/>
          </a:xfrm>
          <a:custGeom>
            <a:avLst/>
            <a:gdLst>
              <a:gd name="T0" fmla="*/ 0 w 1411"/>
              <a:gd name="T1" fmla="*/ 0 h 977"/>
              <a:gd name="T2" fmla="*/ 0 w 1411"/>
              <a:gd name="T3" fmla="*/ 108 h 977"/>
              <a:gd name="T4" fmla="*/ 1411 w 1411"/>
              <a:gd name="T5" fmla="*/ 108 h 977"/>
              <a:gd name="T6" fmla="*/ 1411 w 1411"/>
              <a:gd name="T7" fmla="*/ 0 h 977"/>
              <a:gd name="T8" fmla="*/ 0 w 1411"/>
              <a:gd name="T9" fmla="*/ 0 h 977"/>
              <a:gd name="T10" fmla="*/ 0 w 1411"/>
              <a:gd name="T11" fmla="*/ 434 h 977"/>
              <a:gd name="T12" fmla="*/ 0 w 1411"/>
              <a:gd name="T13" fmla="*/ 542 h 977"/>
              <a:gd name="T14" fmla="*/ 1411 w 1411"/>
              <a:gd name="T15" fmla="*/ 542 h 977"/>
              <a:gd name="T16" fmla="*/ 1411 w 1411"/>
              <a:gd name="T17" fmla="*/ 434 h 977"/>
              <a:gd name="T18" fmla="*/ 0 w 1411"/>
              <a:gd name="T19" fmla="*/ 434 h 977"/>
              <a:gd name="T20" fmla="*/ 0 w 1411"/>
              <a:gd name="T21" fmla="*/ 868 h 977"/>
              <a:gd name="T22" fmla="*/ 0 w 1411"/>
              <a:gd name="T23" fmla="*/ 977 h 977"/>
              <a:gd name="T24" fmla="*/ 1411 w 1411"/>
              <a:gd name="T25" fmla="*/ 977 h 977"/>
              <a:gd name="T26" fmla="*/ 1411 w 1411"/>
              <a:gd name="T27" fmla="*/ 868 h 977"/>
              <a:gd name="T28" fmla="*/ 0 w 1411"/>
              <a:gd name="T29" fmla="*/ 868 h 9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411" h="977">
                <a:moveTo>
                  <a:pt x="0" y="0"/>
                </a:moveTo>
                <a:lnTo>
                  <a:pt x="0" y="108"/>
                </a:lnTo>
                <a:lnTo>
                  <a:pt x="1411" y="108"/>
                </a:lnTo>
                <a:lnTo>
                  <a:pt x="1411" y="0"/>
                </a:lnTo>
                <a:lnTo>
                  <a:pt x="0" y="0"/>
                </a:lnTo>
                <a:close/>
                <a:moveTo>
                  <a:pt x="0" y="434"/>
                </a:moveTo>
                <a:lnTo>
                  <a:pt x="0" y="542"/>
                </a:lnTo>
                <a:lnTo>
                  <a:pt x="1411" y="542"/>
                </a:lnTo>
                <a:lnTo>
                  <a:pt x="1411" y="434"/>
                </a:lnTo>
                <a:lnTo>
                  <a:pt x="0" y="434"/>
                </a:lnTo>
                <a:close/>
                <a:moveTo>
                  <a:pt x="0" y="868"/>
                </a:moveTo>
                <a:lnTo>
                  <a:pt x="0" y="977"/>
                </a:lnTo>
                <a:lnTo>
                  <a:pt x="1411" y="977"/>
                </a:lnTo>
                <a:lnTo>
                  <a:pt x="1411" y="868"/>
                </a:lnTo>
                <a:lnTo>
                  <a:pt x="0" y="868"/>
                </a:lnTo>
                <a:close/>
              </a:path>
            </a:pathLst>
          </a:custGeom>
          <a:solidFill>
            <a:srgbClr val="5F5F5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2D55B0-351F-501C-36CC-C2DA4BB3AA64}"/>
              </a:ext>
            </a:extLst>
          </p:cNvPr>
          <p:cNvSpPr txBox="1"/>
          <p:nvPr/>
        </p:nvSpPr>
        <p:spPr>
          <a:xfrm>
            <a:off x="326370" y="3767318"/>
            <a:ext cx="6386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견적 받은 내용으로 상품을 구매하고 싶습니다</a:t>
            </a:r>
            <a:r>
              <a:rPr lang="en-US" altLang="ko-KR" sz="1200" b="1" dirty="0"/>
              <a:t>.</a:t>
            </a:r>
            <a:endParaRPr lang="ko-KR" altLang="en-US" sz="1200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B0638C3-F13A-1FE4-3DEF-B720AE031DC7}"/>
              </a:ext>
            </a:extLst>
          </p:cNvPr>
          <p:cNvSpPr txBox="1"/>
          <p:nvPr/>
        </p:nvSpPr>
        <p:spPr>
          <a:xfrm>
            <a:off x="321650" y="4085908"/>
            <a:ext cx="63595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안녕하세요</a:t>
            </a:r>
            <a:r>
              <a:rPr lang="en-US" altLang="ko-KR" sz="1000" dirty="0"/>
              <a:t>.</a:t>
            </a:r>
            <a:r>
              <a:rPr lang="ko-KR" altLang="en-US" sz="1000" dirty="0"/>
              <a:t>이번에 견적 받은 내용으로 결제를 진행 하려고 합니다</a:t>
            </a:r>
            <a:r>
              <a:rPr lang="en-US" altLang="ko-KR" sz="1000" dirty="0"/>
              <a:t>.</a:t>
            </a:r>
            <a:r>
              <a:rPr lang="ko-KR" altLang="en-US" sz="1000" dirty="0"/>
              <a:t>어떻게 진행하면 되나요</a:t>
            </a:r>
            <a:r>
              <a:rPr lang="en-US" altLang="ko-KR" sz="1000" dirty="0"/>
              <a:t>? </a:t>
            </a:r>
            <a:r>
              <a:rPr lang="ko-KR" altLang="en-US" sz="1000" dirty="0"/>
              <a:t>첨부파일 참조</a:t>
            </a:r>
            <a:r>
              <a:rPr lang="en-US" altLang="ko-KR" sz="1000" dirty="0"/>
              <a:t>…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905A6196-E77A-B916-4B51-AAC1CCFD3D1C}"/>
              </a:ext>
            </a:extLst>
          </p:cNvPr>
          <p:cNvSpPr/>
          <p:nvPr/>
        </p:nvSpPr>
        <p:spPr>
          <a:xfrm>
            <a:off x="388504" y="3529058"/>
            <a:ext cx="756084" cy="197541"/>
          </a:xfrm>
          <a:prstGeom prst="roundRect">
            <a:avLst/>
          </a:prstGeom>
          <a:solidFill>
            <a:srgbClr val="DBEAFE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dirty="0">
                <a:solidFill>
                  <a:srgbClr val="2857A9"/>
                </a:solidFill>
              </a:rPr>
              <a:t>일반 문의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70F30F8D-4EF0-04E9-E46B-E96C11312717}"/>
              </a:ext>
            </a:extLst>
          </p:cNvPr>
          <p:cNvSpPr/>
          <p:nvPr/>
        </p:nvSpPr>
        <p:spPr>
          <a:xfrm>
            <a:off x="1214719" y="3530385"/>
            <a:ext cx="756084" cy="19754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dirty="0">
                <a:solidFill>
                  <a:schemeClr val="accent6">
                    <a:lumMod val="75000"/>
                  </a:schemeClr>
                </a:solidFill>
              </a:rPr>
              <a:t>문의접수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1492CE-552C-5A48-6CEC-CF735C126A51}"/>
              </a:ext>
            </a:extLst>
          </p:cNvPr>
          <p:cNvSpPr txBox="1"/>
          <p:nvPr/>
        </p:nvSpPr>
        <p:spPr>
          <a:xfrm>
            <a:off x="5853100" y="3506815"/>
            <a:ext cx="9501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/>
              <a:t>2026.03.01</a:t>
            </a: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D6E0B6D2-ED0C-E7EC-6035-C40535C333AD}"/>
              </a:ext>
            </a:extLst>
          </p:cNvPr>
          <p:cNvCxnSpPr>
            <a:cxnSpLocks/>
          </p:cNvCxnSpPr>
          <p:nvPr/>
        </p:nvCxnSpPr>
        <p:spPr>
          <a:xfrm>
            <a:off x="388504" y="4401108"/>
            <a:ext cx="622068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3087201D-4BC3-B0F7-7ABF-636F8F8E1702}"/>
              </a:ext>
            </a:extLst>
          </p:cNvPr>
          <p:cNvSpPr txBox="1"/>
          <p:nvPr/>
        </p:nvSpPr>
        <p:spPr>
          <a:xfrm>
            <a:off x="342531" y="4473636"/>
            <a:ext cx="52945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</a:rPr>
              <a:t>담당자 </a:t>
            </a:r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</a:rPr>
              <a:t>배정중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</a:rPr>
              <a:t> 입니다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D9843999-2B79-A49B-8AF7-18CB0EDCB58E}"/>
              </a:ext>
            </a:extLst>
          </p:cNvPr>
          <p:cNvSpPr/>
          <p:nvPr/>
        </p:nvSpPr>
        <p:spPr>
          <a:xfrm>
            <a:off x="5762577" y="4498647"/>
            <a:ext cx="952686" cy="24622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상세보기  </a:t>
            </a:r>
            <a:r>
              <a:rPr lang="en-US" altLang="ko-KR" sz="1000" dirty="0">
                <a:solidFill>
                  <a:schemeClr val="tx1"/>
                </a:solidFill>
              </a:rPr>
              <a:t>〉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D85AD6B0-7C32-8B83-7FB3-52EE9D07FE74}"/>
              </a:ext>
            </a:extLst>
          </p:cNvPr>
          <p:cNvSpPr/>
          <p:nvPr/>
        </p:nvSpPr>
        <p:spPr>
          <a:xfrm>
            <a:off x="236476" y="4956548"/>
            <a:ext cx="6611236" cy="1459353"/>
          </a:xfrm>
          <a:prstGeom prst="roundRect">
            <a:avLst>
              <a:gd name="adj" fmla="val 3091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6D3AB44-23E0-7758-85EF-3E1ACEFEE2D4}"/>
              </a:ext>
            </a:extLst>
          </p:cNvPr>
          <p:cNvSpPr txBox="1"/>
          <p:nvPr/>
        </p:nvSpPr>
        <p:spPr>
          <a:xfrm>
            <a:off x="326370" y="5294866"/>
            <a:ext cx="6386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기존 사이트 마이그레이션 문의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7B49573-1573-B6EA-D23D-1D63BDC75A5A}"/>
              </a:ext>
            </a:extLst>
          </p:cNvPr>
          <p:cNvSpPr txBox="1"/>
          <p:nvPr/>
        </p:nvSpPr>
        <p:spPr>
          <a:xfrm>
            <a:off x="321650" y="5613456"/>
            <a:ext cx="63595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안녕하세요</a:t>
            </a:r>
            <a:r>
              <a:rPr lang="en-US" altLang="ko-KR" sz="1000" dirty="0"/>
              <a:t>.</a:t>
            </a:r>
            <a:r>
              <a:rPr lang="ko-KR" altLang="en-US" sz="1000" dirty="0"/>
              <a:t>이번에 견적 받은 내용으로 결제를 진행 하려고 합니다</a:t>
            </a:r>
            <a:r>
              <a:rPr lang="en-US" altLang="ko-KR" sz="1000" dirty="0"/>
              <a:t>.</a:t>
            </a:r>
            <a:r>
              <a:rPr lang="ko-KR" altLang="en-US" sz="1000" dirty="0"/>
              <a:t>어떻게 진행하면 되나요</a:t>
            </a:r>
            <a:r>
              <a:rPr lang="en-US" altLang="ko-KR" sz="1000" dirty="0"/>
              <a:t>? </a:t>
            </a:r>
            <a:r>
              <a:rPr lang="ko-KR" altLang="en-US" sz="1000" dirty="0"/>
              <a:t>첨부파일 참조</a:t>
            </a:r>
            <a:r>
              <a:rPr lang="en-US" altLang="ko-KR" sz="1000" dirty="0"/>
              <a:t>…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7241EE23-D865-F257-F51A-1E7B002D8F6F}"/>
              </a:ext>
            </a:extLst>
          </p:cNvPr>
          <p:cNvSpPr/>
          <p:nvPr/>
        </p:nvSpPr>
        <p:spPr>
          <a:xfrm>
            <a:off x="388504" y="5056606"/>
            <a:ext cx="756084" cy="197541"/>
          </a:xfrm>
          <a:prstGeom prst="roundRect">
            <a:avLst/>
          </a:prstGeom>
          <a:solidFill>
            <a:srgbClr val="DBEAFE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dirty="0">
                <a:solidFill>
                  <a:srgbClr val="2857A9"/>
                </a:solidFill>
              </a:rPr>
              <a:t>일반 문의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1324A3B1-95DA-157A-E7D1-533BE844FA42}"/>
              </a:ext>
            </a:extLst>
          </p:cNvPr>
          <p:cNvSpPr/>
          <p:nvPr/>
        </p:nvSpPr>
        <p:spPr>
          <a:xfrm>
            <a:off x="1214719" y="5057933"/>
            <a:ext cx="756084" cy="197541"/>
          </a:xfrm>
          <a:prstGeom prst="roundRect">
            <a:avLst/>
          </a:prstGeom>
          <a:solidFill>
            <a:srgbClr val="DCFCE7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dirty="0" err="1">
                <a:solidFill>
                  <a:srgbClr val="2CA099"/>
                </a:solidFill>
              </a:rPr>
              <a:t>검토중</a:t>
            </a:r>
            <a:endParaRPr lang="ko-KR" altLang="en-US" sz="900" b="1" dirty="0">
              <a:solidFill>
                <a:srgbClr val="2CA099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592E83C-84AE-51AC-6F84-2D509A71D9DD}"/>
              </a:ext>
            </a:extLst>
          </p:cNvPr>
          <p:cNvSpPr txBox="1"/>
          <p:nvPr/>
        </p:nvSpPr>
        <p:spPr>
          <a:xfrm>
            <a:off x="5853100" y="5034363"/>
            <a:ext cx="9501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/>
              <a:t>2026.03.01</a:t>
            </a:r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3DE327D2-5E8F-D68E-1024-91F586B9339A}"/>
              </a:ext>
            </a:extLst>
          </p:cNvPr>
          <p:cNvCxnSpPr>
            <a:cxnSpLocks/>
          </p:cNvCxnSpPr>
          <p:nvPr/>
        </p:nvCxnSpPr>
        <p:spPr>
          <a:xfrm>
            <a:off x="388504" y="5928656"/>
            <a:ext cx="622068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0621C932-58D6-EFC6-5A92-5AD247531667}"/>
              </a:ext>
            </a:extLst>
          </p:cNvPr>
          <p:cNvSpPr txBox="1"/>
          <p:nvPr/>
        </p:nvSpPr>
        <p:spPr>
          <a:xfrm>
            <a:off x="342531" y="6001184"/>
            <a:ext cx="52945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</a:rPr>
              <a:t>담당자 </a:t>
            </a:r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</a:rPr>
              <a:t>확인중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</a:rPr>
              <a:t> 입니다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0FE76E22-A1F4-4810-8E99-C09E04A86E65}"/>
              </a:ext>
            </a:extLst>
          </p:cNvPr>
          <p:cNvSpPr/>
          <p:nvPr/>
        </p:nvSpPr>
        <p:spPr>
          <a:xfrm>
            <a:off x="5762577" y="6026195"/>
            <a:ext cx="952686" cy="24622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상세보기  </a:t>
            </a:r>
            <a:r>
              <a:rPr lang="en-US" altLang="ko-KR" sz="1000" dirty="0">
                <a:solidFill>
                  <a:schemeClr val="tx1"/>
                </a:solidFill>
              </a:rPr>
              <a:t>〉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2" name="아래쪽 화살표 131">
            <a:extLst>
              <a:ext uri="{FF2B5EF4-FFF2-40B4-BE49-F238E27FC236}">
                <a16:creationId xmlns:a16="http://schemas.microsoft.com/office/drawing/2014/main" id="{7E43478A-C776-9054-04DC-B9957CCA396B}"/>
              </a:ext>
            </a:extLst>
          </p:cNvPr>
          <p:cNvSpPr/>
          <p:nvPr/>
        </p:nvSpPr>
        <p:spPr bwMode="auto">
          <a:xfrm>
            <a:off x="8555042" y="6028640"/>
            <a:ext cx="1228165" cy="635986"/>
          </a:xfrm>
          <a:prstGeom prst="downArrow">
            <a:avLst>
              <a:gd name="adj1" fmla="val 72902"/>
              <a:gd name="adj2" fmla="val 45344"/>
            </a:avLst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1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다음페이지</a:t>
            </a:r>
            <a:r>
              <a:rPr lang="ko-KR" altLang="en-US" sz="12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계속</a:t>
            </a:r>
            <a:endParaRPr kumimoji="1" lang="ko-KR" altLang="en-US" sz="1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7146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056E3-755D-7A9E-B586-B509A52EF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728200-489E-53A9-2B12-5B017703ACCB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 err="1">
                <a:solidFill>
                  <a:prstClr val="black"/>
                </a:solidFill>
              </a:rPr>
              <a:t>와아이프레임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PC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graphicFrame>
        <p:nvGraphicFramePr>
          <p:cNvPr id="3" name="Group 260">
            <a:extLst>
              <a:ext uri="{FF2B5EF4-FFF2-40B4-BE49-F238E27FC236}">
                <a16:creationId xmlns:a16="http://schemas.microsoft.com/office/drawing/2014/main" id="{DC44F0EE-D737-D031-E672-DB7776B996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4234925"/>
              </p:ext>
            </p:extLst>
          </p:nvPr>
        </p:nvGraphicFramePr>
        <p:xfrm>
          <a:off x="6969418" y="2548005"/>
          <a:ext cx="2772114" cy="647558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게시판 </a:t>
                      </a: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샘플</a:t>
                      </a: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게시판 리스트 </a:t>
                      </a:r>
                      <a:r>
                        <a:rPr kumimoji="1" lang="en-US" altLang="ko-KR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(2/2)</a:t>
                      </a:r>
                      <a:endParaRPr kumimoji="1" lang="ko-KR" altLang="en-US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게시판 리스트 페이지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FAB8AA1-2E7D-BE38-5C56-7CF47574880C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와이어프레임 </a:t>
            </a:r>
            <a:r>
              <a:rPr lang="en-US" altLang="ko-KR" sz="900" b="1" dirty="0">
                <a:solidFill>
                  <a:prstClr val="black"/>
                </a:solidFill>
              </a:rPr>
              <a:t>PC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18A7607-E10A-0A55-C311-A0D269FAC40D}"/>
              </a:ext>
            </a:extLst>
          </p:cNvPr>
          <p:cNvSpPr/>
          <p:nvPr/>
        </p:nvSpPr>
        <p:spPr>
          <a:xfrm>
            <a:off x="236476" y="1412776"/>
            <a:ext cx="6611236" cy="1459353"/>
          </a:xfrm>
          <a:prstGeom prst="roundRect">
            <a:avLst>
              <a:gd name="adj" fmla="val 3091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6A0210-44B8-1AD1-C81D-BB1A24EF8047}"/>
              </a:ext>
            </a:extLst>
          </p:cNvPr>
          <p:cNvSpPr txBox="1"/>
          <p:nvPr/>
        </p:nvSpPr>
        <p:spPr>
          <a:xfrm>
            <a:off x="326370" y="1751094"/>
            <a:ext cx="6386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견적 받은 내용으로 상품을 구매하고 싶습니다</a:t>
            </a:r>
            <a:r>
              <a:rPr lang="en-US" altLang="ko-KR" sz="1200" b="1" dirty="0"/>
              <a:t>.</a:t>
            </a:r>
            <a:endParaRPr lang="ko-KR" altLang="en-US" sz="12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BD634E-38E1-7564-830E-832829B5BCF3}"/>
              </a:ext>
            </a:extLst>
          </p:cNvPr>
          <p:cNvSpPr txBox="1"/>
          <p:nvPr/>
        </p:nvSpPr>
        <p:spPr>
          <a:xfrm>
            <a:off x="321650" y="2069684"/>
            <a:ext cx="63595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안녕하세요</a:t>
            </a:r>
            <a:r>
              <a:rPr lang="en-US" altLang="ko-KR" sz="1000" dirty="0"/>
              <a:t>.</a:t>
            </a:r>
            <a:r>
              <a:rPr lang="ko-KR" altLang="en-US" sz="1000" dirty="0"/>
              <a:t>이번에 견적 받은 내용으로 결제를 진행 하려고 합니다</a:t>
            </a:r>
            <a:r>
              <a:rPr lang="en-US" altLang="ko-KR" sz="1000" dirty="0"/>
              <a:t>.</a:t>
            </a:r>
            <a:r>
              <a:rPr lang="ko-KR" altLang="en-US" sz="1000" dirty="0"/>
              <a:t>어떻게 진행하면 되나요</a:t>
            </a:r>
            <a:r>
              <a:rPr lang="en-US" altLang="ko-KR" sz="1000" dirty="0"/>
              <a:t>? </a:t>
            </a:r>
            <a:r>
              <a:rPr lang="ko-KR" altLang="en-US" sz="1000" dirty="0"/>
              <a:t>첨부파일 참조</a:t>
            </a:r>
            <a:r>
              <a:rPr lang="en-US" altLang="ko-KR" sz="1000" dirty="0"/>
              <a:t>…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14F96F7-8BE3-E692-97BF-5504FDFC4FED}"/>
              </a:ext>
            </a:extLst>
          </p:cNvPr>
          <p:cNvSpPr/>
          <p:nvPr/>
        </p:nvSpPr>
        <p:spPr>
          <a:xfrm>
            <a:off x="388504" y="1512834"/>
            <a:ext cx="756084" cy="197541"/>
          </a:xfrm>
          <a:prstGeom prst="roundRect">
            <a:avLst/>
          </a:prstGeom>
          <a:solidFill>
            <a:srgbClr val="DBEAFE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dirty="0">
                <a:solidFill>
                  <a:srgbClr val="2857A9"/>
                </a:solidFill>
              </a:rPr>
              <a:t>일반 문의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0DC2A46-B040-1E69-B737-277C9C99931E}"/>
              </a:ext>
            </a:extLst>
          </p:cNvPr>
          <p:cNvSpPr/>
          <p:nvPr/>
        </p:nvSpPr>
        <p:spPr>
          <a:xfrm>
            <a:off x="1214719" y="1514161"/>
            <a:ext cx="756084" cy="19754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dirty="0">
                <a:solidFill>
                  <a:schemeClr val="accent6">
                    <a:lumMod val="75000"/>
                  </a:schemeClr>
                </a:solidFill>
              </a:rPr>
              <a:t>문의접수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0D44CA-CF73-9622-5CEB-5D056936040D}"/>
              </a:ext>
            </a:extLst>
          </p:cNvPr>
          <p:cNvSpPr txBox="1"/>
          <p:nvPr/>
        </p:nvSpPr>
        <p:spPr>
          <a:xfrm>
            <a:off x="5853100" y="1490591"/>
            <a:ext cx="9501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/>
              <a:t>2026.03.01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E54BE94A-4523-1ABC-F4A7-2FDF1C3C2BF1}"/>
              </a:ext>
            </a:extLst>
          </p:cNvPr>
          <p:cNvCxnSpPr>
            <a:cxnSpLocks/>
          </p:cNvCxnSpPr>
          <p:nvPr/>
        </p:nvCxnSpPr>
        <p:spPr>
          <a:xfrm>
            <a:off x="388504" y="2384884"/>
            <a:ext cx="622068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0A9EC75-3423-495B-1E96-DDED49435CF2}"/>
              </a:ext>
            </a:extLst>
          </p:cNvPr>
          <p:cNvSpPr txBox="1"/>
          <p:nvPr/>
        </p:nvSpPr>
        <p:spPr>
          <a:xfrm>
            <a:off x="342531" y="2457412"/>
            <a:ext cx="52945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</a:rPr>
              <a:t>담당자 </a:t>
            </a:r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</a:rPr>
              <a:t>배정중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</a:rPr>
              <a:t> 입니다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A41578F-345E-7C67-CE41-C28FEE698303}"/>
              </a:ext>
            </a:extLst>
          </p:cNvPr>
          <p:cNvSpPr/>
          <p:nvPr/>
        </p:nvSpPr>
        <p:spPr>
          <a:xfrm>
            <a:off x="5762577" y="2482423"/>
            <a:ext cx="952686" cy="24622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상세보기  </a:t>
            </a:r>
            <a:r>
              <a:rPr lang="en-US" altLang="ko-KR" sz="1000" dirty="0">
                <a:solidFill>
                  <a:schemeClr val="tx1"/>
                </a:solidFill>
              </a:rPr>
              <a:t>〉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4C0BDAC-238B-21EB-4E4F-C3952F402A10}"/>
              </a:ext>
            </a:extLst>
          </p:cNvPr>
          <p:cNvSpPr/>
          <p:nvPr/>
        </p:nvSpPr>
        <p:spPr>
          <a:xfrm>
            <a:off x="236476" y="2940324"/>
            <a:ext cx="6611236" cy="1459353"/>
          </a:xfrm>
          <a:prstGeom prst="roundRect">
            <a:avLst>
              <a:gd name="adj" fmla="val 3091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5A1464-AA3E-6366-926B-D6D7A381FC09}"/>
              </a:ext>
            </a:extLst>
          </p:cNvPr>
          <p:cNvSpPr txBox="1"/>
          <p:nvPr/>
        </p:nvSpPr>
        <p:spPr>
          <a:xfrm>
            <a:off x="326370" y="3278642"/>
            <a:ext cx="6386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기존 사이트 마이그레이션 문의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0A20A4-C623-A4BA-3949-2AB956048EEE}"/>
              </a:ext>
            </a:extLst>
          </p:cNvPr>
          <p:cNvSpPr txBox="1"/>
          <p:nvPr/>
        </p:nvSpPr>
        <p:spPr>
          <a:xfrm>
            <a:off x="321650" y="3597232"/>
            <a:ext cx="63595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안녕하세요</a:t>
            </a:r>
            <a:r>
              <a:rPr lang="en-US" altLang="ko-KR" sz="1000" dirty="0"/>
              <a:t>.</a:t>
            </a:r>
            <a:r>
              <a:rPr lang="ko-KR" altLang="en-US" sz="1000" dirty="0"/>
              <a:t>이번에 견적 받은 내용으로 결제를 진행 하려고 합니다</a:t>
            </a:r>
            <a:r>
              <a:rPr lang="en-US" altLang="ko-KR" sz="1000" dirty="0"/>
              <a:t>.</a:t>
            </a:r>
            <a:r>
              <a:rPr lang="ko-KR" altLang="en-US" sz="1000" dirty="0"/>
              <a:t>어떻게 진행하면 되나요</a:t>
            </a:r>
            <a:r>
              <a:rPr lang="en-US" altLang="ko-KR" sz="1000" dirty="0"/>
              <a:t>? </a:t>
            </a:r>
            <a:r>
              <a:rPr lang="ko-KR" altLang="en-US" sz="1000" dirty="0"/>
              <a:t>첨부파일 참조</a:t>
            </a:r>
            <a:r>
              <a:rPr lang="en-US" altLang="ko-KR" sz="1000" dirty="0"/>
              <a:t>…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698E8B8F-B0F5-052E-08A6-467E9AC06328}"/>
              </a:ext>
            </a:extLst>
          </p:cNvPr>
          <p:cNvSpPr/>
          <p:nvPr/>
        </p:nvSpPr>
        <p:spPr>
          <a:xfrm>
            <a:off x="388504" y="3040382"/>
            <a:ext cx="756084" cy="197541"/>
          </a:xfrm>
          <a:prstGeom prst="roundRect">
            <a:avLst/>
          </a:prstGeom>
          <a:solidFill>
            <a:srgbClr val="DBEAFE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dirty="0">
                <a:solidFill>
                  <a:srgbClr val="2857A9"/>
                </a:solidFill>
              </a:rPr>
              <a:t>일반 문의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1010CC3-9270-F0BD-B1A8-31B111296771}"/>
              </a:ext>
            </a:extLst>
          </p:cNvPr>
          <p:cNvSpPr/>
          <p:nvPr/>
        </p:nvSpPr>
        <p:spPr>
          <a:xfrm>
            <a:off x="1214719" y="3041709"/>
            <a:ext cx="756084" cy="197541"/>
          </a:xfrm>
          <a:prstGeom prst="roundRect">
            <a:avLst/>
          </a:prstGeom>
          <a:solidFill>
            <a:srgbClr val="DCFCE7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dirty="0" err="1">
                <a:solidFill>
                  <a:srgbClr val="2CA099"/>
                </a:solidFill>
              </a:rPr>
              <a:t>검토중</a:t>
            </a:r>
            <a:endParaRPr lang="ko-KR" altLang="en-US" sz="900" b="1" dirty="0">
              <a:solidFill>
                <a:srgbClr val="2CA099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0B2B79-B74B-B7A5-49CB-413B3DBD7B4B}"/>
              </a:ext>
            </a:extLst>
          </p:cNvPr>
          <p:cNvSpPr txBox="1"/>
          <p:nvPr/>
        </p:nvSpPr>
        <p:spPr>
          <a:xfrm>
            <a:off x="5853100" y="3018139"/>
            <a:ext cx="9501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/>
              <a:t>2026.03.01</a:t>
            </a: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99B21772-EFA6-5418-0B88-E7922A0ED58B}"/>
              </a:ext>
            </a:extLst>
          </p:cNvPr>
          <p:cNvCxnSpPr>
            <a:cxnSpLocks/>
          </p:cNvCxnSpPr>
          <p:nvPr/>
        </p:nvCxnSpPr>
        <p:spPr>
          <a:xfrm>
            <a:off x="388504" y="3912432"/>
            <a:ext cx="622068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700141E2-4C5D-821E-D6E4-74B843938531}"/>
              </a:ext>
            </a:extLst>
          </p:cNvPr>
          <p:cNvSpPr txBox="1"/>
          <p:nvPr/>
        </p:nvSpPr>
        <p:spPr>
          <a:xfrm>
            <a:off x="342531" y="3984960"/>
            <a:ext cx="52945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</a:rPr>
              <a:t>담당자 </a:t>
            </a:r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</a:rPr>
              <a:t>확인중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</a:rPr>
              <a:t> 입니다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2BEFAF09-46F2-7A91-9599-266ECE4A4CA1}"/>
              </a:ext>
            </a:extLst>
          </p:cNvPr>
          <p:cNvSpPr/>
          <p:nvPr/>
        </p:nvSpPr>
        <p:spPr>
          <a:xfrm>
            <a:off x="5762577" y="4009971"/>
            <a:ext cx="952686" cy="24622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상세보기  </a:t>
            </a:r>
            <a:r>
              <a:rPr lang="en-US" altLang="ko-KR" sz="1000" dirty="0">
                <a:solidFill>
                  <a:schemeClr val="tx1"/>
                </a:solidFill>
              </a:rPr>
              <a:t>〉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EF9B45CB-A7D7-7006-DC8D-FA00E2395FE6}"/>
              </a:ext>
            </a:extLst>
          </p:cNvPr>
          <p:cNvSpPr/>
          <p:nvPr/>
        </p:nvSpPr>
        <p:spPr>
          <a:xfrm>
            <a:off x="236104" y="4477492"/>
            <a:ext cx="6611236" cy="1459353"/>
          </a:xfrm>
          <a:prstGeom prst="roundRect">
            <a:avLst>
              <a:gd name="adj" fmla="val 3091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18D1E47-6F8E-DDD0-B806-A45AC697857E}"/>
              </a:ext>
            </a:extLst>
          </p:cNvPr>
          <p:cNvSpPr txBox="1"/>
          <p:nvPr/>
        </p:nvSpPr>
        <p:spPr>
          <a:xfrm>
            <a:off x="325998" y="4815810"/>
            <a:ext cx="6386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기존 사이트 마이그레이션 문의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23C6C5C-4D2A-B3B5-F263-0B1F4F7BA21F}"/>
              </a:ext>
            </a:extLst>
          </p:cNvPr>
          <p:cNvSpPr txBox="1"/>
          <p:nvPr/>
        </p:nvSpPr>
        <p:spPr>
          <a:xfrm>
            <a:off x="321278" y="5134400"/>
            <a:ext cx="63595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안녕하세요</a:t>
            </a:r>
            <a:r>
              <a:rPr lang="en-US" altLang="ko-KR" sz="1000" dirty="0"/>
              <a:t>.</a:t>
            </a:r>
            <a:r>
              <a:rPr lang="ko-KR" altLang="en-US" sz="1000" dirty="0"/>
              <a:t>이번에 견적 받은 내용으로 결제를 진행 하려고 합니다</a:t>
            </a:r>
            <a:r>
              <a:rPr lang="en-US" altLang="ko-KR" sz="1000" dirty="0"/>
              <a:t>.</a:t>
            </a:r>
            <a:r>
              <a:rPr lang="ko-KR" altLang="en-US" sz="1000" dirty="0"/>
              <a:t>어떻게 진행하면 되나요</a:t>
            </a:r>
            <a:r>
              <a:rPr lang="en-US" altLang="ko-KR" sz="1000" dirty="0"/>
              <a:t>? </a:t>
            </a:r>
            <a:r>
              <a:rPr lang="ko-KR" altLang="en-US" sz="1000" dirty="0"/>
              <a:t>첨부파일 참조</a:t>
            </a:r>
            <a:r>
              <a:rPr lang="en-US" altLang="ko-KR" sz="1000" dirty="0"/>
              <a:t>…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94FD64B4-3489-E330-9868-B28504BEAA48}"/>
              </a:ext>
            </a:extLst>
          </p:cNvPr>
          <p:cNvSpPr/>
          <p:nvPr/>
        </p:nvSpPr>
        <p:spPr>
          <a:xfrm>
            <a:off x="388132" y="4577550"/>
            <a:ext cx="756084" cy="197541"/>
          </a:xfrm>
          <a:prstGeom prst="roundRect">
            <a:avLst/>
          </a:prstGeom>
          <a:solidFill>
            <a:srgbClr val="DBEAFE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dirty="0">
                <a:solidFill>
                  <a:srgbClr val="2857A9"/>
                </a:solidFill>
              </a:rPr>
              <a:t>일반 문의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4FE1D832-91FA-7B52-DE8E-030716C475AE}"/>
              </a:ext>
            </a:extLst>
          </p:cNvPr>
          <p:cNvSpPr/>
          <p:nvPr/>
        </p:nvSpPr>
        <p:spPr>
          <a:xfrm>
            <a:off x="1214347" y="4578877"/>
            <a:ext cx="756084" cy="19754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>
                <a:solidFill>
                  <a:schemeClr val="bg1">
                    <a:lumMod val="50000"/>
                  </a:schemeClr>
                </a:solidFill>
              </a:rPr>
              <a:t>답변완료</a:t>
            </a:r>
            <a:endParaRPr lang="ko-KR" altLang="en-US" sz="9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D874C60-D135-CE55-6524-F6E610D5D52E}"/>
              </a:ext>
            </a:extLst>
          </p:cNvPr>
          <p:cNvSpPr txBox="1"/>
          <p:nvPr/>
        </p:nvSpPr>
        <p:spPr>
          <a:xfrm>
            <a:off x="5852728" y="4555307"/>
            <a:ext cx="9501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/>
              <a:t>2026.03.01</a:t>
            </a: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A1222651-8EC5-8CAD-40BD-9B599ABAB009}"/>
              </a:ext>
            </a:extLst>
          </p:cNvPr>
          <p:cNvCxnSpPr>
            <a:cxnSpLocks/>
          </p:cNvCxnSpPr>
          <p:nvPr/>
        </p:nvCxnSpPr>
        <p:spPr>
          <a:xfrm>
            <a:off x="388132" y="5449600"/>
            <a:ext cx="622068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391C7A59-CC65-4AEF-B0FB-988159A3B895}"/>
              </a:ext>
            </a:extLst>
          </p:cNvPr>
          <p:cNvSpPr txBox="1"/>
          <p:nvPr/>
        </p:nvSpPr>
        <p:spPr>
          <a:xfrm>
            <a:off x="342159" y="5522128"/>
            <a:ext cx="52945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</a:rPr>
              <a:t>답변 완료 되었습니다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9A8A1A7A-C66F-3624-1469-BF4AB206A2A0}"/>
              </a:ext>
            </a:extLst>
          </p:cNvPr>
          <p:cNvSpPr/>
          <p:nvPr/>
        </p:nvSpPr>
        <p:spPr>
          <a:xfrm>
            <a:off x="5762205" y="5547139"/>
            <a:ext cx="952686" cy="24622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상세보기  </a:t>
            </a:r>
            <a:r>
              <a:rPr lang="en-US" altLang="ko-KR" sz="1000" dirty="0">
                <a:solidFill>
                  <a:schemeClr val="tx1"/>
                </a:solidFill>
              </a:rPr>
              <a:t>〉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BD9AF9A2-A092-B690-B6A6-4285277CF890}"/>
              </a:ext>
            </a:extLst>
          </p:cNvPr>
          <p:cNvSpPr/>
          <p:nvPr/>
        </p:nvSpPr>
        <p:spPr>
          <a:xfrm>
            <a:off x="236476" y="6048245"/>
            <a:ext cx="6611236" cy="297079"/>
          </a:xfrm>
          <a:prstGeom prst="roundRect">
            <a:avLst>
              <a:gd name="adj" fmla="val 13351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D6396A4-A5BC-87E3-83BC-9B901E49148B}"/>
              </a:ext>
            </a:extLst>
          </p:cNvPr>
          <p:cNvSpPr txBox="1"/>
          <p:nvPr/>
        </p:nvSpPr>
        <p:spPr>
          <a:xfrm>
            <a:off x="242236" y="6063615"/>
            <a:ext cx="65606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+ </a:t>
            </a:r>
            <a:r>
              <a:rPr lang="ko-KR" altLang="en-US" sz="1200" b="1" dirty="0" err="1"/>
              <a:t>더보기</a:t>
            </a:r>
            <a:endParaRPr lang="ko-KR" altLang="en-US" sz="1200" b="1" dirty="0"/>
          </a:p>
        </p:txBody>
      </p:sp>
      <p:sp>
        <p:nvSpPr>
          <p:cNvPr id="58" name="화살표: 위쪽 57">
            <a:extLst>
              <a:ext uri="{FF2B5EF4-FFF2-40B4-BE49-F238E27FC236}">
                <a16:creationId xmlns:a16="http://schemas.microsoft.com/office/drawing/2014/main" id="{53368C7C-5F62-0375-0486-D3AFA2B6EB88}"/>
              </a:ext>
            </a:extLst>
          </p:cNvPr>
          <p:cNvSpPr/>
          <p:nvPr/>
        </p:nvSpPr>
        <p:spPr>
          <a:xfrm>
            <a:off x="8560131" y="6033374"/>
            <a:ext cx="1227600" cy="635986"/>
          </a:xfrm>
          <a:prstGeom prst="upArrow">
            <a:avLst>
              <a:gd name="adj1" fmla="val 73276"/>
              <a:gd name="adj2" fmla="val 50000"/>
            </a:avLst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ko-KR" altLang="en-US" sz="1200" b="1" dirty="0">
                <a:solidFill>
                  <a:schemeClr val="bg1"/>
                </a:solidFill>
                <a:latin typeface="맑은 고딕" pitchFamily="50" charset="-127"/>
              </a:rPr>
              <a:t>이전페이지</a:t>
            </a:r>
            <a:r>
              <a:rPr lang="ko-KR" altLang="en-US" sz="1200" dirty="0">
                <a:solidFill>
                  <a:schemeClr val="bg1"/>
                </a:solidFill>
                <a:latin typeface="맑은 고딕" pitchFamily="50" charset="-127"/>
              </a:rPr>
              <a:t> 이어서</a:t>
            </a:r>
            <a:endParaRPr kumimoji="1" lang="ko-KR" altLang="en-US" sz="1200" b="1" dirty="0">
              <a:solidFill>
                <a:schemeClr val="bg1"/>
              </a:solidFill>
              <a:latin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79416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B89DD-DE98-3FA9-1EB7-06C520D31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08580D-8180-58DB-A8F4-678B4E0CD989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 err="1">
                <a:solidFill>
                  <a:prstClr val="black"/>
                </a:solidFill>
              </a:rPr>
              <a:t>와아이프레임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PC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graphicFrame>
        <p:nvGraphicFramePr>
          <p:cNvPr id="3" name="Group 260">
            <a:extLst>
              <a:ext uri="{FF2B5EF4-FFF2-40B4-BE49-F238E27FC236}">
                <a16:creationId xmlns:a16="http://schemas.microsoft.com/office/drawing/2014/main" id="{16B4EA77-B417-A88A-CD39-204E85155C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91825"/>
              </p:ext>
            </p:extLst>
          </p:nvPr>
        </p:nvGraphicFramePr>
        <p:xfrm>
          <a:off x="6969418" y="2548005"/>
          <a:ext cx="2772114" cy="647558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게시판 </a:t>
                      </a: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샘플</a:t>
                      </a: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게시판 조회 </a:t>
                      </a:r>
                      <a:r>
                        <a:rPr kumimoji="1" lang="en-US" altLang="ko-KR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답변완료 </a:t>
                      </a:r>
                      <a:r>
                        <a:rPr kumimoji="1" lang="en-US" altLang="ko-KR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(1/2)</a:t>
                      </a:r>
                      <a:endParaRPr kumimoji="1" lang="ko-KR" altLang="en-US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게시판 조회 페이지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8EA24CA-B27C-D6CD-DF7B-3E867290D880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와이어프레임 </a:t>
            </a:r>
            <a:r>
              <a:rPr lang="en-US" altLang="ko-KR" sz="900" b="1" dirty="0">
                <a:solidFill>
                  <a:prstClr val="black"/>
                </a:solidFill>
              </a:rPr>
              <a:t>PC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3DFB394-EFC0-E24A-2887-C3D845EB775F}"/>
              </a:ext>
            </a:extLst>
          </p:cNvPr>
          <p:cNvSpPr/>
          <p:nvPr/>
        </p:nvSpPr>
        <p:spPr>
          <a:xfrm>
            <a:off x="236476" y="1412776"/>
            <a:ext cx="6611236" cy="5220580"/>
          </a:xfrm>
          <a:prstGeom prst="roundRect">
            <a:avLst>
              <a:gd name="adj" fmla="val 680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94DFE1-43A7-FECF-5090-67F70C02BB7E}"/>
              </a:ext>
            </a:extLst>
          </p:cNvPr>
          <p:cNvSpPr txBox="1"/>
          <p:nvPr/>
        </p:nvSpPr>
        <p:spPr>
          <a:xfrm>
            <a:off x="326370" y="1751094"/>
            <a:ext cx="6386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견적 받은 내용으로 상품을 구매하고 싶습니다</a:t>
            </a:r>
            <a:r>
              <a:rPr lang="en-US" altLang="ko-KR" sz="1200" b="1" dirty="0"/>
              <a:t>.</a:t>
            </a:r>
            <a:endParaRPr lang="ko-KR" altLang="en-US" sz="1200" b="1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CE993482-C347-F3E9-073C-A57A079318EC}"/>
              </a:ext>
            </a:extLst>
          </p:cNvPr>
          <p:cNvSpPr/>
          <p:nvPr/>
        </p:nvSpPr>
        <p:spPr>
          <a:xfrm>
            <a:off x="388504" y="1512834"/>
            <a:ext cx="756084" cy="197541"/>
          </a:xfrm>
          <a:prstGeom prst="roundRect">
            <a:avLst/>
          </a:prstGeom>
          <a:solidFill>
            <a:srgbClr val="DBEAFE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dirty="0">
                <a:solidFill>
                  <a:srgbClr val="2857A9"/>
                </a:solidFill>
              </a:rPr>
              <a:t>일반 문의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C5CE5CB6-A707-9CAC-9223-EE24AA6EA7FE}"/>
              </a:ext>
            </a:extLst>
          </p:cNvPr>
          <p:cNvSpPr/>
          <p:nvPr/>
        </p:nvSpPr>
        <p:spPr>
          <a:xfrm>
            <a:off x="1214719" y="1514161"/>
            <a:ext cx="756084" cy="19754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dirty="0">
                <a:solidFill>
                  <a:schemeClr val="bg1">
                    <a:lumMod val="50000"/>
                  </a:schemeClr>
                </a:solidFill>
              </a:rPr>
              <a:t>답변완료</a:t>
            </a: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893AC445-D49A-5C2C-D480-7BA6567A992A}"/>
              </a:ext>
            </a:extLst>
          </p:cNvPr>
          <p:cNvCxnSpPr>
            <a:cxnSpLocks/>
          </p:cNvCxnSpPr>
          <p:nvPr/>
        </p:nvCxnSpPr>
        <p:spPr>
          <a:xfrm>
            <a:off x="388504" y="2384884"/>
            <a:ext cx="622068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C815B4D-5CD4-FCE1-9FED-7C9BC47A3EA7}"/>
              </a:ext>
            </a:extLst>
          </p:cNvPr>
          <p:cNvSpPr txBox="1"/>
          <p:nvPr/>
        </p:nvSpPr>
        <p:spPr>
          <a:xfrm>
            <a:off x="342531" y="2047133"/>
            <a:ext cx="19038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요청일 </a:t>
            </a:r>
            <a:r>
              <a:rPr lang="en-US" altLang="ko-KR" sz="1000" dirty="0"/>
              <a:t>: 2026.03.01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57781D-EA97-07F6-E55F-7B612F9F4226}"/>
              </a:ext>
            </a:extLst>
          </p:cNvPr>
          <p:cNvSpPr txBox="1"/>
          <p:nvPr/>
        </p:nvSpPr>
        <p:spPr>
          <a:xfrm>
            <a:off x="6478929" y="1412776"/>
            <a:ext cx="278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×</a:t>
            </a:r>
            <a:endParaRPr lang="ko-KR" alt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95BE19-303B-82CB-9C28-A7FF7A865742}"/>
              </a:ext>
            </a:extLst>
          </p:cNvPr>
          <p:cNvSpPr txBox="1"/>
          <p:nvPr/>
        </p:nvSpPr>
        <p:spPr>
          <a:xfrm>
            <a:off x="348892" y="2477570"/>
            <a:ext cx="16219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문의</a:t>
            </a:r>
            <a:r>
              <a:rPr lang="en-US" altLang="ko-KR" sz="1000" b="1" dirty="0"/>
              <a:t> </a:t>
            </a:r>
            <a:r>
              <a:rPr lang="ko-KR" altLang="en-US" sz="1000" b="1" dirty="0"/>
              <a:t>요청 상세 내용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34319B7-0104-CD61-C84D-F74A3E67AE4E}"/>
              </a:ext>
            </a:extLst>
          </p:cNvPr>
          <p:cNvSpPr/>
          <p:nvPr/>
        </p:nvSpPr>
        <p:spPr>
          <a:xfrm>
            <a:off x="388504" y="2723791"/>
            <a:ext cx="6324271" cy="1209264"/>
          </a:xfrm>
          <a:prstGeom prst="roundRect">
            <a:avLst>
              <a:gd name="adj" fmla="val 6081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7B01D9-E315-B5D6-A78B-E55CDEA569E7}"/>
              </a:ext>
            </a:extLst>
          </p:cNvPr>
          <p:cNvSpPr txBox="1"/>
          <p:nvPr/>
        </p:nvSpPr>
        <p:spPr>
          <a:xfrm>
            <a:off x="417652" y="2834633"/>
            <a:ext cx="6191532" cy="985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/>
              <a:t>안녕하세요</a:t>
            </a:r>
            <a:r>
              <a:rPr lang="en-US" altLang="ko-KR" sz="10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dirty="0"/>
              <a:t>이번에 견적 받은 내용으로 결제를 진행 하려고 합니다</a:t>
            </a:r>
            <a:r>
              <a:rPr lang="en-US" altLang="ko-KR" sz="10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dirty="0"/>
              <a:t>어떻게 진행하면 되나요</a:t>
            </a:r>
            <a:r>
              <a:rPr lang="en-US" altLang="ko-KR" sz="1000" dirty="0"/>
              <a:t>? </a:t>
            </a:r>
          </a:p>
          <a:p>
            <a:pPr>
              <a:lnSpc>
                <a:spcPct val="150000"/>
              </a:lnSpc>
            </a:pPr>
            <a:r>
              <a:rPr lang="ko-KR" altLang="en-US" sz="1000" dirty="0"/>
              <a:t>첨부파일 확인 부탁 드립니다</a:t>
            </a:r>
            <a:r>
              <a:rPr lang="en-US" altLang="ko-KR" sz="1000" dirty="0"/>
              <a:t>.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C36EFA9-C7A9-D345-49A0-940159B4AF72}"/>
              </a:ext>
            </a:extLst>
          </p:cNvPr>
          <p:cNvSpPr/>
          <p:nvPr/>
        </p:nvSpPr>
        <p:spPr>
          <a:xfrm>
            <a:off x="416496" y="4329100"/>
            <a:ext cx="2196244" cy="246221"/>
          </a:xfrm>
          <a:prstGeom prst="roundRect">
            <a:avLst>
              <a:gd name="adj" fmla="val 18156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      견적서</a:t>
            </a:r>
            <a:r>
              <a:rPr lang="en-US" altLang="ko-KR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.JPG (</a:t>
            </a:r>
            <a:r>
              <a:rPr lang="en-US" altLang="ko-KR" sz="900" dirty="0">
                <a:solidFill>
                  <a:schemeClr val="tx1"/>
                </a:solidFill>
                <a:latin typeface="맑은 고딕" pitchFamily="50" charset="-127"/>
              </a:rPr>
              <a:t>10MB)</a:t>
            </a:r>
            <a:endParaRPr lang="en-US" altLang="ko-KR" sz="9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Check File">
            <a:extLst>
              <a:ext uri="{FF2B5EF4-FFF2-40B4-BE49-F238E27FC236}">
                <a16:creationId xmlns:a16="http://schemas.microsoft.com/office/drawing/2014/main" id="{66DE8785-60A5-354B-75AE-041A376E2FB6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509966" y="4372658"/>
            <a:ext cx="163513" cy="163512"/>
          </a:xfrm>
          <a:custGeom>
            <a:avLst/>
            <a:gdLst>
              <a:gd name="T0" fmla="*/ 217 w 1417"/>
              <a:gd name="T1" fmla="*/ 0 h 1411"/>
              <a:gd name="T2" fmla="*/ 0 w 1417"/>
              <a:gd name="T3" fmla="*/ 217 h 1411"/>
              <a:gd name="T4" fmla="*/ 0 w 1417"/>
              <a:gd name="T5" fmla="*/ 1194 h 1411"/>
              <a:gd name="T6" fmla="*/ 217 w 1417"/>
              <a:gd name="T7" fmla="*/ 1411 h 1411"/>
              <a:gd name="T8" fmla="*/ 863 w 1417"/>
              <a:gd name="T9" fmla="*/ 1411 h 1411"/>
              <a:gd name="T10" fmla="*/ 754 w 1417"/>
              <a:gd name="T11" fmla="*/ 1302 h 1411"/>
              <a:gd name="T12" fmla="*/ 217 w 1417"/>
              <a:gd name="T13" fmla="*/ 1302 h 1411"/>
              <a:gd name="T14" fmla="*/ 108 w 1417"/>
              <a:gd name="T15" fmla="*/ 1194 h 1411"/>
              <a:gd name="T16" fmla="*/ 108 w 1417"/>
              <a:gd name="T17" fmla="*/ 217 h 1411"/>
              <a:gd name="T18" fmla="*/ 217 w 1417"/>
              <a:gd name="T19" fmla="*/ 108 h 1411"/>
              <a:gd name="T20" fmla="*/ 614 w 1417"/>
              <a:gd name="T21" fmla="*/ 108 h 1411"/>
              <a:gd name="T22" fmla="*/ 651 w 1417"/>
              <a:gd name="T23" fmla="*/ 217 h 1411"/>
              <a:gd name="T24" fmla="*/ 651 w 1417"/>
              <a:gd name="T25" fmla="*/ 380 h 1411"/>
              <a:gd name="T26" fmla="*/ 705 w 1417"/>
              <a:gd name="T27" fmla="*/ 434 h 1411"/>
              <a:gd name="T28" fmla="*/ 868 w 1417"/>
              <a:gd name="T29" fmla="*/ 434 h 1411"/>
              <a:gd name="T30" fmla="*/ 977 w 1417"/>
              <a:gd name="T31" fmla="*/ 488 h 1411"/>
              <a:gd name="T32" fmla="*/ 977 w 1417"/>
              <a:gd name="T33" fmla="*/ 1021 h 1411"/>
              <a:gd name="T34" fmla="*/ 988 w 1417"/>
              <a:gd name="T35" fmla="*/ 1031 h 1411"/>
              <a:gd name="T36" fmla="*/ 1085 w 1417"/>
              <a:gd name="T37" fmla="*/ 885 h 1411"/>
              <a:gd name="T38" fmla="*/ 1085 w 1417"/>
              <a:gd name="T39" fmla="*/ 434 h 1411"/>
              <a:gd name="T40" fmla="*/ 939 w 1417"/>
              <a:gd name="T41" fmla="*/ 229 h 1411"/>
              <a:gd name="T42" fmla="*/ 895 w 1417"/>
              <a:gd name="T43" fmla="*/ 190 h 1411"/>
              <a:gd name="T44" fmla="*/ 858 w 1417"/>
              <a:gd name="T45" fmla="*/ 147 h 1411"/>
              <a:gd name="T46" fmla="*/ 651 w 1417"/>
              <a:gd name="T47" fmla="*/ 0 h 1411"/>
              <a:gd name="T48" fmla="*/ 217 w 1417"/>
              <a:gd name="T49" fmla="*/ 0 h 1411"/>
              <a:gd name="T50" fmla="*/ 1323 w 1417"/>
              <a:gd name="T51" fmla="*/ 760 h 1411"/>
              <a:gd name="T52" fmla="*/ 1287 w 1417"/>
              <a:gd name="T53" fmla="*/ 777 h 1411"/>
              <a:gd name="T54" fmla="*/ 999 w 1417"/>
              <a:gd name="T55" fmla="*/ 1199 h 1411"/>
              <a:gd name="T56" fmla="*/ 868 w 1417"/>
              <a:gd name="T57" fmla="*/ 1063 h 1411"/>
              <a:gd name="T58" fmla="*/ 819 w 1417"/>
              <a:gd name="T59" fmla="*/ 1063 h 1411"/>
              <a:gd name="T60" fmla="*/ 771 w 1417"/>
              <a:gd name="T61" fmla="*/ 1112 h 1411"/>
              <a:gd name="T62" fmla="*/ 771 w 1417"/>
              <a:gd name="T63" fmla="*/ 1162 h 1411"/>
              <a:gd name="T64" fmla="*/ 972 w 1417"/>
              <a:gd name="T65" fmla="*/ 1362 h 1411"/>
              <a:gd name="T66" fmla="*/ 1016 w 1417"/>
              <a:gd name="T67" fmla="*/ 1384 h 1411"/>
              <a:gd name="T68" fmla="*/ 1058 w 1417"/>
              <a:gd name="T69" fmla="*/ 1357 h 1411"/>
              <a:gd name="T70" fmla="*/ 1406 w 1417"/>
              <a:gd name="T71" fmla="*/ 846 h 1411"/>
              <a:gd name="T72" fmla="*/ 1396 w 1417"/>
              <a:gd name="T73" fmla="*/ 804 h 1411"/>
              <a:gd name="T74" fmla="*/ 1334 w 1417"/>
              <a:gd name="T75" fmla="*/ 765 h 1411"/>
              <a:gd name="T76" fmla="*/ 1323 w 1417"/>
              <a:gd name="T77" fmla="*/ 760 h 1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417" h="1411">
                <a:moveTo>
                  <a:pt x="217" y="0"/>
                </a:moveTo>
                <a:cubicBezTo>
                  <a:pt x="97" y="0"/>
                  <a:pt x="0" y="98"/>
                  <a:pt x="0" y="217"/>
                </a:cubicBezTo>
                <a:lnTo>
                  <a:pt x="0" y="1194"/>
                </a:lnTo>
                <a:cubicBezTo>
                  <a:pt x="0" y="1313"/>
                  <a:pt x="97" y="1411"/>
                  <a:pt x="217" y="1411"/>
                </a:cubicBezTo>
                <a:lnTo>
                  <a:pt x="863" y="1411"/>
                </a:lnTo>
                <a:lnTo>
                  <a:pt x="754" y="1302"/>
                </a:lnTo>
                <a:lnTo>
                  <a:pt x="217" y="1302"/>
                </a:lnTo>
                <a:cubicBezTo>
                  <a:pt x="157" y="1302"/>
                  <a:pt x="108" y="1254"/>
                  <a:pt x="108" y="1194"/>
                </a:cubicBezTo>
                <a:lnTo>
                  <a:pt x="108" y="217"/>
                </a:lnTo>
                <a:cubicBezTo>
                  <a:pt x="108" y="157"/>
                  <a:pt x="157" y="108"/>
                  <a:pt x="217" y="108"/>
                </a:cubicBezTo>
                <a:lnTo>
                  <a:pt x="614" y="108"/>
                </a:lnTo>
                <a:cubicBezTo>
                  <a:pt x="652" y="119"/>
                  <a:pt x="651" y="168"/>
                  <a:pt x="651" y="217"/>
                </a:cubicBezTo>
                <a:lnTo>
                  <a:pt x="651" y="380"/>
                </a:lnTo>
                <a:cubicBezTo>
                  <a:pt x="651" y="412"/>
                  <a:pt x="673" y="434"/>
                  <a:pt x="705" y="434"/>
                </a:cubicBezTo>
                <a:lnTo>
                  <a:pt x="868" y="434"/>
                </a:lnTo>
                <a:cubicBezTo>
                  <a:pt x="922" y="434"/>
                  <a:pt x="977" y="434"/>
                  <a:pt x="977" y="488"/>
                </a:cubicBezTo>
                <a:lnTo>
                  <a:pt x="977" y="1021"/>
                </a:lnTo>
                <a:lnTo>
                  <a:pt x="988" y="1031"/>
                </a:lnTo>
                <a:lnTo>
                  <a:pt x="1085" y="885"/>
                </a:lnTo>
                <a:lnTo>
                  <a:pt x="1085" y="434"/>
                </a:lnTo>
                <a:cubicBezTo>
                  <a:pt x="1085" y="374"/>
                  <a:pt x="1032" y="321"/>
                  <a:pt x="939" y="229"/>
                </a:cubicBezTo>
                <a:cubicBezTo>
                  <a:pt x="923" y="218"/>
                  <a:pt x="911" y="201"/>
                  <a:pt x="895" y="190"/>
                </a:cubicBezTo>
                <a:cubicBezTo>
                  <a:pt x="884" y="174"/>
                  <a:pt x="869" y="164"/>
                  <a:pt x="858" y="147"/>
                </a:cubicBezTo>
                <a:cubicBezTo>
                  <a:pt x="766" y="55"/>
                  <a:pt x="711" y="0"/>
                  <a:pt x="651" y="0"/>
                </a:cubicBezTo>
                <a:lnTo>
                  <a:pt x="217" y="0"/>
                </a:lnTo>
                <a:close/>
                <a:moveTo>
                  <a:pt x="1323" y="760"/>
                </a:moveTo>
                <a:cubicBezTo>
                  <a:pt x="1309" y="757"/>
                  <a:pt x="1295" y="764"/>
                  <a:pt x="1287" y="777"/>
                </a:cubicBezTo>
                <a:lnTo>
                  <a:pt x="999" y="1199"/>
                </a:lnTo>
                <a:lnTo>
                  <a:pt x="868" y="1063"/>
                </a:lnTo>
                <a:cubicBezTo>
                  <a:pt x="852" y="1047"/>
                  <a:pt x="830" y="1047"/>
                  <a:pt x="819" y="1063"/>
                </a:cubicBezTo>
                <a:lnTo>
                  <a:pt x="771" y="1112"/>
                </a:lnTo>
                <a:cubicBezTo>
                  <a:pt x="755" y="1129"/>
                  <a:pt x="755" y="1151"/>
                  <a:pt x="771" y="1162"/>
                </a:cubicBezTo>
                <a:lnTo>
                  <a:pt x="972" y="1362"/>
                </a:lnTo>
                <a:cubicBezTo>
                  <a:pt x="982" y="1373"/>
                  <a:pt x="999" y="1384"/>
                  <a:pt x="1016" y="1384"/>
                </a:cubicBezTo>
                <a:cubicBezTo>
                  <a:pt x="1032" y="1384"/>
                  <a:pt x="1047" y="1373"/>
                  <a:pt x="1058" y="1357"/>
                </a:cubicBezTo>
                <a:lnTo>
                  <a:pt x="1406" y="846"/>
                </a:lnTo>
                <a:cubicBezTo>
                  <a:pt x="1417" y="841"/>
                  <a:pt x="1412" y="815"/>
                  <a:pt x="1396" y="804"/>
                </a:cubicBezTo>
                <a:lnTo>
                  <a:pt x="1334" y="765"/>
                </a:lnTo>
                <a:cubicBezTo>
                  <a:pt x="1330" y="762"/>
                  <a:pt x="1327" y="760"/>
                  <a:pt x="1323" y="760"/>
                </a:cubicBezTo>
                <a:close/>
              </a:path>
            </a:pathLst>
          </a:cu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Download">
            <a:extLst>
              <a:ext uri="{FF2B5EF4-FFF2-40B4-BE49-F238E27FC236}">
                <a16:creationId xmlns:a16="http://schemas.microsoft.com/office/drawing/2014/main" id="{FAC8A6D5-D1F7-3B16-B913-87EFAC6DCA06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2120866" y="4365379"/>
            <a:ext cx="163513" cy="163512"/>
          </a:xfrm>
          <a:custGeom>
            <a:avLst/>
            <a:gdLst>
              <a:gd name="T0" fmla="*/ 597 w 1411"/>
              <a:gd name="T1" fmla="*/ 0 h 1412"/>
              <a:gd name="T2" fmla="*/ 434 w 1411"/>
              <a:gd name="T3" fmla="*/ 163 h 1412"/>
              <a:gd name="T4" fmla="*/ 434 w 1411"/>
              <a:gd name="T5" fmla="*/ 597 h 1412"/>
              <a:gd name="T6" fmla="*/ 258 w 1411"/>
              <a:gd name="T7" fmla="*/ 597 h 1412"/>
              <a:gd name="T8" fmla="*/ 230 w 1411"/>
              <a:gd name="T9" fmla="*/ 677 h 1412"/>
              <a:gd name="T10" fmla="*/ 588 w 1411"/>
              <a:gd name="T11" fmla="*/ 1033 h 1412"/>
              <a:gd name="T12" fmla="*/ 826 w 1411"/>
              <a:gd name="T13" fmla="*/ 1033 h 1412"/>
              <a:gd name="T14" fmla="*/ 1182 w 1411"/>
              <a:gd name="T15" fmla="*/ 677 h 1412"/>
              <a:gd name="T16" fmla="*/ 1157 w 1411"/>
              <a:gd name="T17" fmla="*/ 597 h 1412"/>
              <a:gd name="T18" fmla="*/ 977 w 1411"/>
              <a:gd name="T19" fmla="*/ 597 h 1412"/>
              <a:gd name="T20" fmla="*/ 977 w 1411"/>
              <a:gd name="T21" fmla="*/ 163 h 1412"/>
              <a:gd name="T22" fmla="*/ 814 w 1411"/>
              <a:gd name="T23" fmla="*/ 0 h 1412"/>
              <a:gd name="T24" fmla="*/ 597 w 1411"/>
              <a:gd name="T25" fmla="*/ 0 h 1412"/>
              <a:gd name="T26" fmla="*/ 0 w 1411"/>
              <a:gd name="T27" fmla="*/ 1032 h 1412"/>
              <a:gd name="T28" fmla="*/ 0 w 1411"/>
              <a:gd name="T29" fmla="*/ 1249 h 1412"/>
              <a:gd name="T30" fmla="*/ 163 w 1411"/>
              <a:gd name="T31" fmla="*/ 1412 h 1412"/>
              <a:gd name="T32" fmla="*/ 1248 w 1411"/>
              <a:gd name="T33" fmla="*/ 1412 h 1412"/>
              <a:gd name="T34" fmla="*/ 1411 w 1411"/>
              <a:gd name="T35" fmla="*/ 1249 h 1412"/>
              <a:gd name="T36" fmla="*/ 1411 w 1411"/>
              <a:gd name="T37" fmla="*/ 1032 h 1412"/>
              <a:gd name="T38" fmla="*/ 1302 w 1411"/>
              <a:gd name="T39" fmla="*/ 1032 h 1412"/>
              <a:gd name="T40" fmla="*/ 1302 w 1411"/>
              <a:gd name="T41" fmla="*/ 1249 h 1412"/>
              <a:gd name="T42" fmla="*/ 1248 w 1411"/>
              <a:gd name="T43" fmla="*/ 1303 h 1412"/>
              <a:gd name="T44" fmla="*/ 163 w 1411"/>
              <a:gd name="T45" fmla="*/ 1303 h 1412"/>
              <a:gd name="T46" fmla="*/ 108 w 1411"/>
              <a:gd name="T47" fmla="*/ 1249 h 1412"/>
              <a:gd name="T48" fmla="*/ 108 w 1411"/>
              <a:gd name="T49" fmla="*/ 1032 h 1412"/>
              <a:gd name="T50" fmla="*/ 0 w 1411"/>
              <a:gd name="T51" fmla="*/ 1032 h 14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411" h="1412">
                <a:moveTo>
                  <a:pt x="597" y="0"/>
                </a:moveTo>
                <a:cubicBezTo>
                  <a:pt x="507" y="0"/>
                  <a:pt x="434" y="73"/>
                  <a:pt x="434" y="163"/>
                </a:cubicBezTo>
                <a:lnTo>
                  <a:pt x="434" y="597"/>
                </a:lnTo>
                <a:lnTo>
                  <a:pt x="258" y="597"/>
                </a:lnTo>
                <a:cubicBezTo>
                  <a:pt x="181" y="597"/>
                  <a:pt x="165" y="611"/>
                  <a:pt x="230" y="677"/>
                </a:cubicBezTo>
                <a:lnTo>
                  <a:pt x="588" y="1033"/>
                </a:lnTo>
                <a:cubicBezTo>
                  <a:pt x="708" y="1153"/>
                  <a:pt x="706" y="1153"/>
                  <a:pt x="826" y="1033"/>
                </a:cubicBezTo>
                <a:lnTo>
                  <a:pt x="1182" y="677"/>
                </a:lnTo>
                <a:cubicBezTo>
                  <a:pt x="1248" y="611"/>
                  <a:pt x="1226" y="597"/>
                  <a:pt x="1157" y="597"/>
                </a:cubicBezTo>
                <a:lnTo>
                  <a:pt x="977" y="597"/>
                </a:lnTo>
                <a:lnTo>
                  <a:pt x="977" y="163"/>
                </a:lnTo>
                <a:cubicBezTo>
                  <a:pt x="977" y="73"/>
                  <a:pt x="904" y="0"/>
                  <a:pt x="814" y="0"/>
                </a:cubicBezTo>
                <a:lnTo>
                  <a:pt x="597" y="0"/>
                </a:lnTo>
                <a:close/>
                <a:moveTo>
                  <a:pt x="0" y="1032"/>
                </a:moveTo>
                <a:lnTo>
                  <a:pt x="0" y="1249"/>
                </a:lnTo>
                <a:cubicBezTo>
                  <a:pt x="0" y="1339"/>
                  <a:pt x="73" y="1412"/>
                  <a:pt x="163" y="1412"/>
                </a:cubicBezTo>
                <a:lnTo>
                  <a:pt x="1248" y="1412"/>
                </a:lnTo>
                <a:cubicBezTo>
                  <a:pt x="1338" y="1412"/>
                  <a:pt x="1411" y="1339"/>
                  <a:pt x="1411" y="1249"/>
                </a:cubicBezTo>
                <a:lnTo>
                  <a:pt x="1411" y="1032"/>
                </a:lnTo>
                <a:lnTo>
                  <a:pt x="1302" y="1032"/>
                </a:lnTo>
                <a:lnTo>
                  <a:pt x="1302" y="1249"/>
                </a:lnTo>
                <a:cubicBezTo>
                  <a:pt x="1302" y="1279"/>
                  <a:pt x="1278" y="1303"/>
                  <a:pt x="1248" y="1303"/>
                </a:cubicBezTo>
                <a:lnTo>
                  <a:pt x="163" y="1303"/>
                </a:lnTo>
                <a:cubicBezTo>
                  <a:pt x="133" y="1303"/>
                  <a:pt x="108" y="1279"/>
                  <a:pt x="108" y="1249"/>
                </a:cubicBezTo>
                <a:lnTo>
                  <a:pt x="108" y="1032"/>
                </a:lnTo>
                <a:lnTo>
                  <a:pt x="0" y="1032"/>
                </a:lnTo>
                <a:close/>
              </a:path>
            </a:pathLst>
          </a:custGeom>
          <a:solidFill>
            <a:srgbClr val="5F5F5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BC63F496-EFB8-A0C6-0889-61F3DFC35100}"/>
              </a:ext>
            </a:extLst>
          </p:cNvPr>
          <p:cNvSpPr/>
          <p:nvPr/>
        </p:nvSpPr>
        <p:spPr>
          <a:xfrm>
            <a:off x="409880" y="4001823"/>
            <a:ext cx="1106031" cy="246221"/>
          </a:xfrm>
          <a:prstGeom prst="roundRect">
            <a:avLst>
              <a:gd name="adj" fmla="val 18156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메인 디자인 제작</a:t>
            </a:r>
            <a:endParaRPr lang="en-US" altLang="ko-KR" sz="9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2E72D2BE-C6C0-BEA8-4B4F-F80D9570EB67}"/>
              </a:ext>
            </a:extLst>
          </p:cNvPr>
          <p:cNvSpPr/>
          <p:nvPr/>
        </p:nvSpPr>
        <p:spPr>
          <a:xfrm>
            <a:off x="1578717" y="4010871"/>
            <a:ext cx="1106031" cy="246221"/>
          </a:xfrm>
          <a:prstGeom prst="roundRect">
            <a:avLst>
              <a:gd name="adj" fmla="val 18156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메뉴 및 기능 추가</a:t>
            </a:r>
            <a:endParaRPr lang="en-US" altLang="ko-KR" sz="9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42F23FE-06BF-C9E1-1119-2EFB7CB3AF52}"/>
              </a:ext>
            </a:extLst>
          </p:cNvPr>
          <p:cNvSpPr txBox="1"/>
          <p:nvPr/>
        </p:nvSpPr>
        <p:spPr>
          <a:xfrm>
            <a:off x="361282" y="4635329"/>
            <a:ext cx="16219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rgbClr val="2857A9"/>
                </a:solidFill>
              </a:rPr>
              <a:t>답변 내용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E5C6317A-CB87-3C0D-68FC-DA9D4068C870}"/>
              </a:ext>
            </a:extLst>
          </p:cNvPr>
          <p:cNvSpPr/>
          <p:nvPr/>
        </p:nvSpPr>
        <p:spPr>
          <a:xfrm>
            <a:off x="400894" y="4881549"/>
            <a:ext cx="6324271" cy="1397573"/>
          </a:xfrm>
          <a:prstGeom prst="roundRect">
            <a:avLst>
              <a:gd name="adj" fmla="val 6081"/>
            </a:avLst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rgbClr val="2857A9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34ED5A7-0844-9B31-32D0-F6A9F446311C}"/>
              </a:ext>
            </a:extLst>
          </p:cNvPr>
          <p:cNvSpPr txBox="1"/>
          <p:nvPr/>
        </p:nvSpPr>
        <p:spPr>
          <a:xfrm>
            <a:off x="430042" y="4992392"/>
            <a:ext cx="6191532" cy="1216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/>
              <a:t>안녕하세요</a:t>
            </a:r>
            <a:r>
              <a:rPr lang="en-US" altLang="ko-KR" sz="1000" dirty="0"/>
              <a:t>. </a:t>
            </a:r>
            <a:r>
              <a:rPr lang="ko-KR" altLang="en-US" sz="1000" dirty="0"/>
              <a:t>고객님</a:t>
            </a:r>
            <a:r>
              <a:rPr lang="en-US" altLang="ko-KR" sz="1000" dirty="0"/>
              <a:t>..</a:t>
            </a:r>
            <a:br>
              <a:rPr lang="en-US" altLang="ko-KR" sz="1000" dirty="0"/>
            </a:br>
            <a:r>
              <a:rPr lang="ko-KR" altLang="en-US" sz="1000" dirty="0"/>
              <a:t>요청주신 내용을 바탕으로 견적서를 산출 하였습니다</a:t>
            </a:r>
            <a:r>
              <a:rPr lang="en-US" altLang="ko-KR" sz="10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dirty="0"/>
              <a:t>견적서 내용 그대로 상품이 만들어졌습니다</a:t>
            </a:r>
            <a:r>
              <a:rPr lang="en-US" altLang="ko-KR" sz="10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dirty="0"/>
              <a:t>상품 리스트에서 구매절차를 진행 하시면 됩니다</a:t>
            </a:r>
            <a:r>
              <a:rPr lang="en-US" altLang="ko-KR" sz="10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dirty="0"/>
              <a:t>감사합니다</a:t>
            </a:r>
            <a:r>
              <a:rPr lang="en-US" altLang="ko-KR" sz="1000" dirty="0"/>
              <a:t>.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90C18AE2-0830-F9B2-1165-6080EDEF11B4}"/>
              </a:ext>
            </a:extLst>
          </p:cNvPr>
          <p:cNvSpPr/>
          <p:nvPr/>
        </p:nvSpPr>
        <p:spPr>
          <a:xfrm>
            <a:off x="392882" y="6351131"/>
            <a:ext cx="2196244" cy="246221"/>
          </a:xfrm>
          <a:prstGeom prst="roundRect">
            <a:avLst>
              <a:gd name="adj" fmla="val 18156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      견적서</a:t>
            </a:r>
            <a:r>
              <a:rPr lang="en-US" altLang="ko-KR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.JPG (</a:t>
            </a:r>
            <a:r>
              <a:rPr lang="en-US" altLang="ko-KR" sz="900" dirty="0">
                <a:solidFill>
                  <a:schemeClr val="tx1"/>
                </a:solidFill>
                <a:latin typeface="맑은 고딕" pitchFamily="50" charset="-127"/>
              </a:rPr>
              <a:t>10MB)</a:t>
            </a:r>
            <a:endParaRPr lang="en-US" altLang="ko-KR" sz="9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" name="Check File">
            <a:extLst>
              <a:ext uri="{FF2B5EF4-FFF2-40B4-BE49-F238E27FC236}">
                <a16:creationId xmlns:a16="http://schemas.microsoft.com/office/drawing/2014/main" id="{1C0A543E-F7DF-2AB0-4070-3BD8CEB8F567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86352" y="6394689"/>
            <a:ext cx="163513" cy="163512"/>
          </a:xfrm>
          <a:custGeom>
            <a:avLst/>
            <a:gdLst>
              <a:gd name="T0" fmla="*/ 217 w 1417"/>
              <a:gd name="T1" fmla="*/ 0 h 1411"/>
              <a:gd name="T2" fmla="*/ 0 w 1417"/>
              <a:gd name="T3" fmla="*/ 217 h 1411"/>
              <a:gd name="T4" fmla="*/ 0 w 1417"/>
              <a:gd name="T5" fmla="*/ 1194 h 1411"/>
              <a:gd name="T6" fmla="*/ 217 w 1417"/>
              <a:gd name="T7" fmla="*/ 1411 h 1411"/>
              <a:gd name="T8" fmla="*/ 863 w 1417"/>
              <a:gd name="T9" fmla="*/ 1411 h 1411"/>
              <a:gd name="T10" fmla="*/ 754 w 1417"/>
              <a:gd name="T11" fmla="*/ 1302 h 1411"/>
              <a:gd name="T12" fmla="*/ 217 w 1417"/>
              <a:gd name="T13" fmla="*/ 1302 h 1411"/>
              <a:gd name="T14" fmla="*/ 108 w 1417"/>
              <a:gd name="T15" fmla="*/ 1194 h 1411"/>
              <a:gd name="T16" fmla="*/ 108 w 1417"/>
              <a:gd name="T17" fmla="*/ 217 h 1411"/>
              <a:gd name="T18" fmla="*/ 217 w 1417"/>
              <a:gd name="T19" fmla="*/ 108 h 1411"/>
              <a:gd name="T20" fmla="*/ 614 w 1417"/>
              <a:gd name="T21" fmla="*/ 108 h 1411"/>
              <a:gd name="T22" fmla="*/ 651 w 1417"/>
              <a:gd name="T23" fmla="*/ 217 h 1411"/>
              <a:gd name="T24" fmla="*/ 651 w 1417"/>
              <a:gd name="T25" fmla="*/ 380 h 1411"/>
              <a:gd name="T26" fmla="*/ 705 w 1417"/>
              <a:gd name="T27" fmla="*/ 434 h 1411"/>
              <a:gd name="T28" fmla="*/ 868 w 1417"/>
              <a:gd name="T29" fmla="*/ 434 h 1411"/>
              <a:gd name="T30" fmla="*/ 977 w 1417"/>
              <a:gd name="T31" fmla="*/ 488 h 1411"/>
              <a:gd name="T32" fmla="*/ 977 w 1417"/>
              <a:gd name="T33" fmla="*/ 1021 h 1411"/>
              <a:gd name="T34" fmla="*/ 988 w 1417"/>
              <a:gd name="T35" fmla="*/ 1031 h 1411"/>
              <a:gd name="T36" fmla="*/ 1085 w 1417"/>
              <a:gd name="T37" fmla="*/ 885 h 1411"/>
              <a:gd name="T38" fmla="*/ 1085 w 1417"/>
              <a:gd name="T39" fmla="*/ 434 h 1411"/>
              <a:gd name="T40" fmla="*/ 939 w 1417"/>
              <a:gd name="T41" fmla="*/ 229 h 1411"/>
              <a:gd name="T42" fmla="*/ 895 w 1417"/>
              <a:gd name="T43" fmla="*/ 190 h 1411"/>
              <a:gd name="T44" fmla="*/ 858 w 1417"/>
              <a:gd name="T45" fmla="*/ 147 h 1411"/>
              <a:gd name="T46" fmla="*/ 651 w 1417"/>
              <a:gd name="T47" fmla="*/ 0 h 1411"/>
              <a:gd name="T48" fmla="*/ 217 w 1417"/>
              <a:gd name="T49" fmla="*/ 0 h 1411"/>
              <a:gd name="T50" fmla="*/ 1323 w 1417"/>
              <a:gd name="T51" fmla="*/ 760 h 1411"/>
              <a:gd name="T52" fmla="*/ 1287 w 1417"/>
              <a:gd name="T53" fmla="*/ 777 h 1411"/>
              <a:gd name="T54" fmla="*/ 999 w 1417"/>
              <a:gd name="T55" fmla="*/ 1199 h 1411"/>
              <a:gd name="T56" fmla="*/ 868 w 1417"/>
              <a:gd name="T57" fmla="*/ 1063 h 1411"/>
              <a:gd name="T58" fmla="*/ 819 w 1417"/>
              <a:gd name="T59" fmla="*/ 1063 h 1411"/>
              <a:gd name="T60" fmla="*/ 771 w 1417"/>
              <a:gd name="T61" fmla="*/ 1112 h 1411"/>
              <a:gd name="T62" fmla="*/ 771 w 1417"/>
              <a:gd name="T63" fmla="*/ 1162 h 1411"/>
              <a:gd name="T64" fmla="*/ 972 w 1417"/>
              <a:gd name="T65" fmla="*/ 1362 h 1411"/>
              <a:gd name="T66" fmla="*/ 1016 w 1417"/>
              <a:gd name="T67" fmla="*/ 1384 h 1411"/>
              <a:gd name="T68" fmla="*/ 1058 w 1417"/>
              <a:gd name="T69" fmla="*/ 1357 h 1411"/>
              <a:gd name="T70" fmla="*/ 1406 w 1417"/>
              <a:gd name="T71" fmla="*/ 846 h 1411"/>
              <a:gd name="T72" fmla="*/ 1396 w 1417"/>
              <a:gd name="T73" fmla="*/ 804 h 1411"/>
              <a:gd name="T74" fmla="*/ 1334 w 1417"/>
              <a:gd name="T75" fmla="*/ 765 h 1411"/>
              <a:gd name="T76" fmla="*/ 1323 w 1417"/>
              <a:gd name="T77" fmla="*/ 760 h 1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417" h="1411">
                <a:moveTo>
                  <a:pt x="217" y="0"/>
                </a:moveTo>
                <a:cubicBezTo>
                  <a:pt x="97" y="0"/>
                  <a:pt x="0" y="98"/>
                  <a:pt x="0" y="217"/>
                </a:cubicBezTo>
                <a:lnTo>
                  <a:pt x="0" y="1194"/>
                </a:lnTo>
                <a:cubicBezTo>
                  <a:pt x="0" y="1313"/>
                  <a:pt x="97" y="1411"/>
                  <a:pt x="217" y="1411"/>
                </a:cubicBezTo>
                <a:lnTo>
                  <a:pt x="863" y="1411"/>
                </a:lnTo>
                <a:lnTo>
                  <a:pt x="754" y="1302"/>
                </a:lnTo>
                <a:lnTo>
                  <a:pt x="217" y="1302"/>
                </a:lnTo>
                <a:cubicBezTo>
                  <a:pt x="157" y="1302"/>
                  <a:pt x="108" y="1254"/>
                  <a:pt x="108" y="1194"/>
                </a:cubicBezTo>
                <a:lnTo>
                  <a:pt x="108" y="217"/>
                </a:lnTo>
                <a:cubicBezTo>
                  <a:pt x="108" y="157"/>
                  <a:pt x="157" y="108"/>
                  <a:pt x="217" y="108"/>
                </a:cubicBezTo>
                <a:lnTo>
                  <a:pt x="614" y="108"/>
                </a:lnTo>
                <a:cubicBezTo>
                  <a:pt x="652" y="119"/>
                  <a:pt x="651" y="168"/>
                  <a:pt x="651" y="217"/>
                </a:cubicBezTo>
                <a:lnTo>
                  <a:pt x="651" y="380"/>
                </a:lnTo>
                <a:cubicBezTo>
                  <a:pt x="651" y="412"/>
                  <a:pt x="673" y="434"/>
                  <a:pt x="705" y="434"/>
                </a:cubicBezTo>
                <a:lnTo>
                  <a:pt x="868" y="434"/>
                </a:lnTo>
                <a:cubicBezTo>
                  <a:pt x="922" y="434"/>
                  <a:pt x="977" y="434"/>
                  <a:pt x="977" y="488"/>
                </a:cubicBezTo>
                <a:lnTo>
                  <a:pt x="977" y="1021"/>
                </a:lnTo>
                <a:lnTo>
                  <a:pt x="988" y="1031"/>
                </a:lnTo>
                <a:lnTo>
                  <a:pt x="1085" y="885"/>
                </a:lnTo>
                <a:lnTo>
                  <a:pt x="1085" y="434"/>
                </a:lnTo>
                <a:cubicBezTo>
                  <a:pt x="1085" y="374"/>
                  <a:pt x="1032" y="321"/>
                  <a:pt x="939" y="229"/>
                </a:cubicBezTo>
                <a:cubicBezTo>
                  <a:pt x="923" y="218"/>
                  <a:pt x="911" y="201"/>
                  <a:pt x="895" y="190"/>
                </a:cubicBezTo>
                <a:cubicBezTo>
                  <a:pt x="884" y="174"/>
                  <a:pt x="869" y="164"/>
                  <a:pt x="858" y="147"/>
                </a:cubicBezTo>
                <a:cubicBezTo>
                  <a:pt x="766" y="55"/>
                  <a:pt x="711" y="0"/>
                  <a:pt x="651" y="0"/>
                </a:cubicBezTo>
                <a:lnTo>
                  <a:pt x="217" y="0"/>
                </a:lnTo>
                <a:close/>
                <a:moveTo>
                  <a:pt x="1323" y="760"/>
                </a:moveTo>
                <a:cubicBezTo>
                  <a:pt x="1309" y="757"/>
                  <a:pt x="1295" y="764"/>
                  <a:pt x="1287" y="777"/>
                </a:cubicBezTo>
                <a:lnTo>
                  <a:pt x="999" y="1199"/>
                </a:lnTo>
                <a:lnTo>
                  <a:pt x="868" y="1063"/>
                </a:lnTo>
                <a:cubicBezTo>
                  <a:pt x="852" y="1047"/>
                  <a:pt x="830" y="1047"/>
                  <a:pt x="819" y="1063"/>
                </a:cubicBezTo>
                <a:lnTo>
                  <a:pt x="771" y="1112"/>
                </a:lnTo>
                <a:cubicBezTo>
                  <a:pt x="755" y="1129"/>
                  <a:pt x="755" y="1151"/>
                  <a:pt x="771" y="1162"/>
                </a:cubicBezTo>
                <a:lnTo>
                  <a:pt x="972" y="1362"/>
                </a:lnTo>
                <a:cubicBezTo>
                  <a:pt x="982" y="1373"/>
                  <a:pt x="999" y="1384"/>
                  <a:pt x="1016" y="1384"/>
                </a:cubicBezTo>
                <a:cubicBezTo>
                  <a:pt x="1032" y="1384"/>
                  <a:pt x="1047" y="1373"/>
                  <a:pt x="1058" y="1357"/>
                </a:cubicBezTo>
                <a:lnTo>
                  <a:pt x="1406" y="846"/>
                </a:lnTo>
                <a:cubicBezTo>
                  <a:pt x="1417" y="841"/>
                  <a:pt x="1412" y="815"/>
                  <a:pt x="1396" y="804"/>
                </a:cubicBezTo>
                <a:lnTo>
                  <a:pt x="1334" y="765"/>
                </a:lnTo>
                <a:cubicBezTo>
                  <a:pt x="1330" y="762"/>
                  <a:pt x="1327" y="760"/>
                  <a:pt x="1323" y="760"/>
                </a:cubicBezTo>
                <a:close/>
              </a:path>
            </a:pathLst>
          </a:cu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Download">
            <a:extLst>
              <a:ext uri="{FF2B5EF4-FFF2-40B4-BE49-F238E27FC236}">
                <a16:creationId xmlns:a16="http://schemas.microsoft.com/office/drawing/2014/main" id="{6AC0DC76-2DF0-B589-1979-4F0858A80A27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2377219" y="6387410"/>
            <a:ext cx="163513" cy="163512"/>
          </a:xfrm>
          <a:custGeom>
            <a:avLst/>
            <a:gdLst>
              <a:gd name="T0" fmla="*/ 597 w 1411"/>
              <a:gd name="T1" fmla="*/ 0 h 1412"/>
              <a:gd name="T2" fmla="*/ 434 w 1411"/>
              <a:gd name="T3" fmla="*/ 163 h 1412"/>
              <a:gd name="T4" fmla="*/ 434 w 1411"/>
              <a:gd name="T5" fmla="*/ 597 h 1412"/>
              <a:gd name="T6" fmla="*/ 258 w 1411"/>
              <a:gd name="T7" fmla="*/ 597 h 1412"/>
              <a:gd name="T8" fmla="*/ 230 w 1411"/>
              <a:gd name="T9" fmla="*/ 677 h 1412"/>
              <a:gd name="T10" fmla="*/ 588 w 1411"/>
              <a:gd name="T11" fmla="*/ 1033 h 1412"/>
              <a:gd name="T12" fmla="*/ 826 w 1411"/>
              <a:gd name="T13" fmla="*/ 1033 h 1412"/>
              <a:gd name="T14" fmla="*/ 1182 w 1411"/>
              <a:gd name="T15" fmla="*/ 677 h 1412"/>
              <a:gd name="T16" fmla="*/ 1157 w 1411"/>
              <a:gd name="T17" fmla="*/ 597 h 1412"/>
              <a:gd name="T18" fmla="*/ 977 w 1411"/>
              <a:gd name="T19" fmla="*/ 597 h 1412"/>
              <a:gd name="T20" fmla="*/ 977 w 1411"/>
              <a:gd name="T21" fmla="*/ 163 h 1412"/>
              <a:gd name="T22" fmla="*/ 814 w 1411"/>
              <a:gd name="T23" fmla="*/ 0 h 1412"/>
              <a:gd name="T24" fmla="*/ 597 w 1411"/>
              <a:gd name="T25" fmla="*/ 0 h 1412"/>
              <a:gd name="T26" fmla="*/ 0 w 1411"/>
              <a:gd name="T27" fmla="*/ 1032 h 1412"/>
              <a:gd name="T28" fmla="*/ 0 w 1411"/>
              <a:gd name="T29" fmla="*/ 1249 h 1412"/>
              <a:gd name="T30" fmla="*/ 163 w 1411"/>
              <a:gd name="T31" fmla="*/ 1412 h 1412"/>
              <a:gd name="T32" fmla="*/ 1248 w 1411"/>
              <a:gd name="T33" fmla="*/ 1412 h 1412"/>
              <a:gd name="T34" fmla="*/ 1411 w 1411"/>
              <a:gd name="T35" fmla="*/ 1249 h 1412"/>
              <a:gd name="T36" fmla="*/ 1411 w 1411"/>
              <a:gd name="T37" fmla="*/ 1032 h 1412"/>
              <a:gd name="T38" fmla="*/ 1302 w 1411"/>
              <a:gd name="T39" fmla="*/ 1032 h 1412"/>
              <a:gd name="T40" fmla="*/ 1302 w 1411"/>
              <a:gd name="T41" fmla="*/ 1249 h 1412"/>
              <a:gd name="T42" fmla="*/ 1248 w 1411"/>
              <a:gd name="T43" fmla="*/ 1303 h 1412"/>
              <a:gd name="T44" fmla="*/ 163 w 1411"/>
              <a:gd name="T45" fmla="*/ 1303 h 1412"/>
              <a:gd name="T46" fmla="*/ 108 w 1411"/>
              <a:gd name="T47" fmla="*/ 1249 h 1412"/>
              <a:gd name="T48" fmla="*/ 108 w 1411"/>
              <a:gd name="T49" fmla="*/ 1032 h 1412"/>
              <a:gd name="T50" fmla="*/ 0 w 1411"/>
              <a:gd name="T51" fmla="*/ 1032 h 14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411" h="1412">
                <a:moveTo>
                  <a:pt x="597" y="0"/>
                </a:moveTo>
                <a:cubicBezTo>
                  <a:pt x="507" y="0"/>
                  <a:pt x="434" y="73"/>
                  <a:pt x="434" y="163"/>
                </a:cubicBezTo>
                <a:lnTo>
                  <a:pt x="434" y="597"/>
                </a:lnTo>
                <a:lnTo>
                  <a:pt x="258" y="597"/>
                </a:lnTo>
                <a:cubicBezTo>
                  <a:pt x="181" y="597"/>
                  <a:pt x="165" y="611"/>
                  <a:pt x="230" y="677"/>
                </a:cubicBezTo>
                <a:lnTo>
                  <a:pt x="588" y="1033"/>
                </a:lnTo>
                <a:cubicBezTo>
                  <a:pt x="708" y="1153"/>
                  <a:pt x="706" y="1153"/>
                  <a:pt x="826" y="1033"/>
                </a:cubicBezTo>
                <a:lnTo>
                  <a:pt x="1182" y="677"/>
                </a:lnTo>
                <a:cubicBezTo>
                  <a:pt x="1248" y="611"/>
                  <a:pt x="1226" y="597"/>
                  <a:pt x="1157" y="597"/>
                </a:cubicBezTo>
                <a:lnTo>
                  <a:pt x="977" y="597"/>
                </a:lnTo>
                <a:lnTo>
                  <a:pt x="977" y="163"/>
                </a:lnTo>
                <a:cubicBezTo>
                  <a:pt x="977" y="73"/>
                  <a:pt x="904" y="0"/>
                  <a:pt x="814" y="0"/>
                </a:cubicBezTo>
                <a:lnTo>
                  <a:pt x="597" y="0"/>
                </a:lnTo>
                <a:close/>
                <a:moveTo>
                  <a:pt x="0" y="1032"/>
                </a:moveTo>
                <a:lnTo>
                  <a:pt x="0" y="1249"/>
                </a:lnTo>
                <a:cubicBezTo>
                  <a:pt x="0" y="1339"/>
                  <a:pt x="73" y="1412"/>
                  <a:pt x="163" y="1412"/>
                </a:cubicBezTo>
                <a:lnTo>
                  <a:pt x="1248" y="1412"/>
                </a:lnTo>
                <a:cubicBezTo>
                  <a:pt x="1338" y="1412"/>
                  <a:pt x="1411" y="1339"/>
                  <a:pt x="1411" y="1249"/>
                </a:cubicBezTo>
                <a:lnTo>
                  <a:pt x="1411" y="1032"/>
                </a:lnTo>
                <a:lnTo>
                  <a:pt x="1302" y="1032"/>
                </a:lnTo>
                <a:lnTo>
                  <a:pt x="1302" y="1249"/>
                </a:lnTo>
                <a:cubicBezTo>
                  <a:pt x="1302" y="1279"/>
                  <a:pt x="1278" y="1303"/>
                  <a:pt x="1248" y="1303"/>
                </a:cubicBezTo>
                <a:lnTo>
                  <a:pt x="163" y="1303"/>
                </a:lnTo>
                <a:cubicBezTo>
                  <a:pt x="133" y="1303"/>
                  <a:pt x="108" y="1279"/>
                  <a:pt x="108" y="1249"/>
                </a:cubicBezTo>
                <a:lnTo>
                  <a:pt x="108" y="1032"/>
                </a:lnTo>
                <a:lnTo>
                  <a:pt x="0" y="1032"/>
                </a:lnTo>
                <a:close/>
              </a:path>
            </a:pathLst>
          </a:custGeom>
          <a:solidFill>
            <a:srgbClr val="5F5F5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116E5D4-50CF-285F-316B-F0CD41367B88}"/>
              </a:ext>
            </a:extLst>
          </p:cNvPr>
          <p:cNvSpPr txBox="1"/>
          <p:nvPr/>
        </p:nvSpPr>
        <p:spPr>
          <a:xfrm>
            <a:off x="5745088" y="4946975"/>
            <a:ext cx="9501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2857A9"/>
                </a:solidFill>
              </a:rPr>
              <a:t>2026.03.01</a:t>
            </a:r>
          </a:p>
        </p:txBody>
      </p:sp>
      <p:sp>
        <p:nvSpPr>
          <p:cNvPr id="36" name="아래쪽 화살표 131">
            <a:extLst>
              <a:ext uri="{FF2B5EF4-FFF2-40B4-BE49-F238E27FC236}">
                <a16:creationId xmlns:a16="http://schemas.microsoft.com/office/drawing/2014/main" id="{F1347BB0-5BE7-4877-4D64-F0B75FE00379}"/>
              </a:ext>
            </a:extLst>
          </p:cNvPr>
          <p:cNvSpPr/>
          <p:nvPr/>
        </p:nvSpPr>
        <p:spPr bwMode="auto">
          <a:xfrm>
            <a:off x="8555042" y="6028640"/>
            <a:ext cx="1228165" cy="635986"/>
          </a:xfrm>
          <a:prstGeom prst="downArrow">
            <a:avLst>
              <a:gd name="adj1" fmla="val 72902"/>
              <a:gd name="adj2" fmla="val 45344"/>
            </a:avLst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1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다음페이지</a:t>
            </a:r>
            <a:r>
              <a:rPr lang="ko-KR" altLang="en-US" sz="12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계속</a:t>
            </a:r>
            <a:endParaRPr kumimoji="1" lang="ko-KR" altLang="en-US" sz="1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04631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2A3D7-ADD8-D6DA-4ED0-12DF0E143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95B563-C04B-622B-E71C-11636224405E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 err="1">
                <a:solidFill>
                  <a:prstClr val="black"/>
                </a:solidFill>
              </a:rPr>
              <a:t>와아이프레임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PC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graphicFrame>
        <p:nvGraphicFramePr>
          <p:cNvPr id="3" name="Group 260">
            <a:extLst>
              <a:ext uri="{FF2B5EF4-FFF2-40B4-BE49-F238E27FC236}">
                <a16:creationId xmlns:a16="http://schemas.microsoft.com/office/drawing/2014/main" id="{1D99B130-1280-02D7-C6F0-2785A8C89E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3346225"/>
              </p:ext>
            </p:extLst>
          </p:nvPr>
        </p:nvGraphicFramePr>
        <p:xfrm>
          <a:off x="6969418" y="2548005"/>
          <a:ext cx="2772114" cy="647558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게시판 </a:t>
                      </a: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샘플</a:t>
                      </a: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게시판 조회 </a:t>
                      </a:r>
                      <a:r>
                        <a:rPr kumimoji="1" lang="en-US" altLang="ko-KR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답변완료 </a:t>
                      </a:r>
                      <a:r>
                        <a:rPr kumimoji="1" lang="en-US" altLang="ko-KR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(2/2)</a:t>
                      </a:r>
                      <a:endParaRPr kumimoji="1" lang="ko-KR" altLang="en-US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게시판 조회 페이지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F4CD445-D189-90C4-AAE9-EC33733E702E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와이어프레임 </a:t>
            </a:r>
            <a:r>
              <a:rPr lang="en-US" altLang="ko-KR" sz="900" b="1" dirty="0">
                <a:solidFill>
                  <a:prstClr val="black"/>
                </a:solidFill>
              </a:rPr>
              <a:t>PC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3CE0BCD-3BC5-9389-365F-D9C842A98D83}"/>
              </a:ext>
            </a:extLst>
          </p:cNvPr>
          <p:cNvSpPr/>
          <p:nvPr/>
        </p:nvSpPr>
        <p:spPr>
          <a:xfrm>
            <a:off x="236476" y="1412776"/>
            <a:ext cx="6611236" cy="2088232"/>
          </a:xfrm>
          <a:prstGeom prst="roundRect">
            <a:avLst>
              <a:gd name="adj" fmla="val 3234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869E4B5-60EE-0B26-7846-58070B4213B2}"/>
              </a:ext>
            </a:extLst>
          </p:cNvPr>
          <p:cNvSpPr txBox="1"/>
          <p:nvPr/>
        </p:nvSpPr>
        <p:spPr>
          <a:xfrm>
            <a:off x="348892" y="1484784"/>
            <a:ext cx="16219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상담</a:t>
            </a:r>
            <a:r>
              <a:rPr lang="en-US" altLang="ko-KR" sz="1000" b="1" dirty="0"/>
              <a:t> </a:t>
            </a:r>
            <a:r>
              <a:rPr lang="ko-KR" altLang="en-US" sz="1000" b="1" dirty="0"/>
              <a:t>요청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47028592-2D15-E01F-8D56-859D6623F6F3}"/>
              </a:ext>
            </a:extLst>
          </p:cNvPr>
          <p:cNvSpPr/>
          <p:nvPr/>
        </p:nvSpPr>
        <p:spPr>
          <a:xfrm>
            <a:off x="388504" y="1731005"/>
            <a:ext cx="6324271" cy="733385"/>
          </a:xfrm>
          <a:prstGeom prst="roundRect">
            <a:avLst>
              <a:gd name="adj" fmla="val 9198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7331946-D42A-CADC-1FE1-242EE753372D}"/>
              </a:ext>
            </a:extLst>
          </p:cNvPr>
          <p:cNvSpPr txBox="1"/>
          <p:nvPr/>
        </p:nvSpPr>
        <p:spPr>
          <a:xfrm>
            <a:off x="417652" y="1772816"/>
            <a:ext cx="6191532" cy="622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/>
              <a:t>연락처</a:t>
            </a:r>
            <a:r>
              <a:rPr lang="en-US" altLang="ko-KR" sz="800" dirty="0"/>
              <a:t> : 010-0000-0000</a:t>
            </a:r>
          </a:p>
          <a:p>
            <a:pPr>
              <a:lnSpc>
                <a:spcPct val="150000"/>
              </a:lnSpc>
            </a:pPr>
            <a:r>
              <a:rPr lang="ko-KR" altLang="en-US" sz="800" dirty="0"/>
              <a:t>상담 희망 날짜 </a:t>
            </a:r>
            <a:r>
              <a:rPr lang="en-US" altLang="ko-KR" sz="800" dirty="0"/>
              <a:t>: 2026-03-01</a:t>
            </a:r>
          </a:p>
          <a:p>
            <a:pPr>
              <a:lnSpc>
                <a:spcPct val="150000"/>
              </a:lnSpc>
            </a:pPr>
            <a:r>
              <a:rPr lang="ko-KR" altLang="en-US" sz="800" dirty="0"/>
              <a:t>상담 희망 시간 </a:t>
            </a:r>
            <a:r>
              <a:rPr lang="en-US" altLang="ko-KR" sz="800" dirty="0"/>
              <a:t>: 10:00 ~ 12:00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7BF2667-EDC5-7B53-63D4-645319675D9C}"/>
              </a:ext>
            </a:extLst>
          </p:cNvPr>
          <p:cNvSpPr txBox="1"/>
          <p:nvPr/>
        </p:nvSpPr>
        <p:spPr>
          <a:xfrm>
            <a:off x="353313" y="2521402"/>
            <a:ext cx="16219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답변 알림 요청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0CB23F9F-9BA4-E8C5-CC34-272A2BF63596}"/>
              </a:ext>
            </a:extLst>
          </p:cNvPr>
          <p:cNvSpPr/>
          <p:nvPr/>
        </p:nvSpPr>
        <p:spPr>
          <a:xfrm>
            <a:off x="392925" y="2767624"/>
            <a:ext cx="6324271" cy="556416"/>
          </a:xfrm>
          <a:prstGeom prst="roundRect">
            <a:avLst>
              <a:gd name="adj" fmla="val 9198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A263972-3E19-1EAE-4D79-51F5A2D7AF9B}"/>
              </a:ext>
            </a:extLst>
          </p:cNvPr>
          <p:cNvSpPr txBox="1"/>
          <p:nvPr/>
        </p:nvSpPr>
        <p:spPr>
          <a:xfrm>
            <a:off x="422073" y="2809434"/>
            <a:ext cx="6191532" cy="437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/>
              <a:t>연락처</a:t>
            </a:r>
            <a:r>
              <a:rPr lang="en-US" altLang="ko-KR" sz="800" dirty="0"/>
              <a:t> : 010-0000-0000</a:t>
            </a:r>
          </a:p>
          <a:p>
            <a:pPr>
              <a:lnSpc>
                <a:spcPct val="150000"/>
              </a:lnSpc>
            </a:pPr>
            <a:r>
              <a:rPr lang="ko-KR" altLang="en-US" sz="800" dirty="0"/>
              <a:t>이메일 주소 </a:t>
            </a:r>
            <a:r>
              <a:rPr lang="en-US" altLang="ko-KR" sz="800" dirty="0"/>
              <a:t>: abcde@naver.com</a:t>
            </a:r>
          </a:p>
        </p:txBody>
      </p:sp>
      <p:sp>
        <p:nvSpPr>
          <p:cNvPr id="46" name="화살표: 위쪽 45">
            <a:extLst>
              <a:ext uri="{FF2B5EF4-FFF2-40B4-BE49-F238E27FC236}">
                <a16:creationId xmlns:a16="http://schemas.microsoft.com/office/drawing/2014/main" id="{208B9313-8C72-9823-DF00-ABDB636D65EF}"/>
              </a:ext>
            </a:extLst>
          </p:cNvPr>
          <p:cNvSpPr/>
          <p:nvPr/>
        </p:nvSpPr>
        <p:spPr>
          <a:xfrm>
            <a:off x="8560131" y="6033374"/>
            <a:ext cx="1227600" cy="635986"/>
          </a:xfrm>
          <a:prstGeom prst="upArrow">
            <a:avLst>
              <a:gd name="adj1" fmla="val 73276"/>
              <a:gd name="adj2" fmla="val 50000"/>
            </a:avLst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ko-KR" altLang="en-US" sz="1200" b="1" dirty="0">
                <a:solidFill>
                  <a:schemeClr val="bg1"/>
                </a:solidFill>
                <a:latin typeface="맑은 고딕" pitchFamily="50" charset="-127"/>
              </a:rPr>
              <a:t>이전페이지</a:t>
            </a:r>
            <a:r>
              <a:rPr lang="ko-KR" altLang="en-US" sz="1200" dirty="0">
                <a:solidFill>
                  <a:schemeClr val="bg1"/>
                </a:solidFill>
                <a:latin typeface="맑은 고딕" pitchFamily="50" charset="-127"/>
              </a:rPr>
              <a:t> 이어서</a:t>
            </a:r>
            <a:endParaRPr kumimoji="1" lang="ko-KR" altLang="en-US" sz="1200" b="1" dirty="0">
              <a:solidFill>
                <a:schemeClr val="bg1"/>
              </a:solidFill>
              <a:latin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7366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FC937-26FE-6DFF-4B54-D4582E801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ACEFED-81C2-C317-4B98-63190C37023C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 err="1">
                <a:solidFill>
                  <a:prstClr val="black"/>
                </a:solidFill>
              </a:rPr>
              <a:t>와아이프레임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PC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graphicFrame>
        <p:nvGraphicFramePr>
          <p:cNvPr id="3" name="Group 260">
            <a:extLst>
              <a:ext uri="{FF2B5EF4-FFF2-40B4-BE49-F238E27FC236}">
                <a16:creationId xmlns:a16="http://schemas.microsoft.com/office/drawing/2014/main" id="{9434D7F4-D37E-F9A8-736A-66CBA77AE9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8889395"/>
              </p:ext>
            </p:extLst>
          </p:nvPr>
        </p:nvGraphicFramePr>
        <p:xfrm>
          <a:off x="6969418" y="2548005"/>
          <a:ext cx="2772114" cy="647558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게시판 </a:t>
                      </a: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샘플</a:t>
                      </a: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게시판 조회 </a:t>
                      </a:r>
                      <a:r>
                        <a:rPr kumimoji="1" lang="en-US" altLang="ko-KR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문의접수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게시판 조회 페이지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0080E0E-DD1E-BDF4-E8FC-1608573128FE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와이어프레임 </a:t>
            </a:r>
            <a:r>
              <a:rPr lang="en-US" altLang="ko-KR" sz="900" b="1" dirty="0">
                <a:solidFill>
                  <a:prstClr val="black"/>
                </a:solidFill>
              </a:rPr>
              <a:t>PC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ED58869-D28D-1BD9-203A-CACA8B4575F3}"/>
              </a:ext>
            </a:extLst>
          </p:cNvPr>
          <p:cNvSpPr/>
          <p:nvPr/>
        </p:nvSpPr>
        <p:spPr>
          <a:xfrm>
            <a:off x="236476" y="1412776"/>
            <a:ext cx="6611236" cy="4536504"/>
          </a:xfrm>
          <a:prstGeom prst="roundRect">
            <a:avLst>
              <a:gd name="adj" fmla="val 680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23EDB5-7064-0E31-A820-A6B58FBB2C89}"/>
              </a:ext>
            </a:extLst>
          </p:cNvPr>
          <p:cNvSpPr txBox="1"/>
          <p:nvPr/>
        </p:nvSpPr>
        <p:spPr>
          <a:xfrm>
            <a:off x="326370" y="1751094"/>
            <a:ext cx="6386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견적 받은 내용으로 상품을 구매하고 싶습니다</a:t>
            </a:r>
            <a:r>
              <a:rPr lang="en-US" altLang="ko-KR" sz="1200" b="1" dirty="0"/>
              <a:t>.</a:t>
            </a:r>
            <a:endParaRPr lang="ko-KR" altLang="en-US" sz="1200" b="1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AC7E9F03-0E3D-6B6A-BE68-2DACCE67FE06}"/>
              </a:ext>
            </a:extLst>
          </p:cNvPr>
          <p:cNvSpPr/>
          <p:nvPr/>
        </p:nvSpPr>
        <p:spPr>
          <a:xfrm>
            <a:off x="388504" y="1512834"/>
            <a:ext cx="756084" cy="197541"/>
          </a:xfrm>
          <a:prstGeom prst="roundRect">
            <a:avLst/>
          </a:prstGeom>
          <a:solidFill>
            <a:srgbClr val="DBEAFE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dirty="0">
                <a:solidFill>
                  <a:srgbClr val="2857A9"/>
                </a:solidFill>
              </a:rPr>
              <a:t>일반 문의</a:t>
            </a: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15551181-2260-1AF0-CB6B-D4CA33973FDE}"/>
              </a:ext>
            </a:extLst>
          </p:cNvPr>
          <p:cNvCxnSpPr>
            <a:cxnSpLocks/>
          </p:cNvCxnSpPr>
          <p:nvPr/>
        </p:nvCxnSpPr>
        <p:spPr>
          <a:xfrm>
            <a:off x="388504" y="2384884"/>
            <a:ext cx="622068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0B70CD2-6956-E18B-DEF5-AEE76A64CC23}"/>
              </a:ext>
            </a:extLst>
          </p:cNvPr>
          <p:cNvSpPr txBox="1"/>
          <p:nvPr/>
        </p:nvSpPr>
        <p:spPr>
          <a:xfrm>
            <a:off x="342531" y="2047133"/>
            <a:ext cx="19038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요청일 </a:t>
            </a:r>
            <a:r>
              <a:rPr lang="en-US" altLang="ko-KR" sz="1000" dirty="0"/>
              <a:t>: 2026.03.01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C38F81-A9EE-761E-5E1E-1A263E713BC2}"/>
              </a:ext>
            </a:extLst>
          </p:cNvPr>
          <p:cNvSpPr txBox="1"/>
          <p:nvPr/>
        </p:nvSpPr>
        <p:spPr>
          <a:xfrm>
            <a:off x="6478929" y="1412776"/>
            <a:ext cx="278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×</a:t>
            </a:r>
            <a:endParaRPr lang="ko-KR" alt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071EB1-6458-8E65-E575-85FFE4CAD434}"/>
              </a:ext>
            </a:extLst>
          </p:cNvPr>
          <p:cNvSpPr txBox="1"/>
          <p:nvPr/>
        </p:nvSpPr>
        <p:spPr>
          <a:xfrm>
            <a:off x="348892" y="2477570"/>
            <a:ext cx="16219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문의</a:t>
            </a:r>
            <a:r>
              <a:rPr lang="en-US" altLang="ko-KR" sz="1000" b="1" dirty="0"/>
              <a:t> </a:t>
            </a:r>
            <a:r>
              <a:rPr lang="ko-KR" altLang="en-US" sz="1000" b="1" dirty="0"/>
              <a:t>요청 상세 내용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2996790-5834-47D0-B276-93308CAFDAD3}"/>
              </a:ext>
            </a:extLst>
          </p:cNvPr>
          <p:cNvSpPr/>
          <p:nvPr/>
        </p:nvSpPr>
        <p:spPr>
          <a:xfrm>
            <a:off x="388504" y="2723791"/>
            <a:ext cx="6324271" cy="1209264"/>
          </a:xfrm>
          <a:prstGeom prst="roundRect">
            <a:avLst>
              <a:gd name="adj" fmla="val 6081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3F7ACA-0FFF-D685-1E7F-33B95148AF2F}"/>
              </a:ext>
            </a:extLst>
          </p:cNvPr>
          <p:cNvSpPr txBox="1"/>
          <p:nvPr/>
        </p:nvSpPr>
        <p:spPr>
          <a:xfrm>
            <a:off x="417652" y="2834633"/>
            <a:ext cx="6191532" cy="985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/>
              <a:t>안녕하세요</a:t>
            </a:r>
            <a:r>
              <a:rPr lang="en-US" altLang="ko-KR" sz="10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dirty="0"/>
              <a:t>이번에 견적 받은 내용으로 결제를 진행 하려고 합니다</a:t>
            </a:r>
            <a:r>
              <a:rPr lang="en-US" altLang="ko-KR" sz="10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dirty="0"/>
              <a:t>어떻게 진행하면 되나요</a:t>
            </a:r>
            <a:r>
              <a:rPr lang="en-US" altLang="ko-KR" sz="1000" dirty="0"/>
              <a:t>? </a:t>
            </a:r>
          </a:p>
          <a:p>
            <a:pPr>
              <a:lnSpc>
                <a:spcPct val="150000"/>
              </a:lnSpc>
            </a:pPr>
            <a:r>
              <a:rPr lang="ko-KR" altLang="en-US" sz="1000" dirty="0"/>
              <a:t>첨부파일 확인 부탁 드립니다</a:t>
            </a:r>
            <a:r>
              <a:rPr lang="en-US" altLang="ko-KR" sz="1000" dirty="0"/>
              <a:t>.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323D16A-6204-F0B4-DBB8-D48A7025050A}"/>
              </a:ext>
            </a:extLst>
          </p:cNvPr>
          <p:cNvSpPr/>
          <p:nvPr/>
        </p:nvSpPr>
        <p:spPr>
          <a:xfrm>
            <a:off x="416496" y="4329100"/>
            <a:ext cx="2196244" cy="246221"/>
          </a:xfrm>
          <a:prstGeom prst="roundRect">
            <a:avLst>
              <a:gd name="adj" fmla="val 18156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      견적서</a:t>
            </a:r>
            <a:r>
              <a:rPr lang="en-US" altLang="ko-KR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.JPG (</a:t>
            </a:r>
            <a:r>
              <a:rPr lang="en-US" altLang="ko-KR" sz="900" dirty="0">
                <a:solidFill>
                  <a:schemeClr val="tx1"/>
                </a:solidFill>
                <a:latin typeface="맑은 고딕" pitchFamily="50" charset="-127"/>
              </a:rPr>
              <a:t>10MB)</a:t>
            </a:r>
            <a:endParaRPr lang="en-US" altLang="ko-KR" sz="9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Check File">
            <a:extLst>
              <a:ext uri="{FF2B5EF4-FFF2-40B4-BE49-F238E27FC236}">
                <a16:creationId xmlns:a16="http://schemas.microsoft.com/office/drawing/2014/main" id="{4B27D077-8D6A-69A0-A89E-127C0DED9246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509966" y="4372658"/>
            <a:ext cx="163513" cy="163512"/>
          </a:xfrm>
          <a:custGeom>
            <a:avLst/>
            <a:gdLst>
              <a:gd name="T0" fmla="*/ 217 w 1417"/>
              <a:gd name="T1" fmla="*/ 0 h 1411"/>
              <a:gd name="T2" fmla="*/ 0 w 1417"/>
              <a:gd name="T3" fmla="*/ 217 h 1411"/>
              <a:gd name="T4" fmla="*/ 0 w 1417"/>
              <a:gd name="T5" fmla="*/ 1194 h 1411"/>
              <a:gd name="T6" fmla="*/ 217 w 1417"/>
              <a:gd name="T7" fmla="*/ 1411 h 1411"/>
              <a:gd name="T8" fmla="*/ 863 w 1417"/>
              <a:gd name="T9" fmla="*/ 1411 h 1411"/>
              <a:gd name="T10" fmla="*/ 754 w 1417"/>
              <a:gd name="T11" fmla="*/ 1302 h 1411"/>
              <a:gd name="T12" fmla="*/ 217 w 1417"/>
              <a:gd name="T13" fmla="*/ 1302 h 1411"/>
              <a:gd name="T14" fmla="*/ 108 w 1417"/>
              <a:gd name="T15" fmla="*/ 1194 h 1411"/>
              <a:gd name="T16" fmla="*/ 108 w 1417"/>
              <a:gd name="T17" fmla="*/ 217 h 1411"/>
              <a:gd name="T18" fmla="*/ 217 w 1417"/>
              <a:gd name="T19" fmla="*/ 108 h 1411"/>
              <a:gd name="T20" fmla="*/ 614 w 1417"/>
              <a:gd name="T21" fmla="*/ 108 h 1411"/>
              <a:gd name="T22" fmla="*/ 651 w 1417"/>
              <a:gd name="T23" fmla="*/ 217 h 1411"/>
              <a:gd name="T24" fmla="*/ 651 w 1417"/>
              <a:gd name="T25" fmla="*/ 380 h 1411"/>
              <a:gd name="T26" fmla="*/ 705 w 1417"/>
              <a:gd name="T27" fmla="*/ 434 h 1411"/>
              <a:gd name="T28" fmla="*/ 868 w 1417"/>
              <a:gd name="T29" fmla="*/ 434 h 1411"/>
              <a:gd name="T30" fmla="*/ 977 w 1417"/>
              <a:gd name="T31" fmla="*/ 488 h 1411"/>
              <a:gd name="T32" fmla="*/ 977 w 1417"/>
              <a:gd name="T33" fmla="*/ 1021 h 1411"/>
              <a:gd name="T34" fmla="*/ 988 w 1417"/>
              <a:gd name="T35" fmla="*/ 1031 h 1411"/>
              <a:gd name="T36" fmla="*/ 1085 w 1417"/>
              <a:gd name="T37" fmla="*/ 885 h 1411"/>
              <a:gd name="T38" fmla="*/ 1085 w 1417"/>
              <a:gd name="T39" fmla="*/ 434 h 1411"/>
              <a:gd name="T40" fmla="*/ 939 w 1417"/>
              <a:gd name="T41" fmla="*/ 229 h 1411"/>
              <a:gd name="T42" fmla="*/ 895 w 1417"/>
              <a:gd name="T43" fmla="*/ 190 h 1411"/>
              <a:gd name="T44" fmla="*/ 858 w 1417"/>
              <a:gd name="T45" fmla="*/ 147 h 1411"/>
              <a:gd name="T46" fmla="*/ 651 w 1417"/>
              <a:gd name="T47" fmla="*/ 0 h 1411"/>
              <a:gd name="T48" fmla="*/ 217 w 1417"/>
              <a:gd name="T49" fmla="*/ 0 h 1411"/>
              <a:gd name="T50" fmla="*/ 1323 w 1417"/>
              <a:gd name="T51" fmla="*/ 760 h 1411"/>
              <a:gd name="T52" fmla="*/ 1287 w 1417"/>
              <a:gd name="T53" fmla="*/ 777 h 1411"/>
              <a:gd name="T54" fmla="*/ 999 w 1417"/>
              <a:gd name="T55" fmla="*/ 1199 h 1411"/>
              <a:gd name="T56" fmla="*/ 868 w 1417"/>
              <a:gd name="T57" fmla="*/ 1063 h 1411"/>
              <a:gd name="T58" fmla="*/ 819 w 1417"/>
              <a:gd name="T59" fmla="*/ 1063 h 1411"/>
              <a:gd name="T60" fmla="*/ 771 w 1417"/>
              <a:gd name="T61" fmla="*/ 1112 h 1411"/>
              <a:gd name="T62" fmla="*/ 771 w 1417"/>
              <a:gd name="T63" fmla="*/ 1162 h 1411"/>
              <a:gd name="T64" fmla="*/ 972 w 1417"/>
              <a:gd name="T65" fmla="*/ 1362 h 1411"/>
              <a:gd name="T66" fmla="*/ 1016 w 1417"/>
              <a:gd name="T67" fmla="*/ 1384 h 1411"/>
              <a:gd name="T68" fmla="*/ 1058 w 1417"/>
              <a:gd name="T69" fmla="*/ 1357 h 1411"/>
              <a:gd name="T70" fmla="*/ 1406 w 1417"/>
              <a:gd name="T71" fmla="*/ 846 h 1411"/>
              <a:gd name="T72" fmla="*/ 1396 w 1417"/>
              <a:gd name="T73" fmla="*/ 804 h 1411"/>
              <a:gd name="T74" fmla="*/ 1334 w 1417"/>
              <a:gd name="T75" fmla="*/ 765 h 1411"/>
              <a:gd name="T76" fmla="*/ 1323 w 1417"/>
              <a:gd name="T77" fmla="*/ 760 h 1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417" h="1411">
                <a:moveTo>
                  <a:pt x="217" y="0"/>
                </a:moveTo>
                <a:cubicBezTo>
                  <a:pt x="97" y="0"/>
                  <a:pt x="0" y="98"/>
                  <a:pt x="0" y="217"/>
                </a:cubicBezTo>
                <a:lnTo>
                  <a:pt x="0" y="1194"/>
                </a:lnTo>
                <a:cubicBezTo>
                  <a:pt x="0" y="1313"/>
                  <a:pt x="97" y="1411"/>
                  <a:pt x="217" y="1411"/>
                </a:cubicBezTo>
                <a:lnTo>
                  <a:pt x="863" y="1411"/>
                </a:lnTo>
                <a:lnTo>
                  <a:pt x="754" y="1302"/>
                </a:lnTo>
                <a:lnTo>
                  <a:pt x="217" y="1302"/>
                </a:lnTo>
                <a:cubicBezTo>
                  <a:pt x="157" y="1302"/>
                  <a:pt x="108" y="1254"/>
                  <a:pt x="108" y="1194"/>
                </a:cubicBezTo>
                <a:lnTo>
                  <a:pt x="108" y="217"/>
                </a:lnTo>
                <a:cubicBezTo>
                  <a:pt x="108" y="157"/>
                  <a:pt x="157" y="108"/>
                  <a:pt x="217" y="108"/>
                </a:cubicBezTo>
                <a:lnTo>
                  <a:pt x="614" y="108"/>
                </a:lnTo>
                <a:cubicBezTo>
                  <a:pt x="652" y="119"/>
                  <a:pt x="651" y="168"/>
                  <a:pt x="651" y="217"/>
                </a:cubicBezTo>
                <a:lnTo>
                  <a:pt x="651" y="380"/>
                </a:lnTo>
                <a:cubicBezTo>
                  <a:pt x="651" y="412"/>
                  <a:pt x="673" y="434"/>
                  <a:pt x="705" y="434"/>
                </a:cubicBezTo>
                <a:lnTo>
                  <a:pt x="868" y="434"/>
                </a:lnTo>
                <a:cubicBezTo>
                  <a:pt x="922" y="434"/>
                  <a:pt x="977" y="434"/>
                  <a:pt x="977" y="488"/>
                </a:cubicBezTo>
                <a:lnTo>
                  <a:pt x="977" y="1021"/>
                </a:lnTo>
                <a:lnTo>
                  <a:pt x="988" y="1031"/>
                </a:lnTo>
                <a:lnTo>
                  <a:pt x="1085" y="885"/>
                </a:lnTo>
                <a:lnTo>
                  <a:pt x="1085" y="434"/>
                </a:lnTo>
                <a:cubicBezTo>
                  <a:pt x="1085" y="374"/>
                  <a:pt x="1032" y="321"/>
                  <a:pt x="939" y="229"/>
                </a:cubicBezTo>
                <a:cubicBezTo>
                  <a:pt x="923" y="218"/>
                  <a:pt x="911" y="201"/>
                  <a:pt x="895" y="190"/>
                </a:cubicBezTo>
                <a:cubicBezTo>
                  <a:pt x="884" y="174"/>
                  <a:pt x="869" y="164"/>
                  <a:pt x="858" y="147"/>
                </a:cubicBezTo>
                <a:cubicBezTo>
                  <a:pt x="766" y="55"/>
                  <a:pt x="711" y="0"/>
                  <a:pt x="651" y="0"/>
                </a:cubicBezTo>
                <a:lnTo>
                  <a:pt x="217" y="0"/>
                </a:lnTo>
                <a:close/>
                <a:moveTo>
                  <a:pt x="1323" y="760"/>
                </a:moveTo>
                <a:cubicBezTo>
                  <a:pt x="1309" y="757"/>
                  <a:pt x="1295" y="764"/>
                  <a:pt x="1287" y="777"/>
                </a:cubicBezTo>
                <a:lnTo>
                  <a:pt x="999" y="1199"/>
                </a:lnTo>
                <a:lnTo>
                  <a:pt x="868" y="1063"/>
                </a:lnTo>
                <a:cubicBezTo>
                  <a:pt x="852" y="1047"/>
                  <a:pt x="830" y="1047"/>
                  <a:pt x="819" y="1063"/>
                </a:cubicBezTo>
                <a:lnTo>
                  <a:pt x="771" y="1112"/>
                </a:lnTo>
                <a:cubicBezTo>
                  <a:pt x="755" y="1129"/>
                  <a:pt x="755" y="1151"/>
                  <a:pt x="771" y="1162"/>
                </a:cubicBezTo>
                <a:lnTo>
                  <a:pt x="972" y="1362"/>
                </a:lnTo>
                <a:cubicBezTo>
                  <a:pt x="982" y="1373"/>
                  <a:pt x="999" y="1384"/>
                  <a:pt x="1016" y="1384"/>
                </a:cubicBezTo>
                <a:cubicBezTo>
                  <a:pt x="1032" y="1384"/>
                  <a:pt x="1047" y="1373"/>
                  <a:pt x="1058" y="1357"/>
                </a:cubicBezTo>
                <a:lnTo>
                  <a:pt x="1406" y="846"/>
                </a:lnTo>
                <a:cubicBezTo>
                  <a:pt x="1417" y="841"/>
                  <a:pt x="1412" y="815"/>
                  <a:pt x="1396" y="804"/>
                </a:cubicBezTo>
                <a:lnTo>
                  <a:pt x="1334" y="765"/>
                </a:lnTo>
                <a:cubicBezTo>
                  <a:pt x="1330" y="762"/>
                  <a:pt x="1327" y="760"/>
                  <a:pt x="1323" y="760"/>
                </a:cubicBezTo>
                <a:close/>
              </a:path>
            </a:pathLst>
          </a:cu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Download">
            <a:extLst>
              <a:ext uri="{FF2B5EF4-FFF2-40B4-BE49-F238E27FC236}">
                <a16:creationId xmlns:a16="http://schemas.microsoft.com/office/drawing/2014/main" id="{22027685-741A-514C-702E-4CA5AB7203A7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2120866" y="4365379"/>
            <a:ext cx="163513" cy="163512"/>
          </a:xfrm>
          <a:custGeom>
            <a:avLst/>
            <a:gdLst>
              <a:gd name="T0" fmla="*/ 597 w 1411"/>
              <a:gd name="T1" fmla="*/ 0 h 1412"/>
              <a:gd name="T2" fmla="*/ 434 w 1411"/>
              <a:gd name="T3" fmla="*/ 163 h 1412"/>
              <a:gd name="T4" fmla="*/ 434 w 1411"/>
              <a:gd name="T5" fmla="*/ 597 h 1412"/>
              <a:gd name="T6" fmla="*/ 258 w 1411"/>
              <a:gd name="T7" fmla="*/ 597 h 1412"/>
              <a:gd name="T8" fmla="*/ 230 w 1411"/>
              <a:gd name="T9" fmla="*/ 677 h 1412"/>
              <a:gd name="T10" fmla="*/ 588 w 1411"/>
              <a:gd name="T11" fmla="*/ 1033 h 1412"/>
              <a:gd name="T12" fmla="*/ 826 w 1411"/>
              <a:gd name="T13" fmla="*/ 1033 h 1412"/>
              <a:gd name="T14" fmla="*/ 1182 w 1411"/>
              <a:gd name="T15" fmla="*/ 677 h 1412"/>
              <a:gd name="T16" fmla="*/ 1157 w 1411"/>
              <a:gd name="T17" fmla="*/ 597 h 1412"/>
              <a:gd name="T18" fmla="*/ 977 w 1411"/>
              <a:gd name="T19" fmla="*/ 597 h 1412"/>
              <a:gd name="T20" fmla="*/ 977 w 1411"/>
              <a:gd name="T21" fmla="*/ 163 h 1412"/>
              <a:gd name="T22" fmla="*/ 814 w 1411"/>
              <a:gd name="T23" fmla="*/ 0 h 1412"/>
              <a:gd name="T24" fmla="*/ 597 w 1411"/>
              <a:gd name="T25" fmla="*/ 0 h 1412"/>
              <a:gd name="T26" fmla="*/ 0 w 1411"/>
              <a:gd name="T27" fmla="*/ 1032 h 1412"/>
              <a:gd name="T28" fmla="*/ 0 w 1411"/>
              <a:gd name="T29" fmla="*/ 1249 h 1412"/>
              <a:gd name="T30" fmla="*/ 163 w 1411"/>
              <a:gd name="T31" fmla="*/ 1412 h 1412"/>
              <a:gd name="T32" fmla="*/ 1248 w 1411"/>
              <a:gd name="T33" fmla="*/ 1412 h 1412"/>
              <a:gd name="T34" fmla="*/ 1411 w 1411"/>
              <a:gd name="T35" fmla="*/ 1249 h 1412"/>
              <a:gd name="T36" fmla="*/ 1411 w 1411"/>
              <a:gd name="T37" fmla="*/ 1032 h 1412"/>
              <a:gd name="T38" fmla="*/ 1302 w 1411"/>
              <a:gd name="T39" fmla="*/ 1032 h 1412"/>
              <a:gd name="T40" fmla="*/ 1302 w 1411"/>
              <a:gd name="T41" fmla="*/ 1249 h 1412"/>
              <a:gd name="T42" fmla="*/ 1248 w 1411"/>
              <a:gd name="T43" fmla="*/ 1303 h 1412"/>
              <a:gd name="T44" fmla="*/ 163 w 1411"/>
              <a:gd name="T45" fmla="*/ 1303 h 1412"/>
              <a:gd name="T46" fmla="*/ 108 w 1411"/>
              <a:gd name="T47" fmla="*/ 1249 h 1412"/>
              <a:gd name="T48" fmla="*/ 108 w 1411"/>
              <a:gd name="T49" fmla="*/ 1032 h 1412"/>
              <a:gd name="T50" fmla="*/ 0 w 1411"/>
              <a:gd name="T51" fmla="*/ 1032 h 14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411" h="1412">
                <a:moveTo>
                  <a:pt x="597" y="0"/>
                </a:moveTo>
                <a:cubicBezTo>
                  <a:pt x="507" y="0"/>
                  <a:pt x="434" y="73"/>
                  <a:pt x="434" y="163"/>
                </a:cubicBezTo>
                <a:lnTo>
                  <a:pt x="434" y="597"/>
                </a:lnTo>
                <a:lnTo>
                  <a:pt x="258" y="597"/>
                </a:lnTo>
                <a:cubicBezTo>
                  <a:pt x="181" y="597"/>
                  <a:pt x="165" y="611"/>
                  <a:pt x="230" y="677"/>
                </a:cubicBezTo>
                <a:lnTo>
                  <a:pt x="588" y="1033"/>
                </a:lnTo>
                <a:cubicBezTo>
                  <a:pt x="708" y="1153"/>
                  <a:pt x="706" y="1153"/>
                  <a:pt x="826" y="1033"/>
                </a:cubicBezTo>
                <a:lnTo>
                  <a:pt x="1182" y="677"/>
                </a:lnTo>
                <a:cubicBezTo>
                  <a:pt x="1248" y="611"/>
                  <a:pt x="1226" y="597"/>
                  <a:pt x="1157" y="597"/>
                </a:cubicBezTo>
                <a:lnTo>
                  <a:pt x="977" y="597"/>
                </a:lnTo>
                <a:lnTo>
                  <a:pt x="977" y="163"/>
                </a:lnTo>
                <a:cubicBezTo>
                  <a:pt x="977" y="73"/>
                  <a:pt x="904" y="0"/>
                  <a:pt x="814" y="0"/>
                </a:cubicBezTo>
                <a:lnTo>
                  <a:pt x="597" y="0"/>
                </a:lnTo>
                <a:close/>
                <a:moveTo>
                  <a:pt x="0" y="1032"/>
                </a:moveTo>
                <a:lnTo>
                  <a:pt x="0" y="1249"/>
                </a:lnTo>
                <a:cubicBezTo>
                  <a:pt x="0" y="1339"/>
                  <a:pt x="73" y="1412"/>
                  <a:pt x="163" y="1412"/>
                </a:cubicBezTo>
                <a:lnTo>
                  <a:pt x="1248" y="1412"/>
                </a:lnTo>
                <a:cubicBezTo>
                  <a:pt x="1338" y="1412"/>
                  <a:pt x="1411" y="1339"/>
                  <a:pt x="1411" y="1249"/>
                </a:cubicBezTo>
                <a:lnTo>
                  <a:pt x="1411" y="1032"/>
                </a:lnTo>
                <a:lnTo>
                  <a:pt x="1302" y="1032"/>
                </a:lnTo>
                <a:lnTo>
                  <a:pt x="1302" y="1249"/>
                </a:lnTo>
                <a:cubicBezTo>
                  <a:pt x="1302" y="1279"/>
                  <a:pt x="1278" y="1303"/>
                  <a:pt x="1248" y="1303"/>
                </a:cubicBezTo>
                <a:lnTo>
                  <a:pt x="163" y="1303"/>
                </a:lnTo>
                <a:cubicBezTo>
                  <a:pt x="133" y="1303"/>
                  <a:pt x="108" y="1279"/>
                  <a:pt x="108" y="1249"/>
                </a:cubicBezTo>
                <a:lnTo>
                  <a:pt x="108" y="1032"/>
                </a:lnTo>
                <a:lnTo>
                  <a:pt x="0" y="1032"/>
                </a:lnTo>
                <a:close/>
              </a:path>
            </a:pathLst>
          </a:custGeom>
          <a:solidFill>
            <a:srgbClr val="5F5F5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9040C7A9-0367-5F63-73E1-A5068442E14C}"/>
              </a:ext>
            </a:extLst>
          </p:cNvPr>
          <p:cNvSpPr/>
          <p:nvPr/>
        </p:nvSpPr>
        <p:spPr>
          <a:xfrm>
            <a:off x="409880" y="4001823"/>
            <a:ext cx="1106031" cy="246221"/>
          </a:xfrm>
          <a:prstGeom prst="roundRect">
            <a:avLst>
              <a:gd name="adj" fmla="val 18156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메인 디자인 제작</a:t>
            </a:r>
            <a:endParaRPr lang="en-US" altLang="ko-KR" sz="9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07A9B39-07CB-948E-B613-4956762C3423}"/>
              </a:ext>
            </a:extLst>
          </p:cNvPr>
          <p:cNvSpPr/>
          <p:nvPr/>
        </p:nvSpPr>
        <p:spPr>
          <a:xfrm>
            <a:off x="1578717" y="4010871"/>
            <a:ext cx="1106031" cy="246221"/>
          </a:xfrm>
          <a:prstGeom prst="roundRect">
            <a:avLst>
              <a:gd name="adj" fmla="val 18156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메뉴 및 기능 추가</a:t>
            </a:r>
            <a:endParaRPr lang="en-US" altLang="ko-KR" sz="9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8196B87-7186-17CE-39CA-CBEC7678FC55}"/>
              </a:ext>
            </a:extLst>
          </p:cNvPr>
          <p:cNvSpPr txBox="1"/>
          <p:nvPr/>
        </p:nvSpPr>
        <p:spPr>
          <a:xfrm>
            <a:off x="361282" y="4635329"/>
            <a:ext cx="16219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rgbClr val="2857A9"/>
                </a:solidFill>
              </a:rPr>
              <a:t>답변 내용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E7C176B5-4311-67E6-AA82-245F4D6BA88D}"/>
              </a:ext>
            </a:extLst>
          </p:cNvPr>
          <p:cNvSpPr/>
          <p:nvPr/>
        </p:nvSpPr>
        <p:spPr>
          <a:xfrm>
            <a:off x="400894" y="4881549"/>
            <a:ext cx="6324271" cy="563675"/>
          </a:xfrm>
          <a:prstGeom prst="roundRect">
            <a:avLst>
              <a:gd name="adj" fmla="val 11488"/>
            </a:avLst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rgbClr val="2857A9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63362C1-2521-5481-36B9-CB8053A4CB73}"/>
              </a:ext>
            </a:extLst>
          </p:cNvPr>
          <p:cNvSpPr txBox="1"/>
          <p:nvPr/>
        </p:nvSpPr>
        <p:spPr>
          <a:xfrm>
            <a:off x="430042" y="4992392"/>
            <a:ext cx="6191532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담당자 </a:t>
            </a:r>
            <a:r>
              <a:rPr lang="ko-KR" altLang="en-US" sz="1000" dirty="0" err="1">
                <a:solidFill>
                  <a:schemeClr val="bg1">
                    <a:lumMod val="50000"/>
                  </a:schemeClr>
                </a:solidFill>
              </a:rPr>
              <a:t>배정중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 입니다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C9BBF06-0E9D-673F-AEFE-A0B48FF28101}"/>
              </a:ext>
            </a:extLst>
          </p:cNvPr>
          <p:cNvSpPr/>
          <p:nvPr/>
        </p:nvSpPr>
        <p:spPr>
          <a:xfrm>
            <a:off x="1214719" y="1514161"/>
            <a:ext cx="756084" cy="19754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dirty="0">
                <a:solidFill>
                  <a:schemeClr val="accent6">
                    <a:lumMod val="75000"/>
                  </a:schemeClr>
                </a:solidFill>
              </a:rPr>
              <a:t>문의접수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F55104C-2981-DBEC-7472-7CE2BBE1B18E}"/>
              </a:ext>
            </a:extLst>
          </p:cNvPr>
          <p:cNvSpPr/>
          <p:nvPr/>
        </p:nvSpPr>
        <p:spPr>
          <a:xfrm>
            <a:off x="2651474" y="5559044"/>
            <a:ext cx="1503563" cy="246220"/>
          </a:xfrm>
          <a:prstGeom prst="roundRect">
            <a:avLst/>
          </a:prstGeom>
          <a:solidFill>
            <a:srgbClr val="0000CC"/>
          </a:solidFill>
          <a:ln w="63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문의 접수 수정</a:t>
            </a:r>
          </a:p>
        </p:txBody>
      </p:sp>
    </p:spTree>
    <p:extLst>
      <p:ext uri="{BB962C8B-B14F-4D97-AF65-F5344CB8AC3E}">
        <p14:creationId xmlns:p14="http://schemas.microsoft.com/office/powerpoint/2010/main" val="1299496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F1A0C-3369-E893-BA6B-32F96D420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53798D-7B93-41BD-FDFA-A4890BA8248D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 err="1">
                <a:solidFill>
                  <a:prstClr val="black"/>
                </a:solidFill>
              </a:rPr>
              <a:t>와아이프레임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PC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graphicFrame>
        <p:nvGraphicFramePr>
          <p:cNvPr id="3" name="Group 260">
            <a:extLst>
              <a:ext uri="{FF2B5EF4-FFF2-40B4-BE49-F238E27FC236}">
                <a16:creationId xmlns:a16="http://schemas.microsoft.com/office/drawing/2014/main" id="{356824D8-0279-785D-6F27-59205D997D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9946840"/>
              </p:ext>
            </p:extLst>
          </p:nvPr>
        </p:nvGraphicFramePr>
        <p:xfrm>
          <a:off x="6969418" y="2548005"/>
          <a:ext cx="2772114" cy="647558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게시판 </a:t>
                      </a: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샘플</a:t>
                      </a: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게시판 조회 </a:t>
                      </a:r>
                      <a:r>
                        <a:rPr kumimoji="1" lang="en-US" altLang="ko-KR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검토중</a:t>
                      </a:r>
                      <a:endParaRPr kumimoji="1" lang="ko-KR" altLang="en-US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게시판 조회 페이지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B745BDF-CCB9-7EBA-36F4-1EFE45CB54F6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와이어프레임 </a:t>
            </a:r>
            <a:r>
              <a:rPr lang="en-US" altLang="ko-KR" sz="900" b="1" dirty="0">
                <a:solidFill>
                  <a:prstClr val="black"/>
                </a:solidFill>
              </a:rPr>
              <a:t>PC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44C8747-EAD5-FC01-5DF9-7C20136DB97C}"/>
              </a:ext>
            </a:extLst>
          </p:cNvPr>
          <p:cNvSpPr/>
          <p:nvPr/>
        </p:nvSpPr>
        <p:spPr>
          <a:xfrm>
            <a:off x="236476" y="1412776"/>
            <a:ext cx="6611236" cy="4536504"/>
          </a:xfrm>
          <a:prstGeom prst="roundRect">
            <a:avLst>
              <a:gd name="adj" fmla="val 680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076077-1008-E7AE-4355-FC21C71AE904}"/>
              </a:ext>
            </a:extLst>
          </p:cNvPr>
          <p:cNvSpPr txBox="1"/>
          <p:nvPr/>
        </p:nvSpPr>
        <p:spPr>
          <a:xfrm>
            <a:off x="326370" y="1751094"/>
            <a:ext cx="6386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견적 받은 내용으로 상품을 구매하고 싶습니다</a:t>
            </a:r>
            <a:r>
              <a:rPr lang="en-US" altLang="ko-KR" sz="1200" b="1" dirty="0"/>
              <a:t>.</a:t>
            </a:r>
            <a:endParaRPr lang="ko-KR" altLang="en-US" sz="1200" b="1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BA124C1C-5550-D68F-BE10-6F47613748E1}"/>
              </a:ext>
            </a:extLst>
          </p:cNvPr>
          <p:cNvSpPr/>
          <p:nvPr/>
        </p:nvSpPr>
        <p:spPr>
          <a:xfrm>
            <a:off x="388504" y="1512834"/>
            <a:ext cx="756084" cy="197541"/>
          </a:xfrm>
          <a:prstGeom prst="roundRect">
            <a:avLst/>
          </a:prstGeom>
          <a:solidFill>
            <a:srgbClr val="DBEAFE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dirty="0">
                <a:solidFill>
                  <a:srgbClr val="2857A9"/>
                </a:solidFill>
              </a:rPr>
              <a:t>일반 문의</a:t>
            </a: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43C3F45D-2370-D1B8-FD76-3990E3D3F662}"/>
              </a:ext>
            </a:extLst>
          </p:cNvPr>
          <p:cNvCxnSpPr>
            <a:cxnSpLocks/>
          </p:cNvCxnSpPr>
          <p:nvPr/>
        </p:nvCxnSpPr>
        <p:spPr>
          <a:xfrm>
            <a:off x="388504" y="2384884"/>
            <a:ext cx="622068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8AB26D0-E7D4-3E28-B5CA-06FC487696B6}"/>
              </a:ext>
            </a:extLst>
          </p:cNvPr>
          <p:cNvSpPr txBox="1"/>
          <p:nvPr/>
        </p:nvSpPr>
        <p:spPr>
          <a:xfrm>
            <a:off x="342531" y="2047133"/>
            <a:ext cx="19038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요청일 </a:t>
            </a:r>
            <a:r>
              <a:rPr lang="en-US" altLang="ko-KR" sz="1000" dirty="0"/>
              <a:t>: 2026.03.01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24C69A-1C45-5CD1-6B0A-41E429C2FA07}"/>
              </a:ext>
            </a:extLst>
          </p:cNvPr>
          <p:cNvSpPr txBox="1"/>
          <p:nvPr/>
        </p:nvSpPr>
        <p:spPr>
          <a:xfrm>
            <a:off x="6478929" y="1412776"/>
            <a:ext cx="278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×</a:t>
            </a:r>
            <a:endParaRPr lang="ko-KR" alt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354414-123A-4024-4E85-CE8F33CC019F}"/>
              </a:ext>
            </a:extLst>
          </p:cNvPr>
          <p:cNvSpPr txBox="1"/>
          <p:nvPr/>
        </p:nvSpPr>
        <p:spPr>
          <a:xfrm>
            <a:off x="348892" y="2477570"/>
            <a:ext cx="16219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문의</a:t>
            </a:r>
            <a:r>
              <a:rPr lang="en-US" altLang="ko-KR" sz="1000" b="1" dirty="0"/>
              <a:t> </a:t>
            </a:r>
            <a:r>
              <a:rPr lang="ko-KR" altLang="en-US" sz="1000" b="1" dirty="0"/>
              <a:t>요청 상세 내용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DED5FD4-76D8-6C0C-4608-444104375CAE}"/>
              </a:ext>
            </a:extLst>
          </p:cNvPr>
          <p:cNvSpPr/>
          <p:nvPr/>
        </p:nvSpPr>
        <p:spPr>
          <a:xfrm>
            <a:off x="388504" y="2723791"/>
            <a:ext cx="6324271" cy="1209264"/>
          </a:xfrm>
          <a:prstGeom prst="roundRect">
            <a:avLst>
              <a:gd name="adj" fmla="val 6081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7F2E25-12DA-A646-B7DF-86EEF30556D3}"/>
              </a:ext>
            </a:extLst>
          </p:cNvPr>
          <p:cNvSpPr txBox="1"/>
          <p:nvPr/>
        </p:nvSpPr>
        <p:spPr>
          <a:xfrm>
            <a:off x="417652" y="2834633"/>
            <a:ext cx="6191532" cy="985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/>
              <a:t>안녕하세요</a:t>
            </a:r>
            <a:r>
              <a:rPr lang="en-US" altLang="ko-KR" sz="10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dirty="0"/>
              <a:t>이번에 견적 받은 내용으로 결제를 진행 하려고 합니다</a:t>
            </a:r>
            <a:r>
              <a:rPr lang="en-US" altLang="ko-KR" sz="10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dirty="0"/>
              <a:t>어떻게 진행하면 되나요</a:t>
            </a:r>
            <a:r>
              <a:rPr lang="en-US" altLang="ko-KR" sz="1000" dirty="0"/>
              <a:t>? </a:t>
            </a:r>
          </a:p>
          <a:p>
            <a:pPr>
              <a:lnSpc>
                <a:spcPct val="150000"/>
              </a:lnSpc>
            </a:pPr>
            <a:r>
              <a:rPr lang="ko-KR" altLang="en-US" sz="1000" dirty="0"/>
              <a:t>첨부파일 확인 부탁 드립니다</a:t>
            </a:r>
            <a:r>
              <a:rPr lang="en-US" altLang="ko-KR" sz="1000" dirty="0"/>
              <a:t>.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87C74E3-E3C2-F0C7-8311-3DD6CD12278A}"/>
              </a:ext>
            </a:extLst>
          </p:cNvPr>
          <p:cNvSpPr/>
          <p:nvPr/>
        </p:nvSpPr>
        <p:spPr>
          <a:xfrm>
            <a:off x="416496" y="4329100"/>
            <a:ext cx="2196244" cy="246221"/>
          </a:xfrm>
          <a:prstGeom prst="roundRect">
            <a:avLst>
              <a:gd name="adj" fmla="val 18156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      견적서</a:t>
            </a:r>
            <a:r>
              <a:rPr lang="en-US" altLang="ko-KR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.JPG (</a:t>
            </a:r>
            <a:r>
              <a:rPr lang="en-US" altLang="ko-KR" sz="900" dirty="0">
                <a:solidFill>
                  <a:schemeClr val="tx1"/>
                </a:solidFill>
                <a:latin typeface="맑은 고딕" pitchFamily="50" charset="-127"/>
              </a:rPr>
              <a:t>10MB)</a:t>
            </a:r>
            <a:endParaRPr lang="en-US" altLang="ko-KR" sz="9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Check File">
            <a:extLst>
              <a:ext uri="{FF2B5EF4-FFF2-40B4-BE49-F238E27FC236}">
                <a16:creationId xmlns:a16="http://schemas.microsoft.com/office/drawing/2014/main" id="{4607076A-3F54-37AC-3F7E-7BC68AAE4890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509966" y="4372658"/>
            <a:ext cx="163513" cy="163512"/>
          </a:xfrm>
          <a:custGeom>
            <a:avLst/>
            <a:gdLst>
              <a:gd name="T0" fmla="*/ 217 w 1417"/>
              <a:gd name="T1" fmla="*/ 0 h 1411"/>
              <a:gd name="T2" fmla="*/ 0 w 1417"/>
              <a:gd name="T3" fmla="*/ 217 h 1411"/>
              <a:gd name="T4" fmla="*/ 0 w 1417"/>
              <a:gd name="T5" fmla="*/ 1194 h 1411"/>
              <a:gd name="T6" fmla="*/ 217 w 1417"/>
              <a:gd name="T7" fmla="*/ 1411 h 1411"/>
              <a:gd name="T8" fmla="*/ 863 w 1417"/>
              <a:gd name="T9" fmla="*/ 1411 h 1411"/>
              <a:gd name="T10" fmla="*/ 754 w 1417"/>
              <a:gd name="T11" fmla="*/ 1302 h 1411"/>
              <a:gd name="T12" fmla="*/ 217 w 1417"/>
              <a:gd name="T13" fmla="*/ 1302 h 1411"/>
              <a:gd name="T14" fmla="*/ 108 w 1417"/>
              <a:gd name="T15" fmla="*/ 1194 h 1411"/>
              <a:gd name="T16" fmla="*/ 108 w 1417"/>
              <a:gd name="T17" fmla="*/ 217 h 1411"/>
              <a:gd name="T18" fmla="*/ 217 w 1417"/>
              <a:gd name="T19" fmla="*/ 108 h 1411"/>
              <a:gd name="T20" fmla="*/ 614 w 1417"/>
              <a:gd name="T21" fmla="*/ 108 h 1411"/>
              <a:gd name="T22" fmla="*/ 651 w 1417"/>
              <a:gd name="T23" fmla="*/ 217 h 1411"/>
              <a:gd name="T24" fmla="*/ 651 w 1417"/>
              <a:gd name="T25" fmla="*/ 380 h 1411"/>
              <a:gd name="T26" fmla="*/ 705 w 1417"/>
              <a:gd name="T27" fmla="*/ 434 h 1411"/>
              <a:gd name="T28" fmla="*/ 868 w 1417"/>
              <a:gd name="T29" fmla="*/ 434 h 1411"/>
              <a:gd name="T30" fmla="*/ 977 w 1417"/>
              <a:gd name="T31" fmla="*/ 488 h 1411"/>
              <a:gd name="T32" fmla="*/ 977 w 1417"/>
              <a:gd name="T33" fmla="*/ 1021 h 1411"/>
              <a:gd name="T34" fmla="*/ 988 w 1417"/>
              <a:gd name="T35" fmla="*/ 1031 h 1411"/>
              <a:gd name="T36" fmla="*/ 1085 w 1417"/>
              <a:gd name="T37" fmla="*/ 885 h 1411"/>
              <a:gd name="T38" fmla="*/ 1085 w 1417"/>
              <a:gd name="T39" fmla="*/ 434 h 1411"/>
              <a:gd name="T40" fmla="*/ 939 w 1417"/>
              <a:gd name="T41" fmla="*/ 229 h 1411"/>
              <a:gd name="T42" fmla="*/ 895 w 1417"/>
              <a:gd name="T43" fmla="*/ 190 h 1411"/>
              <a:gd name="T44" fmla="*/ 858 w 1417"/>
              <a:gd name="T45" fmla="*/ 147 h 1411"/>
              <a:gd name="T46" fmla="*/ 651 w 1417"/>
              <a:gd name="T47" fmla="*/ 0 h 1411"/>
              <a:gd name="T48" fmla="*/ 217 w 1417"/>
              <a:gd name="T49" fmla="*/ 0 h 1411"/>
              <a:gd name="T50" fmla="*/ 1323 w 1417"/>
              <a:gd name="T51" fmla="*/ 760 h 1411"/>
              <a:gd name="T52" fmla="*/ 1287 w 1417"/>
              <a:gd name="T53" fmla="*/ 777 h 1411"/>
              <a:gd name="T54" fmla="*/ 999 w 1417"/>
              <a:gd name="T55" fmla="*/ 1199 h 1411"/>
              <a:gd name="T56" fmla="*/ 868 w 1417"/>
              <a:gd name="T57" fmla="*/ 1063 h 1411"/>
              <a:gd name="T58" fmla="*/ 819 w 1417"/>
              <a:gd name="T59" fmla="*/ 1063 h 1411"/>
              <a:gd name="T60" fmla="*/ 771 w 1417"/>
              <a:gd name="T61" fmla="*/ 1112 h 1411"/>
              <a:gd name="T62" fmla="*/ 771 w 1417"/>
              <a:gd name="T63" fmla="*/ 1162 h 1411"/>
              <a:gd name="T64" fmla="*/ 972 w 1417"/>
              <a:gd name="T65" fmla="*/ 1362 h 1411"/>
              <a:gd name="T66" fmla="*/ 1016 w 1417"/>
              <a:gd name="T67" fmla="*/ 1384 h 1411"/>
              <a:gd name="T68" fmla="*/ 1058 w 1417"/>
              <a:gd name="T69" fmla="*/ 1357 h 1411"/>
              <a:gd name="T70" fmla="*/ 1406 w 1417"/>
              <a:gd name="T71" fmla="*/ 846 h 1411"/>
              <a:gd name="T72" fmla="*/ 1396 w 1417"/>
              <a:gd name="T73" fmla="*/ 804 h 1411"/>
              <a:gd name="T74" fmla="*/ 1334 w 1417"/>
              <a:gd name="T75" fmla="*/ 765 h 1411"/>
              <a:gd name="T76" fmla="*/ 1323 w 1417"/>
              <a:gd name="T77" fmla="*/ 760 h 1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417" h="1411">
                <a:moveTo>
                  <a:pt x="217" y="0"/>
                </a:moveTo>
                <a:cubicBezTo>
                  <a:pt x="97" y="0"/>
                  <a:pt x="0" y="98"/>
                  <a:pt x="0" y="217"/>
                </a:cubicBezTo>
                <a:lnTo>
                  <a:pt x="0" y="1194"/>
                </a:lnTo>
                <a:cubicBezTo>
                  <a:pt x="0" y="1313"/>
                  <a:pt x="97" y="1411"/>
                  <a:pt x="217" y="1411"/>
                </a:cubicBezTo>
                <a:lnTo>
                  <a:pt x="863" y="1411"/>
                </a:lnTo>
                <a:lnTo>
                  <a:pt x="754" y="1302"/>
                </a:lnTo>
                <a:lnTo>
                  <a:pt x="217" y="1302"/>
                </a:lnTo>
                <a:cubicBezTo>
                  <a:pt x="157" y="1302"/>
                  <a:pt x="108" y="1254"/>
                  <a:pt x="108" y="1194"/>
                </a:cubicBezTo>
                <a:lnTo>
                  <a:pt x="108" y="217"/>
                </a:lnTo>
                <a:cubicBezTo>
                  <a:pt x="108" y="157"/>
                  <a:pt x="157" y="108"/>
                  <a:pt x="217" y="108"/>
                </a:cubicBezTo>
                <a:lnTo>
                  <a:pt x="614" y="108"/>
                </a:lnTo>
                <a:cubicBezTo>
                  <a:pt x="652" y="119"/>
                  <a:pt x="651" y="168"/>
                  <a:pt x="651" y="217"/>
                </a:cubicBezTo>
                <a:lnTo>
                  <a:pt x="651" y="380"/>
                </a:lnTo>
                <a:cubicBezTo>
                  <a:pt x="651" y="412"/>
                  <a:pt x="673" y="434"/>
                  <a:pt x="705" y="434"/>
                </a:cubicBezTo>
                <a:lnTo>
                  <a:pt x="868" y="434"/>
                </a:lnTo>
                <a:cubicBezTo>
                  <a:pt x="922" y="434"/>
                  <a:pt x="977" y="434"/>
                  <a:pt x="977" y="488"/>
                </a:cubicBezTo>
                <a:lnTo>
                  <a:pt x="977" y="1021"/>
                </a:lnTo>
                <a:lnTo>
                  <a:pt x="988" y="1031"/>
                </a:lnTo>
                <a:lnTo>
                  <a:pt x="1085" y="885"/>
                </a:lnTo>
                <a:lnTo>
                  <a:pt x="1085" y="434"/>
                </a:lnTo>
                <a:cubicBezTo>
                  <a:pt x="1085" y="374"/>
                  <a:pt x="1032" y="321"/>
                  <a:pt x="939" y="229"/>
                </a:cubicBezTo>
                <a:cubicBezTo>
                  <a:pt x="923" y="218"/>
                  <a:pt x="911" y="201"/>
                  <a:pt x="895" y="190"/>
                </a:cubicBezTo>
                <a:cubicBezTo>
                  <a:pt x="884" y="174"/>
                  <a:pt x="869" y="164"/>
                  <a:pt x="858" y="147"/>
                </a:cubicBezTo>
                <a:cubicBezTo>
                  <a:pt x="766" y="55"/>
                  <a:pt x="711" y="0"/>
                  <a:pt x="651" y="0"/>
                </a:cubicBezTo>
                <a:lnTo>
                  <a:pt x="217" y="0"/>
                </a:lnTo>
                <a:close/>
                <a:moveTo>
                  <a:pt x="1323" y="760"/>
                </a:moveTo>
                <a:cubicBezTo>
                  <a:pt x="1309" y="757"/>
                  <a:pt x="1295" y="764"/>
                  <a:pt x="1287" y="777"/>
                </a:cubicBezTo>
                <a:lnTo>
                  <a:pt x="999" y="1199"/>
                </a:lnTo>
                <a:lnTo>
                  <a:pt x="868" y="1063"/>
                </a:lnTo>
                <a:cubicBezTo>
                  <a:pt x="852" y="1047"/>
                  <a:pt x="830" y="1047"/>
                  <a:pt x="819" y="1063"/>
                </a:cubicBezTo>
                <a:lnTo>
                  <a:pt x="771" y="1112"/>
                </a:lnTo>
                <a:cubicBezTo>
                  <a:pt x="755" y="1129"/>
                  <a:pt x="755" y="1151"/>
                  <a:pt x="771" y="1162"/>
                </a:cubicBezTo>
                <a:lnTo>
                  <a:pt x="972" y="1362"/>
                </a:lnTo>
                <a:cubicBezTo>
                  <a:pt x="982" y="1373"/>
                  <a:pt x="999" y="1384"/>
                  <a:pt x="1016" y="1384"/>
                </a:cubicBezTo>
                <a:cubicBezTo>
                  <a:pt x="1032" y="1384"/>
                  <a:pt x="1047" y="1373"/>
                  <a:pt x="1058" y="1357"/>
                </a:cubicBezTo>
                <a:lnTo>
                  <a:pt x="1406" y="846"/>
                </a:lnTo>
                <a:cubicBezTo>
                  <a:pt x="1417" y="841"/>
                  <a:pt x="1412" y="815"/>
                  <a:pt x="1396" y="804"/>
                </a:cubicBezTo>
                <a:lnTo>
                  <a:pt x="1334" y="765"/>
                </a:lnTo>
                <a:cubicBezTo>
                  <a:pt x="1330" y="762"/>
                  <a:pt x="1327" y="760"/>
                  <a:pt x="1323" y="760"/>
                </a:cubicBezTo>
                <a:close/>
              </a:path>
            </a:pathLst>
          </a:cu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Download">
            <a:extLst>
              <a:ext uri="{FF2B5EF4-FFF2-40B4-BE49-F238E27FC236}">
                <a16:creationId xmlns:a16="http://schemas.microsoft.com/office/drawing/2014/main" id="{A301AFCD-A076-2DDD-5E50-1E578EC7156A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2120866" y="4365379"/>
            <a:ext cx="163513" cy="163512"/>
          </a:xfrm>
          <a:custGeom>
            <a:avLst/>
            <a:gdLst>
              <a:gd name="T0" fmla="*/ 597 w 1411"/>
              <a:gd name="T1" fmla="*/ 0 h 1412"/>
              <a:gd name="T2" fmla="*/ 434 w 1411"/>
              <a:gd name="T3" fmla="*/ 163 h 1412"/>
              <a:gd name="T4" fmla="*/ 434 w 1411"/>
              <a:gd name="T5" fmla="*/ 597 h 1412"/>
              <a:gd name="T6" fmla="*/ 258 w 1411"/>
              <a:gd name="T7" fmla="*/ 597 h 1412"/>
              <a:gd name="T8" fmla="*/ 230 w 1411"/>
              <a:gd name="T9" fmla="*/ 677 h 1412"/>
              <a:gd name="T10" fmla="*/ 588 w 1411"/>
              <a:gd name="T11" fmla="*/ 1033 h 1412"/>
              <a:gd name="T12" fmla="*/ 826 w 1411"/>
              <a:gd name="T13" fmla="*/ 1033 h 1412"/>
              <a:gd name="T14" fmla="*/ 1182 w 1411"/>
              <a:gd name="T15" fmla="*/ 677 h 1412"/>
              <a:gd name="T16" fmla="*/ 1157 w 1411"/>
              <a:gd name="T17" fmla="*/ 597 h 1412"/>
              <a:gd name="T18" fmla="*/ 977 w 1411"/>
              <a:gd name="T19" fmla="*/ 597 h 1412"/>
              <a:gd name="T20" fmla="*/ 977 w 1411"/>
              <a:gd name="T21" fmla="*/ 163 h 1412"/>
              <a:gd name="T22" fmla="*/ 814 w 1411"/>
              <a:gd name="T23" fmla="*/ 0 h 1412"/>
              <a:gd name="T24" fmla="*/ 597 w 1411"/>
              <a:gd name="T25" fmla="*/ 0 h 1412"/>
              <a:gd name="T26" fmla="*/ 0 w 1411"/>
              <a:gd name="T27" fmla="*/ 1032 h 1412"/>
              <a:gd name="T28" fmla="*/ 0 w 1411"/>
              <a:gd name="T29" fmla="*/ 1249 h 1412"/>
              <a:gd name="T30" fmla="*/ 163 w 1411"/>
              <a:gd name="T31" fmla="*/ 1412 h 1412"/>
              <a:gd name="T32" fmla="*/ 1248 w 1411"/>
              <a:gd name="T33" fmla="*/ 1412 h 1412"/>
              <a:gd name="T34" fmla="*/ 1411 w 1411"/>
              <a:gd name="T35" fmla="*/ 1249 h 1412"/>
              <a:gd name="T36" fmla="*/ 1411 w 1411"/>
              <a:gd name="T37" fmla="*/ 1032 h 1412"/>
              <a:gd name="T38" fmla="*/ 1302 w 1411"/>
              <a:gd name="T39" fmla="*/ 1032 h 1412"/>
              <a:gd name="T40" fmla="*/ 1302 w 1411"/>
              <a:gd name="T41" fmla="*/ 1249 h 1412"/>
              <a:gd name="T42" fmla="*/ 1248 w 1411"/>
              <a:gd name="T43" fmla="*/ 1303 h 1412"/>
              <a:gd name="T44" fmla="*/ 163 w 1411"/>
              <a:gd name="T45" fmla="*/ 1303 h 1412"/>
              <a:gd name="T46" fmla="*/ 108 w 1411"/>
              <a:gd name="T47" fmla="*/ 1249 h 1412"/>
              <a:gd name="T48" fmla="*/ 108 w 1411"/>
              <a:gd name="T49" fmla="*/ 1032 h 1412"/>
              <a:gd name="T50" fmla="*/ 0 w 1411"/>
              <a:gd name="T51" fmla="*/ 1032 h 14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411" h="1412">
                <a:moveTo>
                  <a:pt x="597" y="0"/>
                </a:moveTo>
                <a:cubicBezTo>
                  <a:pt x="507" y="0"/>
                  <a:pt x="434" y="73"/>
                  <a:pt x="434" y="163"/>
                </a:cubicBezTo>
                <a:lnTo>
                  <a:pt x="434" y="597"/>
                </a:lnTo>
                <a:lnTo>
                  <a:pt x="258" y="597"/>
                </a:lnTo>
                <a:cubicBezTo>
                  <a:pt x="181" y="597"/>
                  <a:pt x="165" y="611"/>
                  <a:pt x="230" y="677"/>
                </a:cubicBezTo>
                <a:lnTo>
                  <a:pt x="588" y="1033"/>
                </a:lnTo>
                <a:cubicBezTo>
                  <a:pt x="708" y="1153"/>
                  <a:pt x="706" y="1153"/>
                  <a:pt x="826" y="1033"/>
                </a:cubicBezTo>
                <a:lnTo>
                  <a:pt x="1182" y="677"/>
                </a:lnTo>
                <a:cubicBezTo>
                  <a:pt x="1248" y="611"/>
                  <a:pt x="1226" y="597"/>
                  <a:pt x="1157" y="597"/>
                </a:cubicBezTo>
                <a:lnTo>
                  <a:pt x="977" y="597"/>
                </a:lnTo>
                <a:lnTo>
                  <a:pt x="977" y="163"/>
                </a:lnTo>
                <a:cubicBezTo>
                  <a:pt x="977" y="73"/>
                  <a:pt x="904" y="0"/>
                  <a:pt x="814" y="0"/>
                </a:cubicBezTo>
                <a:lnTo>
                  <a:pt x="597" y="0"/>
                </a:lnTo>
                <a:close/>
                <a:moveTo>
                  <a:pt x="0" y="1032"/>
                </a:moveTo>
                <a:lnTo>
                  <a:pt x="0" y="1249"/>
                </a:lnTo>
                <a:cubicBezTo>
                  <a:pt x="0" y="1339"/>
                  <a:pt x="73" y="1412"/>
                  <a:pt x="163" y="1412"/>
                </a:cubicBezTo>
                <a:lnTo>
                  <a:pt x="1248" y="1412"/>
                </a:lnTo>
                <a:cubicBezTo>
                  <a:pt x="1338" y="1412"/>
                  <a:pt x="1411" y="1339"/>
                  <a:pt x="1411" y="1249"/>
                </a:cubicBezTo>
                <a:lnTo>
                  <a:pt x="1411" y="1032"/>
                </a:lnTo>
                <a:lnTo>
                  <a:pt x="1302" y="1032"/>
                </a:lnTo>
                <a:lnTo>
                  <a:pt x="1302" y="1249"/>
                </a:lnTo>
                <a:cubicBezTo>
                  <a:pt x="1302" y="1279"/>
                  <a:pt x="1278" y="1303"/>
                  <a:pt x="1248" y="1303"/>
                </a:cubicBezTo>
                <a:lnTo>
                  <a:pt x="163" y="1303"/>
                </a:lnTo>
                <a:cubicBezTo>
                  <a:pt x="133" y="1303"/>
                  <a:pt x="108" y="1279"/>
                  <a:pt x="108" y="1249"/>
                </a:cubicBezTo>
                <a:lnTo>
                  <a:pt x="108" y="1032"/>
                </a:lnTo>
                <a:lnTo>
                  <a:pt x="0" y="1032"/>
                </a:lnTo>
                <a:close/>
              </a:path>
            </a:pathLst>
          </a:custGeom>
          <a:solidFill>
            <a:srgbClr val="5F5F5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8447961B-13D7-4FF0-2652-731819EEBEE3}"/>
              </a:ext>
            </a:extLst>
          </p:cNvPr>
          <p:cNvSpPr/>
          <p:nvPr/>
        </p:nvSpPr>
        <p:spPr>
          <a:xfrm>
            <a:off x="409880" y="4001823"/>
            <a:ext cx="1106031" cy="246221"/>
          </a:xfrm>
          <a:prstGeom prst="roundRect">
            <a:avLst>
              <a:gd name="adj" fmla="val 18156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메인 디자인 제작</a:t>
            </a:r>
            <a:endParaRPr lang="en-US" altLang="ko-KR" sz="9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F65D19B8-CBDE-EF22-5C0B-8DBBFC394C40}"/>
              </a:ext>
            </a:extLst>
          </p:cNvPr>
          <p:cNvSpPr/>
          <p:nvPr/>
        </p:nvSpPr>
        <p:spPr>
          <a:xfrm>
            <a:off x="1578717" y="4010871"/>
            <a:ext cx="1106031" cy="246221"/>
          </a:xfrm>
          <a:prstGeom prst="roundRect">
            <a:avLst>
              <a:gd name="adj" fmla="val 18156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메뉴 및 기능 추가</a:t>
            </a:r>
            <a:endParaRPr lang="en-US" altLang="ko-KR" sz="9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CBA443-F21C-C82B-7809-AAC716E21E36}"/>
              </a:ext>
            </a:extLst>
          </p:cNvPr>
          <p:cNvSpPr txBox="1"/>
          <p:nvPr/>
        </p:nvSpPr>
        <p:spPr>
          <a:xfrm>
            <a:off x="361282" y="4635329"/>
            <a:ext cx="16219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rgbClr val="2857A9"/>
                </a:solidFill>
              </a:rPr>
              <a:t>답변 내용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BA93DF57-97D7-81F2-0EE7-E0D8A9980204}"/>
              </a:ext>
            </a:extLst>
          </p:cNvPr>
          <p:cNvSpPr/>
          <p:nvPr/>
        </p:nvSpPr>
        <p:spPr>
          <a:xfrm>
            <a:off x="400894" y="4881549"/>
            <a:ext cx="6324271" cy="563675"/>
          </a:xfrm>
          <a:prstGeom prst="roundRect">
            <a:avLst>
              <a:gd name="adj" fmla="val 11488"/>
            </a:avLst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rgbClr val="2857A9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B2D049A-864D-AC56-9A30-B9304CE6C590}"/>
              </a:ext>
            </a:extLst>
          </p:cNvPr>
          <p:cNvSpPr txBox="1"/>
          <p:nvPr/>
        </p:nvSpPr>
        <p:spPr>
          <a:xfrm>
            <a:off x="430042" y="4992392"/>
            <a:ext cx="6191532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담당자 </a:t>
            </a:r>
            <a:r>
              <a:rPr lang="ko-KR" altLang="en-US" sz="1000" dirty="0" err="1">
                <a:solidFill>
                  <a:schemeClr val="bg1">
                    <a:lumMod val="50000"/>
                  </a:schemeClr>
                </a:solidFill>
              </a:rPr>
              <a:t>확인중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 입니다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3916BE3-1B8E-1F8A-C719-E2D8135DB50B}"/>
              </a:ext>
            </a:extLst>
          </p:cNvPr>
          <p:cNvSpPr/>
          <p:nvPr/>
        </p:nvSpPr>
        <p:spPr>
          <a:xfrm>
            <a:off x="1214719" y="1514161"/>
            <a:ext cx="756084" cy="197541"/>
          </a:xfrm>
          <a:prstGeom prst="roundRect">
            <a:avLst/>
          </a:prstGeom>
          <a:solidFill>
            <a:srgbClr val="DCFCE7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dirty="0" err="1">
                <a:solidFill>
                  <a:srgbClr val="2CA099"/>
                </a:solidFill>
              </a:rPr>
              <a:t>검토중</a:t>
            </a:r>
            <a:endParaRPr lang="ko-KR" altLang="en-US" sz="900" b="1" dirty="0">
              <a:solidFill>
                <a:srgbClr val="2CA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7062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ECB0ED-02DF-8303-5237-A2DC0A439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2B5351-274B-76F5-6A5C-D3586F34AEA2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 err="1">
                <a:solidFill>
                  <a:prstClr val="black"/>
                </a:solidFill>
              </a:rPr>
              <a:t>와아이프레임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PC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graphicFrame>
        <p:nvGraphicFramePr>
          <p:cNvPr id="3" name="Group 260">
            <a:extLst>
              <a:ext uri="{FF2B5EF4-FFF2-40B4-BE49-F238E27FC236}">
                <a16:creationId xmlns:a16="http://schemas.microsoft.com/office/drawing/2014/main" id="{55B86264-BE17-2C56-5DB7-165F8AEE71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0902183"/>
              </p:ext>
            </p:extLst>
          </p:nvPr>
        </p:nvGraphicFramePr>
        <p:xfrm>
          <a:off x="6969418" y="2548005"/>
          <a:ext cx="2772114" cy="647558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게시판 </a:t>
                      </a: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샘플</a:t>
                      </a: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게시판 등록 </a:t>
                      </a:r>
                      <a:r>
                        <a:rPr kumimoji="1" lang="en-US" altLang="ko-KR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(1/2)</a:t>
                      </a:r>
                      <a:endParaRPr kumimoji="1" lang="ko-KR" altLang="en-US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게시판 등록 페이지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AEBC66D-DA9C-D60F-0524-2BEFD2FFDD67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와이어프레임 </a:t>
            </a:r>
            <a:r>
              <a:rPr lang="en-US" altLang="ko-KR" sz="900" b="1" dirty="0">
                <a:solidFill>
                  <a:prstClr val="black"/>
                </a:solidFill>
              </a:rPr>
              <a:t>PC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4BCD5AD-7FD3-5060-D242-2467F0323C1E}"/>
              </a:ext>
            </a:extLst>
          </p:cNvPr>
          <p:cNvSpPr/>
          <p:nvPr/>
        </p:nvSpPr>
        <p:spPr>
          <a:xfrm>
            <a:off x="200496" y="1340768"/>
            <a:ext cx="6732724" cy="5112567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5780854-E1E0-A0C5-07E4-12EBAE1444A2}"/>
              </a:ext>
            </a:extLst>
          </p:cNvPr>
          <p:cNvSpPr/>
          <p:nvPr/>
        </p:nvSpPr>
        <p:spPr>
          <a:xfrm>
            <a:off x="503916" y="1626280"/>
            <a:ext cx="5853240" cy="4697170"/>
          </a:xfrm>
          <a:prstGeom prst="roundRect">
            <a:avLst>
              <a:gd name="adj" fmla="val 3202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3BD4EE7-B57F-C15B-E674-96DECD2829E7}"/>
              </a:ext>
            </a:extLst>
          </p:cNvPr>
          <p:cNvSpPr txBox="1"/>
          <p:nvPr/>
        </p:nvSpPr>
        <p:spPr>
          <a:xfrm>
            <a:off x="987895" y="1834513"/>
            <a:ext cx="11247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문의하기</a:t>
            </a:r>
          </a:p>
        </p:txBody>
      </p:sp>
      <p:sp>
        <p:nvSpPr>
          <p:cNvPr id="33" name="Headset">
            <a:extLst>
              <a:ext uri="{FF2B5EF4-FFF2-40B4-BE49-F238E27FC236}">
                <a16:creationId xmlns:a16="http://schemas.microsoft.com/office/drawing/2014/main" id="{AFF2C996-2317-3A52-70E3-A3C3DA593A15}"/>
              </a:ext>
            </a:extLst>
          </p:cNvPr>
          <p:cNvSpPr>
            <a:spLocks noChangeAspect="1"/>
          </p:cNvSpPr>
          <p:nvPr/>
        </p:nvSpPr>
        <p:spPr bwMode="auto">
          <a:xfrm>
            <a:off x="825970" y="1886515"/>
            <a:ext cx="161925" cy="161925"/>
          </a:xfrm>
          <a:custGeom>
            <a:avLst/>
            <a:gdLst>
              <a:gd name="T0" fmla="*/ 705 w 1411"/>
              <a:gd name="T1" fmla="*/ 0 h 1411"/>
              <a:gd name="T2" fmla="*/ 108 w 1411"/>
              <a:gd name="T3" fmla="*/ 465 h 1411"/>
              <a:gd name="T4" fmla="*/ 0 w 1411"/>
              <a:gd name="T5" fmla="*/ 678 h 1411"/>
              <a:gd name="T6" fmla="*/ 217 w 1411"/>
              <a:gd name="T7" fmla="*/ 923 h 1411"/>
              <a:gd name="T8" fmla="*/ 271 w 1411"/>
              <a:gd name="T9" fmla="*/ 868 h 1411"/>
              <a:gd name="T10" fmla="*/ 271 w 1411"/>
              <a:gd name="T11" fmla="*/ 488 h 1411"/>
              <a:gd name="T12" fmla="*/ 232 w 1411"/>
              <a:gd name="T13" fmla="*/ 436 h 1411"/>
              <a:gd name="T14" fmla="*/ 705 w 1411"/>
              <a:gd name="T15" fmla="*/ 107 h 1411"/>
              <a:gd name="T16" fmla="*/ 1180 w 1411"/>
              <a:gd name="T17" fmla="*/ 436 h 1411"/>
              <a:gd name="T18" fmla="*/ 1139 w 1411"/>
              <a:gd name="T19" fmla="*/ 488 h 1411"/>
              <a:gd name="T20" fmla="*/ 1139 w 1411"/>
              <a:gd name="T21" fmla="*/ 868 h 1411"/>
              <a:gd name="T22" fmla="*/ 1194 w 1411"/>
              <a:gd name="T23" fmla="*/ 923 h 1411"/>
              <a:gd name="T24" fmla="*/ 1229 w 1411"/>
              <a:gd name="T25" fmla="*/ 919 h 1411"/>
              <a:gd name="T26" fmla="*/ 1128 w 1411"/>
              <a:gd name="T27" fmla="*/ 1146 h 1411"/>
              <a:gd name="T28" fmla="*/ 1051 w 1411"/>
              <a:gd name="T29" fmla="*/ 1218 h 1411"/>
              <a:gd name="T30" fmla="*/ 1024 w 1411"/>
              <a:gd name="T31" fmla="*/ 1235 h 1411"/>
              <a:gd name="T32" fmla="*/ 1019 w 1411"/>
              <a:gd name="T33" fmla="*/ 1236 h 1411"/>
              <a:gd name="T34" fmla="*/ 916 w 1411"/>
              <a:gd name="T35" fmla="*/ 1236 h 1411"/>
              <a:gd name="T36" fmla="*/ 759 w 1411"/>
              <a:gd name="T37" fmla="*/ 1140 h 1411"/>
              <a:gd name="T38" fmla="*/ 597 w 1411"/>
              <a:gd name="T39" fmla="*/ 1275 h 1411"/>
              <a:gd name="T40" fmla="*/ 759 w 1411"/>
              <a:gd name="T41" fmla="*/ 1411 h 1411"/>
              <a:gd name="T42" fmla="*/ 916 w 1411"/>
              <a:gd name="T43" fmla="*/ 1313 h 1411"/>
              <a:gd name="T44" fmla="*/ 1022 w 1411"/>
              <a:gd name="T45" fmla="*/ 1313 h 1411"/>
              <a:gd name="T46" fmla="*/ 1058 w 1411"/>
              <a:gd name="T47" fmla="*/ 1302 h 1411"/>
              <a:gd name="T48" fmla="*/ 1095 w 1411"/>
              <a:gd name="T49" fmla="*/ 1280 h 1411"/>
              <a:gd name="T50" fmla="*/ 1185 w 1411"/>
              <a:gd name="T51" fmla="*/ 1196 h 1411"/>
              <a:gd name="T52" fmla="*/ 1311 w 1411"/>
              <a:gd name="T53" fmla="*/ 889 h 1411"/>
              <a:gd name="T54" fmla="*/ 1411 w 1411"/>
              <a:gd name="T55" fmla="*/ 678 h 1411"/>
              <a:gd name="T56" fmla="*/ 1302 w 1411"/>
              <a:gd name="T57" fmla="*/ 463 h 1411"/>
              <a:gd name="T58" fmla="*/ 705 w 1411"/>
              <a:gd name="T59" fmla="*/ 0 h 1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411" h="1411">
                <a:moveTo>
                  <a:pt x="705" y="0"/>
                </a:moveTo>
                <a:cubicBezTo>
                  <a:pt x="423" y="0"/>
                  <a:pt x="185" y="198"/>
                  <a:pt x="108" y="465"/>
                </a:cubicBezTo>
                <a:cubicBezTo>
                  <a:pt x="40" y="506"/>
                  <a:pt x="0" y="586"/>
                  <a:pt x="0" y="678"/>
                </a:cubicBezTo>
                <a:cubicBezTo>
                  <a:pt x="0" y="813"/>
                  <a:pt x="82" y="923"/>
                  <a:pt x="217" y="923"/>
                </a:cubicBezTo>
                <a:cubicBezTo>
                  <a:pt x="247" y="923"/>
                  <a:pt x="271" y="898"/>
                  <a:pt x="271" y="868"/>
                </a:cubicBezTo>
                <a:lnTo>
                  <a:pt x="271" y="488"/>
                </a:lnTo>
                <a:cubicBezTo>
                  <a:pt x="271" y="464"/>
                  <a:pt x="255" y="442"/>
                  <a:pt x="232" y="436"/>
                </a:cubicBezTo>
                <a:cubicBezTo>
                  <a:pt x="311" y="242"/>
                  <a:pt x="493" y="107"/>
                  <a:pt x="705" y="107"/>
                </a:cubicBezTo>
                <a:cubicBezTo>
                  <a:pt x="917" y="107"/>
                  <a:pt x="1101" y="242"/>
                  <a:pt x="1180" y="436"/>
                </a:cubicBezTo>
                <a:cubicBezTo>
                  <a:pt x="1157" y="442"/>
                  <a:pt x="1139" y="463"/>
                  <a:pt x="1139" y="488"/>
                </a:cubicBezTo>
                <a:lnTo>
                  <a:pt x="1139" y="868"/>
                </a:lnTo>
                <a:cubicBezTo>
                  <a:pt x="1139" y="898"/>
                  <a:pt x="1164" y="923"/>
                  <a:pt x="1194" y="923"/>
                </a:cubicBezTo>
                <a:cubicBezTo>
                  <a:pt x="1206" y="923"/>
                  <a:pt x="1218" y="921"/>
                  <a:pt x="1229" y="919"/>
                </a:cubicBezTo>
                <a:cubicBezTo>
                  <a:pt x="1212" y="1020"/>
                  <a:pt x="1171" y="1094"/>
                  <a:pt x="1128" y="1146"/>
                </a:cubicBezTo>
                <a:cubicBezTo>
                  <a:pt x="1100" y="1179"/>
                  <a:pt x="1073" y="1203"/>
                  <a:pt x="1051" y="1218"/>
                </a:cubicBezTo>
                <a:cubicBezTo>
                  <a:pt x="1040" y="1225"/>
                  <a:pt x="1030" y="1232"/>
                  <a:pt x="1024" y="1235"/>
                </a:cubicBezTo>
                <a:cubicBezTo>
                  <a:pt x="1022" y="1236"/>
                  <a:pt x="1020" y="1236"/>
                  <a:pt x="1019" y="1236"/>
                </a:cubicBezTo>
                <a:lnTo>
                  <a:pt x="916" y="1236"/>
                </a:lnTo>
                <a:cubicBezTo>
                  <a:pt x="895" y="1181"/>
                  <a:pt x="833" y="1140"/>
                  <a:pt x="759" y="1140"/>
                </a:cubicBezTo>
                <a:cubicBezTo>
                  <a:pt x="670" y="1140"/>
                  <a:pt x="597" y="1200"/>
                  <a:pt x="597" y="1275"/>
                </a:cubicBezTo>
                <a:cubicBezTo>
                  <a:pt x="597" y="1350"/>
                  <a:pt x="670" y="1411"/>
                  <a:pt x="759" y="1411"/>
                </a:cubicBezTo>
                <a:cubicBezTo>
                  <a:pt x="834" y="1411"/>
                  <a:pt x="896" y="1369"/>
                  <a:pt x="916" y="1313"/>
                </a:cubicBezTo>
                <a:lnTo>
                  <a:pt x="1022" y="1313"/>
                </a:lnTo>
                <a:cubicBezTo>
                  <a:pt x="1041" y="1313"/>
                  <a:pt x="1047" y="1308"/>
                  <a:pt x="1058" y="1302"/>
                </a:cubicBezTo>
                <a:cubicBezTo>
                  <a:pt x="1069" y="1297"/>
                  <a:pt x="1082" y="1290"/>
                  <a:pt x="1095" y="1280"/>
                </a:cubicBezTo>
                <a:cubicBezTo>
                  <a:pt x="1122" y="1261"/>
                  <a:pt x="1154" y="1234"/>
                  <a:pt x="1185" y="1196"/>
                </a:cubicBezTo>
                <a:cubicBezTo>
                  <a:pt x="1242" y="1127"/>
                  <a:pt x="1297" y="1025"/>
                  <a:pt x="1311" y="889"/>
                </a:cubicBezTo>
                <a:cubicBezTo>
                  <a:pt x="1375" y="846"/>
                  <a:pt x="1411" y="768"/>
                  <a:pt x="1411" y="678"/>
                </a:cubicBezTo>
                <a:cubicBezTo>
                  <a:pt x="1411" y="585"/>
                  <a:pt x="1372" y="504"/>
                  <a:pt x="1302" y="463"/>
                </a:cubicBezTo>
                <a:cubicBezTo>
                  <a:pt x="1224" y="197"/>
                  <a:pt x="987" y="0"/>
                  <a:pt x="705" y="0"/>
                </a:cubicBezTo>
                <a:close/>
              </a:path>
            </a:pathLst>
          </a:cu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solidFill>
                <a:srgbClr val="0000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5904912-7A49-B27F-9B79-4989737D29F3}"/>
              </a:ext>
            </a:extLst>
          </p:cNvPr>
          <p:cNvSpPr txBox="1"/>
          <p:nvPr/>
        </p:nvSpPr>
        <p:spPr>
          <a:xfrm>
            <a:off x="755701" y="2195435"/>
            <a:ext cx="41853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서비스 이용에 궁금한 점이 </a:t>
            </a:r>
            <a:r>
              <a:rPr lang="ko-KR" altLang="en-US" sz="1000" dirty="0" err="1"/>
              <a:t>있으신가요</a:t>
            </a:r>
            <a:r>
              <a:rPr lang="en-US" altLang="ko-KR" sz="1000" dirty="0"/>
              <a:t>? </a:t>
            </a:r>
            <a:r>
              <a:rPr lang="ko-KR" altLang="en-US" sz="1000" dirty="0"/>
              <a:t>언제든 도와드리겠습니다</a:t>
            </a:r>
            <a:r>
              <a:rPr lang="en-US" altLang="ko-KR" sz="1000" dirty="0"/>
              <a:t>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ADCD101-587B-684A-714C-A61101BD1945}"/>
              </a:ext>
            </a:extLst>
          </p:cNvPr>
          <p:cNvSpPr txBox="1"/>
          <p:nvPr/>
        </p:nvSpPr>
        <p:spPr>
          <a:xfrm>
            <a:off x="609946" y="2617595"/>
            <a:ext cx="135692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무엇을</a:t>
            </a:r>
            <a:r>
              <a:rPr lang="en-US" altLang="ko-KR" sz="800" b="1" dirty="0"/>
              <a:t> </a:t>
            </a:r>
            <a:r>
              <a:rPr lang="ko-KR" altLang="en-US" sz="800" b="1" dirty="0"/>
              <a:t>도와드릴까요</a:t>
            </a:r>
            <a:r>
              <a:rPr lang="en-US" altLang="ko-KR" sz="800" b="1" dirty="0"/>
              <a:t>?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7C0036D-EE6B-167B-5101-58F7A580568B}"/>
              </a:ext>
            </a:extLst>
          </p:cNvPr>
          <p:cNvSpPr txBox="1"/>
          <p:nvPr/>
        </p:nvSpPr>
        <p:spPr>
          <a:xfrm>
            <a:off x="609946" y="3535843"/>
            <a:ext cx="135692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상담이 필요한가요</a:t>
            </a:r>
            <a:r>
              <a:rPr lang="en-US" altLang="ko-KR" sz="800" b="1" dirty="0"/>
              <a:t>?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4242FCD1-6A0F-B2CD-E261-03885B1FBC9B}"/>
              </a:ext>
            </a:extLst>
          </p:cNvPr>
          <p:cNvSpPr/>
          <p:nvPr/>
        </p:nvSpPr>
        <p:spPr>
          <a:xfrm>
            <a:off x="775211" y="3822630"/>
            <a:ext cx="1026392" cy="444647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700" b="1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/>
            <a:endParaRPr lang="en-US" altLang="ko-KR" sz="700" b="1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아니요</a:t>
            </a:r>
            <a:r>
              <a:rPr lang="en-US" altLang="ko-KR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B9965760-104E-59F2-EBEE-BE3486DDEA55}"/>
              </a:ext>
            </a:extLst>
          </p:cNvPr>
          <p:cNvSpPr/>
          <p:nvPr/>
        </p:nvSpPr>
        <p:spPr>
          <a:xfrm>
            <a:off x="1973177" y="3836496"/>
            <a:ext cx="1026392" cy="444647"/>
          </a:xfrm>
          <a:prstGeom prst="roundRect">
            <a:avLst/>
          </a:prstGeom>
          <a:solidFill>
            <a:srgbClr val="ECFDF5"/>
          </a:solidFill>
          <a:ln w="6350">
            <a:solidFill>
              <a:srgbClr val="4EB595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700" b="1" dirty="0">
              <a:solidFill>
                <a:srgbClr val="28A57D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/>
            <a:endParaRPr lang="en-US" altLang="ko-KR" sz="700" b="1" dirty="0">
              <a:solidFill>
                <a:srgbClr val="28A57D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700" b="1" dirty="0">
                <a:solidFill>
                  <a:srgbClr val="28A57D"/>
                </a:solidFill>
                <a:latin typeface="맑은 고딕" pitchFamily="50" charset="-127"/>
                <a:ea typeface="맑은 고딕" pitchFamily="50" charset="-127"/>
              </a:rPr>
              <a:t>상담이 필요해요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5AAD270-66DD-D066-3AE7-A0511661D237}"/>
              </a:ext>
            </a:extLst>
          </p:cNvPr>
          <p:cNvSpPr txBox="1"/>
          <p:nvPr/>
        </p:nvSpPr>
        <p:spPr>
          <a:xfrm>
            <a:off x="754584" y="4364366"/>
            <a:ext cx="4751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sz="700" dirty="0">
                <a:solidFill>
                  <a:srgbClr val="FF0000"/>
                </a:solidFill>
                <a:latin typeface="맑은 고딕" panose="020B0503020000020004" pitchFamily="50" charset="-127"/>
              </a:rPr>
              <a:t>※ </a:t>
            </a:r>
            <a:r>
              <a:rPr lang="ko-KR" altLang="en-US" sz="700" dirty="0">
                <a:solidFill>
                  <a:srgbClr val="FF0000"/>
                </a:solidFill>
                <a:latin typeface="맑은 고딕" panose="020B0503020000020004" pitchFamily="50" charset="-127"/>
              </a:rPr>
              <a:t>상담을 원하실 경우 연락 받으실 휴대폰 번호와 연락 가능한 시간을 입력해 주시기 바랍니다</a:t>
            </a:r>
            <a:r>
              <a:rPr lang="en-US" altLang="ko-KR" sz="700" dirty="0">
                <a:solidFill>
                  <a:srgbClr val="FF0000"/>
                </a:solidFill>
                <a:latin typeface="맑은 고딕" panose="020B0503020000020004" pitchFamily="50" charset="-127"/>
              </a:rPr>
              <a:t>.</a:t>
            </a:r>
          </a:p>
          <a:p>
            <a:pPr latinLnBrk="0"/>
            <a:r>
              <a:rPr lang="en-US" altLang="ko-KR" sz="700" dirty="0">
                <a:solidFill>
                  <a:srgbClr val="FF0000"/>
                </a:solidFill>
                <a:latin typeface="맑은 고딕" panose="020B0503020000020004" pitchFamily="50" charset="-127"/>
              </a:rPr>
              <a:t>※ </a:t>
            </a:r>
            <a:r>
              <a:rPr lang="ko-KR" altLang="en-US" sz="700" dirty="0">
                <a:solidFill>
                  <a:srgbClr val="FF0000"/>
                </a:solidFill>
                <a:latin typeface="맑은 고딕" panose="020B0503020000020004" pitchFamily="50" charset="-127"/>
              </a:rPr>
              <a:t>상담은 업무시간내에만 가능합니다</a:t>
            </a:r>
            <a:r>
              <a:rPr lang="en-US" altLang="ko-KR" sz="700" dirty="0">
                <a:solidFill>
                  <a:srgbClr val="FF0000"/>
                </a:solidFill>
                <a:latin typeface="맑은 고딕" panose="020B0503020000020004" pitchFamily="50" charset="-127"/>
              </a:rPr>
              <a:t>. (</a:t>
            </a:r>
            <a:r>
              <a:rPr lang="ko-KR" altLang="en-US" sz="700" dirty="0">
                <a:solidFill>
                  <a:srgbClr val="FF0000"/>
                </a:solidFill>
                <a:latin typeface="맑은 고딕" panose="020B0503020000020004" pitchFamily="50" charset="-127"/>
              </a:rPr>
              <a:t>평일 </a:t>
            </a:r>
            <a:r>
              <a:rPr lang="en-US" altLang="ko-KR" sz="700" dirty="0">
                <a:solidFill>
                  <a:srgbClr val="FF0000"/>
                </a:solidFill>
                <a:latin typeface="맑은 고딕" panose="020B0503020000020004" pitchFamily="50" charset="-127"/>
              </a:rPr>
              <a:t>10:00 ~ 12:00, 13:00 ~ 17:00)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5E15129-AF1D-0C0D-3F2A-435849ED0C8E}"/>
              </a:ext>
            </a:extLst>
          </p:cNvPr>
          <p:cNvSpPr txBox="1"/>
          <p:nvPr/>
        </p:nvSpPr>
        <p:spPr>
          <a:xfrm>
            <a:off x="767749" y="4742211"/>
            <a:ext cx="135692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연락처 </a:t>
            </a:r>
            <a:r>
              <a:rPr lang="en-US" altLang="ko-KR" sz="800" b="1" dirty="0">
                <a:solidFill>
                  <a:srgbClr val="28A57D"/>
                </a:solidFill>
              </a:rPr>
              <a:t>*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41E5588F-9F07-E1E2-FF91-39E1441BE918}"/>
              </a:ext>
            </a:extLst>
          </p:cNvPr>
          <p:cNvSpPr/>
          <p:nvPr/>
        </p:nvSpPr>
        <p:spPr>
          <a:xfrm>
            <a:off x="1740612" y="4742210"/>
            <a:ext cx="1605638" cy="215445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010 – 0000 - 0000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6AB939C-B8FB-63C3-7134-E97F5F582C42}"/>
              </a:ext>
            </a:extLst>
          </p:cNvPr>
          <p:cNvSpPr txBox="1"/>
          <p:nvPr/>
        </p:nvSpPr>
        <p:spPr>
          <a:xfrm>
            <a:off x="767749" y="5064802"/>
            <a:ext cx="135692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상담 희망 날짜 </a:t>
            </a:r>
            <a:r>
              <a:rPr lang="en-US" altLang="ko-KR" sz="800" b="1" dirty="0">
                <a:solidFill>
                  <a:srgbClr val="28A57D"/>
                </a:solidFill>
              </a:rPr>
              <a:t>*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ABE537E3-C77E-4758-96E7-F34CCAB311EA}"/>
              </a:ext>
            </a:extLst>
          </p:cNvPr>
          <p:cNvSpPr/>
          <p:nvPr/>
        </p:nvSpPr>
        <p:spPr>
          <a:xfrm>
            <a:off x="1740612" y="5064801"/>
            <a:ext cx="1605638" cy="215445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년도 </a:t>
            </a:r>
            <a:r>
              <a:rPr lang="en-US" altLang="ko-KR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– </a:t>
            </a:r>
            <a:r>
              <a:rPr lang="ko-KR" altLang="en-US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일</a:t>
            </a:r>
            <a:endParaRPr lang="en-US" altLang="ko-KR" sz="700" b="1" dirty="0">
              <a:solidFill>
                <a:schemeClr val="bg1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49" name="Picture 50" descr="D:\05 문서\02 문서 디자인\아이콘\icon2\9338-200.png">
            <a:extLst>
              <a:ext uri="{FF2B5EF4-FFF2-40B4-BE49-F238E27FC236}">
                <a16:creationId xmlns:a16="http://schemas.microsoft.com/office/drawing/2014/main" id="{5BD6A3A9-1A23-76C7-47F6-A99DF22E9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0756" y="5116673"/>
            <a:ext cx="109049" cy="109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D201CC58-0569-CF2C-9428-99EFDF8FD477}"/>
              </a:ext>
            </a:extLst>
          </p:cNvPr>
          <p:cNvSpPr txBox="1"/>
          <p:nvPr/>
        </p:nvSpPr>
        <p:spPr>
          <a:xfrm>
            <a:off x="3409471" y="5056202"/>
            <a:ext cx="135692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상담 희망 시간</a:t>
            </a:r>
            <a:endParaRPr lang="en-US" altLang="ko-KR" sz="800" b="1" dirty="0">
              <a:solidFill>
                <a:srgbClr val="28A57D"/>
              </a:solidFill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AD051290-8C22-ED43-4C57-2B6CEF3F78C4}"/>
              </a:ext>
            </a:extLst>
          </p:cNvPr>
          <p:cNvSpPr/>
          <p:nvPr/>
        </p:nvSpPr>
        <p:spPr>
          <a:xfrm>
            <a:off x="4382334" y="5056201"/>
            <a:ext cx="1605638" cy="215445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시간대 선택 </a:t>
            </a:r>
            <a:r>
              <a:rPr lang="en-US" altLang="ko-KR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선택사항</a:t>
            </a:r>
            <a:r>
              <a:rPr lang="en-US" altLang="ko-KR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DC754E5-C14E-5EC6-8ABC-769C3569C158}"/>
              </a:ext>
            </a:extLst>
          </p:cNvPr>
          <p:cNvSpPr txBox="1"/>
          <p:nvPr/>
        </p:nvSpPr>
        <p:spPr>
          <a:xfrm>
            <a:off x="5848528" y="1742180"/>
            <a:ext cx="278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×</a:t>
            </a:r>
            <a:endParaRPr lang="ko-KR" altLang="en-US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4A14F4A-743A-0DA0-2370-F652B879035A}"/>
              </a:ext>
            </a:extLst>
          </p:cNvPr>
          <p:cNvSpPr txBox="1"/>
          <p:nvPr/>
        </p:nvSpPr>
        <p:spPr>
          <a:xfrm>
            <a:off x="767749" y="5484328"/>
            <a:ext cx="135692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문의 제목 </a:t>
            </a:r>
            <a:r>
              <a:rPr lang="en-US" altLang="ko-KR" sz="800" b="1" dirty="0">
                <a:solidFill>
                  <a:srgbClr val="28A57D"/>
                </a:solidFill>
              </a:rPr>
              <a:t>*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33C3DD32-2578-F60F-E90F-44A6A510CAD1}"/>
              </a:ext>
            </a:extLst>
          </p:cNvPr>
          <p:cNvSpPr/>
          <p:nvPr/>
        </p:nvSpPr>
        <p:spPr>
          <a:xfrm>
            <a:off x="827082" y="5769839"/>
            <a:ext cx="4954010" cy="215445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문의 제목을 입력해 주세요</a:t>
            </a:r>
            <a:endParaRPr lang="en-US" altLang="ko-KR" sz="700" b="1" dirty="0">
              <a:solidFill>
                <a:schemeClr val="bg1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E43BA522-C1DB-64A6-5F41-F85185B28852}"/>
              </a:ext>
            </a:extLst>
          </p:cNvPr>
          <p:cNvSpPr/>
          <p:nvPr/>
        </p:nvSpPr>
        <p:spPr>
          <a:xfrm>
            <a:off x="4382334" y="5280246"/>
            <a:ext cx="1605638" cy="70503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시간대 선택 </a:t>
            </a:r>
            <a:r>
              <a:rPr lang="en-US" altLang="ko-KR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선택사항</a:t>
            </a:r>
            <a:r>
              <a:rPr lang="en-US" altLang="ko-KR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algn="ctr">
              <a:lnSpc>
                <a:spcPct val="150000"/>
              </a:lnSpc>
            </a:pPr>
            <a:r>
              <a:rPr lang="en-US" altLang="ko-KR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10:00 ~ 12:00</a:t>
            </a:r>
          </a:p>
          <a:p>
            <a:pPr algn="ctr">
              <a:lnSpc>
                <a:spcPct val="150000"/>
              </a:lnSpc>
            </a:pPr>
            <a:r>
              <a:rPr lang="en-US" altLang="ko-KR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13:00 ~ 15:00</a:t>
            </a:r>
          </a:p>
          <a:p>
            <a:pPr algn="ctr">
              <a:lnSpc>
                <a:spcPct val="150000"/>
              </a:lnSpc>
            </a:pPr>
            <a:r>
              <a:rPr lang="en-US" altLang="ko-KR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15:00 ~ 17:00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C2A4E0C-7299-7E7F-8488-4017AAEC913D}"/>
              </a:ext>
            </a:extLst>
          </p:cNvPr>
          <p:cNvSpPr txBox="1"/>
          <p:nvPr/>
        </p:nvSpPr>
        <p:spPr>
          <a:xfrm>
            <a:off x="3361369" y="4750451"/>
            <a:ext cx="256374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sz="700" dirty="0">
                <a:solidFill>
                  <a:srgbClr val="FF0000"/>
                </a:solidFill>
                <a:latin typeface="맑은 고딕" panose="020B0503020000020004" pitchFamily="50" charset="-127"/>
              </a:rPr>
              <a:t>※ </a:t>
            </a:r>
            <a:r>
              <a:rPr lang="ko-KR" altLang="en-US" sz="700" dirty="0">
                <a:solidFill>
                  <a:srgbClr val="FF0000"/>
                </a:solidFill>
                <a:latin typeface="맑은 고딕" panose="020B0503020000020004" pitchFamily="50" charset="-127"/>
              </a:rPr>
              <a:t>회원가입시 등록된 연락처가 아닌 경우 수정해 주세요</a:t>
            </a:r>
            <a:r>
              <a:rPr lang="en-US" altLang="ko-KR" sz="700" dirty="0">
                <a:solidFill>
                  <a:srgbClr val="FF0000"/>
                </a:solidFill>
                <a:latin typeface="맑은 고딕" panose="020B0503020000020004" pitchFamily="50" charset="-127"/>
              </a:rPr>
              <a:t>.</a:t>
            </a: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0B47DC50-B98C-B39B-1AE9-52B62C395E64}"/>
              </a:ext>
            </a:extLst>
          </p:cNvPr>
          <p:cNvSpPr/>
          <p:nvPr/>
        </p:nvSpPr>
        <p:spPr>
          <a:xfrm>
            <a:off x="768903" y="2961383"/>
            <a:ext cx="1026392" cy="444647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700" b="1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/>
            <a:endParaRPr lang="en-US" altLang="ko-KR" sz="700" b="1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신규 홈페이지 제작</a:t>
            </a:r>
            <a:endParaRPr lang="en-US" altLang="ko-KR" sz="700" b="1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D51F48CC-2043-E654-61D6-A9F1055FC8FA}"/>
              </a:ext>
            </a:extLst>
          </p:cNvPr>
          <p:cNvSpPr/>
          <p:nvPr/>
        </p:nvSpPr>
        <p:spPr>
          <a:xfrm>
            <a:off x="1856656" y="2975249"/>
            <a:ext cx="1026392" cy="444647"/>
          </a:xfrm>
          <a:prstGeom prst="roundRect">
            <a:avLst/>
          </a:prstGeom>
          <a:solidFill>
            <a:srgbClr val="ECFDF5"/>
          </a:solidFill>
          <a:ln w="6350">
            <a:solidFill>
              <a:srgbClr val="4EB595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br>
              <a:rPr lang="en-US" altLang="ko-KR" sz="700" b="1" dirty="0">
                <a:solidFill>
                  <a:srgbClr val="28A57D"/>
                </a:solidFill>
                <a:latin typeface="맑은 고딕" pitchFamily="50" charset="-127"/>
                <a:ea typeface="맑은 고딕" pitchFamily="50" charset="-127"/>
              </a:rPr>
            </a:br>
            <a:endParaRPr lang="en-US" altLang="ko-KR" sz="700" b="1" dirty="0">
              <a:solidFill>
                <a:srgbClr val="28A57D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700" b="1" dirty="0">
                <a:solidFill>
                  <a:srgbClr val="28A57D"/>
                </a:solidFill>
                <a:latin typeface="맑은 고딕" pitchFamily="50" charset="-127"/>
                <a:ea typeface="맑은 고딕" pitchFamily="50" charset="-127"/>
              </a:rPr>
              <a:t>메인 디자인 제작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C024E40-84EE-43A0-0B18-5C873B344BD5}"/>
              </a:ext>
            </a:extLst>
          </p:cNvPr>
          <p:cNvSpPr/>
          <p:nvPr/>
        </p:nvSpPr>
        <p:spPr>
          <a:xfrm>
            <a:off x="2936776" y="2976786"/>
            <a:ext cx="1026392" cy="444647"/>
          </a:xfrm>
          <a:prstGeom prst="roundRect">
            <a:avLst/>
          </a:prstGeom>
          <a:solidFill>
            <a:srgbClr val="ECFDF5"/>
          </a:solidFill>
          <a:ln w="6350">
            <a:solidFill>
              <a:srgbClr val="4EB595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700" b="1" dirty="0">
              <a:solidFill>
                <a:srgbClr val="28A57D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/>
            <a:endParaRPr lang="en-US" altLang="ko-KR" sz="700" b="1" dirty="0">
              <a:solidFill>
                <a:srgbClr val="28A57D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700" b="1" dirty="0">
                <a:solidFill>
                  <a:srgbClr val="28A57D"/>
                </a:solidFill>
                <a:latin typeface="맑은 고딕" pitchFamily="50" charset="-127"/>
                <a:ea typeface="맑은 고딕" pitchFamily="50" charset="-127"/>
              </a:rPr>
              <a:t>메뉴 및 기능 추가</a:t>
            </a:r>
            <a:endParaRPr lang="en-US" altLang="ko-KR" sz="700" b="1" dirty="0">
              <a:solidFill>
                <a:srgbClr val="28A57D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D92587DE-8203-C11A-FB63-4AE14FC04E63}"/>
              </a:ext>
            </a:extLst>
          </p:cNvPr>
          <p:cNvSpPr/>
          <p:nvPr/>
        </p:nvSpPr>
        <p:spPr>
          <a:xfrm>
            <a:off x="4016896" y="2975249"/>
            <a:ext cx="1026392" cy="444647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700" b="1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/>
            <a:endParaRPr lang="en-US" altLang="ko-KR" sz="700" b="1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신규 기능 요청</a:t>
            </a:r>
            <a:endParaRPr lang="en-US" altLang="ko-KR" sz="700" b="1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6101596-F5C0-F471-0D2A-02C5B2577DB9}"/>
              </a:ext>
            </a:extLst>
          </p:cNvPr>
          <p:cNvSpPr txBox="1"/>
          <p:nvPr/>
        </p:nvSpPr>
        <p:spPr>
          <a:xfrm>
            <a:off x="1811233" y="2616482"/>
            <a:ext cx="256374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sz="700" dirty="0">
                <a:solidFill>
                  <a:srgbClr val="FF0000"/>
                </a:solidFill>
                <a:latin typeface="맑은 고딕" panose="020B0503020000020004" pitchFamily="50" charset="-127"/>
              </a:rPr>
              <a:t>※ </a:t>
            </a:r>
            <a:r>
              <a:rPr lang="ko-KR" altLang="en-US" sz="700" dirty="0">
                <a:solidFill>
                  <a:srgbClr val="FF0000"/>
                </a:solidFill>
                <a:latin typeface="맑은 고딕" panose="020B0503020000020004" pitchFamily="50" charset="-127"/>
              </a:rPr>
              <a:t>어려우시면 선택하지 않으셔도 됩니다</a:t>
            </a:r>
            <a:r>
              <a:rPr lang="en-US" altLang="ko-KR" sz="700" dirty="0">
                <a:solidFill>
                  <a:srgbClr val="FF0000"/>
                </a:solidFill>
                <a:latin typeface="맑은 고딕" panose="020B0503020000020004" pitchFamily="50" charset="-127"/>
              </a:rPr>
              <a:t>.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6B0FE1A3-9846-C57E-DF8A-EE84FEE20454}"/>
              </a:ext>
            </a:extLst>
          </p:cNvPr>
          <p:cNvSpPr/>
          <p:nvPr/>
        </p:nvSpPr>
        <p:spPr>
          <a:xfrm>
            <a:off x="5097016" y="2968568"/>
            <a:ext cx="1026392" cy="444647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700" b="1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/>
            <a:endParaRPr lang="en-US" altLang="ko-KR" sz="700" b="1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기타</a:t>
            </a:r>
            <a:endParaRPr lang="en-US" altLang="ko-KR" sz="700" b="1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7" name="Close">
            <a:extLst>
              <a:ext uri="{FF2B5EF4-FFF2-40B4-BE49-F238E27FC236}">
                <a16:creationId xmlns:a16="http://schemas.microsoft.com/office/drawing/2014/main" id="{43D7B192-2D73-DCCC-4120-D1BC5543F502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201930" y="3891538"/>
            <a:ext cx="160338" cy="160337"/>
          </a:xfrm>
          <a:custGeom>
            <a:avLst/>
            <a:gdLst>
              <a:gd name="T0" fmla="*/ 695 w 1390"/>
              <a:gd name="T1" fmla="*/ 0 h 1391"/>
              <a:gd name="T2" fmla="*/ 0 w 1390"/>
              <a:gd name="T3" fmla="*/ 695 h 1391"/>
              <a:gd name="T4" fmla="*/ 695 w 1390"/>
              <a:gd name="T5" fmla="*/ 1391 h 1391"/>
              <a:gd name="T6" fmla="*/ 1390 w 1390"/>
              <a:gd name="T7" fmla="*/ 695 h 1391"/>
              <a:gd name="T8" fmla="*/ 695 w 1390"/>
              <a:gd name="T9" fmla="*/ 0 h 1391"/>
              <a:gd name="T10" fmla="*/ 1009 w 1390"/>
              <a:gd name="T11" fmla="*/ 934 h 1391"/>
              <a:gd name="T12" fmla="*/ 933 w 1390"/>
              <a:gd name="T13" fmla="*/ 1009 h 1391"/>
              <a:gd name="T14" fmla="*/ 883 w 1390"/>
              <a:gd name="T15" fmla="*/ 1009 h 1391"/>
              <a:gd name="T16" fmla="*/ 695 w 1390"/>
              <a:gd name="T17" fmla="*/ 821 h 1391"/>
              <a:gd name="T18" fmla="*/ 507 w 1390"/>
              <a:gd name="T19" fmla="*/ 1009 h 1391"/>
              <a:gd name="T20" fmla="*/ 457 w 1390"/>
              <a:gd name="T21" fmla="*/ 1009 h 1391"/>
              <a:gd name="T22" fmla="*/ 381 w 1390"/>
              <a:gd name="T23" fmla="*/ 934 h 1391"/>
              <a:gd name="T24" fmla="*/ 381 w 1390"/>
              <a:gd name="T25" fmla="*/ 884 h 1391"/>
              <a:gd name="T26" fmla="*/ 569 w 1390"/>
              <a:gd name="T27" fmla="*/ 695 h 1391"/>
              <a:gd name="T28" fmla="*/ 381 w 1390"/>
              <a:gd name="T29" fmla="*/ 507 h 1391"/>
              <a:gd name="T30" fmla="*/ 381 w 1390"/>
              <a:gd name="T31" fmla="*/ 457 h 1391"/>
              <a:gd name="T32" fmla="*/ 457 w 1390"/>
              <a:gd name="T33" fmla="*/ 382 h 1391"/>
              <a:gd name="T34" fmla="*/ 507 w 1390"/>
              <a:gd name="T35" fmla="*/ 382 h 1391"/>
              <a:gd name="T36" fmla="*/ 695 w 1390"/>
              <a:gd name="T37" fmla="*/ 570 h 1391"/>
              <a:gd name="T38" fmla="*/ 883 w 1390"/>
              <a:gd name="T39" fmla="*/ 382 h 1391"/>
              <a:gd name="T40" fmla="*/ 933 w 1390"/>
              <a:gd name="T41" fmla="*/ 382 h 1391"/>
              <a:gd name="T42" fmla="*/ 1009 w 1390"/>
              <a:gd name="T43" fmla="*/ 457 h 1391"/>
              <a:gd name="T44" fmla="*/ 1009 w 1390"/>
              <a:gd name="T45" fmla="*/ 507 h 1391"/>
              <a:gd name="T46" fmla="*/ 820 w 1390"/>
              <a:gd name="T47" fmla="*/ 695 h 1391"/>
              <a:gd name="T48" fmla="*/ 1009 w 1390"/>
              <a:gd name="T49" fmla="*/ 884 h 1391"/>
              <a:gd name="T50" fmla="*/ 1009 w 1390"/>
              <a:gd name="T51" fmla="*/ 934 h 13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90" h="1391">
                <a:moveTo>
                  <a:pt x="695" y="0"/>
                </a:moveTo>
                <a:cubicBezTo>
                  <a:pt x="311" y="0"/>
                  <a:pt x="0" y="311"/>
                  <a:pt x="0" y="695"/>
                </a:cubicBezTo>
                <a:cubicBezTo>
                  <a:pt x="0" y="1079"/>
                  <a:pt x="311" y="1391"/>
                  <a:pt x="695" y="1391"/>
                </a:cubicBezTo>
                <a:cubicBezTo>
                  <a:pt x="1079" y="1391"/>
                  <a:pt x="1390" y="1079"/>
                  <a:pt x="1390" y="695"/>
                </a:cubicBezTo>
                <a:cubicBezTo>
                  <a:pt x="1390" y="311"/>
                  <a:pt x="1079" y="0"/>
                  <a:pt x="695" y="0"/>
                </a:cubicBezTo>
                <a:close/>
                <a:moveTo>
                  <a:pt x="1009" y="934"/>
                </a:moveTo>
                <a:lnTo>
                  <a:pt x="933" y="1009"/>
                </a:lnTo>
                <a:cubicBezTo>
                  <a:pt x="919" y="1023"/>
                  <a:pt x="897" y="1023"/>
                  <a:pt x="883" y="1009"/>
                </a:cubicBezTo>
                <a:lnTo>
                  <a:pt x="695" y="821"/>
                </a:lnTo>
                <a:lnTo>
                  <a:pt x="507" y="1009"/>
                </a:lnTo>
                <a:cubicBezTo>
                  <a:pt x="493" y="1023"/>
                  <a:pt x="470" y="1023"/>
                  <a:pt x="457" y="1009"/>
                </a:cubicBezTo>
                <a:lnTo>
                  <a:pt x="381" y="934"/>
                </a:lnTo>
                <a:cubicBezTo>
                  <a:pt x="367" y="920"/>
                  <a:pt x="367" y="898"/>
                  <a:pt x="381" y="884"/>
                </a:cubicBezTo>
                <a:lnTo>
                  <a:pt x="569" y="695"/>
                </a:lnTo>
                <a:lnTo>
                  <a:pt x="381" y="507"/>
                </a:lnTo>
                <a:cubicBezTo>
                  <a:pt x="367" y="493"/>
                  <a:pt x="367" y="471"/>
                  <a:pt x="381" y="457"/>
                </a:cubicBezTo>
                <a:lnTo>
                  <a:pt x="457" y="382"/>
                </a:lnTo>
                <a:cubicBezTo>
                  <a:pt x="470" y="368"/>
                  <a:pt x="493" y="368"/>
                  <a:pt x="507" y="382"/>
                </a:cubicBezTo>
                <a:lnTo>
                  <a:pt x="695" y="570"/>
                </a:lnTo>
                <a:lnTo>
                  <a:pt x="883" y="382"/>
                </a:lnTo>
                <a:cubicBezTo>
                  <a:pt x="897" y="368"/>
                  <a:pt x="920" y="368"/>
                  <a:pt x="933" y="382"/>
                </a:cubicBezTo>
                <a:lnTo>
                  <a:pt x="1009" y="457"/>
                </a:lnTo>
                <a:cubicBezTo>
                  <a:pt x="1022" y="471"/>
                  <a:pt x="1022" y="493"/>
                  <a:pt x="1009" y="507"/>
                </a:cubicBezTo>
                <a:lnTo>
                  <a:pt x="820" y="695"/>
                </a:lnTo>
                <a:lnTo>
                  <a:pt x="1009" y="884"/>
                </a:lnTo>
                <a:cubicBezTo>
                  <a:pt x="1022" y="898"/>
                  <a:pt x="1022" y="920"/>
                  <a:pt x="1009" y="934"/>
                </a:cubicBezTo>
                <a:close/>
              </a:path>
            </a:pathLst>
          </a:custGeom>
          <a:solidFill>
            <a:srgbClr val="5F5F5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8" name="Go Home">
            <a:extLst>
              <a:ext uri="{FF2B5EF4-FFF2-40B4-BE49-F238E27FC236}">
                <a16:creationId xmlns:a16="http://schemas.microsoft.com/office/drawing/2014/main" id="{EF8C89B5-EA58-CD45-56D5-36F247CD1666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212822" y="3021993"/>
            <a:ext cx="160338" cy="150812"/>
          </a:xfrm>
          <a:custGeom>
            <a:avLst/>
            <a:gdLst>
              <a:gd name="T0" fmla="*/ 1078 w 1396"/>
              <a:gd name="T1" fmla="*/ 0 h 1301"/>
              <a:gd name="T2" fmla="*/ 1024 w 1396"/>
              <a:gd name="T3" fmla="*/ 54 h 1301"/>
              <a:gd name="T4" fmla="*/ 1024 w 1396"/>
              <a:gd name="T5" fmla="*/ 317 h 1301"/>
              <a:gd name="T6" fmla="*/ 735 w 1396"/>
              <a:gd name="T7" fmla="*/ 29 h 1301"/>
              <a:gd name="T8" fmla="*/ 659 w 1396"/>
              <a:gd name="T9" fmla="*/ 29 h 1301"/>
              <a:gd name="T10" fmla="*/ 21 w 1396"/>
              <a:gd name="T11" fmla="*/ 665 h 1301"/>
              <a:gd name="T12" fmla="*/ 21 w 1396"/>
              <a:gd name="T13" fmla="*/ 743 h 1301"/>
              <a:gd name="T14" fmla="*/ 98 w 1396"/>
              <a:gd name="T15" fmla="*/ 743 h 1301"/>
              <a:gd name="T16" fmla="*/ 698 w 1396"/>
              <a:gd name="T17" fmla="*/ 144 h 1301"/>
              <a:gd name="T18" fmla="*/ 1298 w 1396"/>
              <a:gd name="T19" fmla="*/ 744 h 1301"/>
              <a:gd name="T20" fmla="*/ 1336 w 1396"/>
              <a:gd name="T21" fmla="*/ 760 h 1301"/>
              <a:gd name="T22" fmla="*/ 1375 w 1396"/>
              <a:gd name="T23" fmla="*/ 744 h 1301"/>
              <a:gd name="T24" fmla="*/ 1375 w 1396"/>
              <a:gd name="T25" fmla="*/ 666 h 1301"/>
              <a:gd name="T26" fmla="*/ 1186 w 1396"/>
              <a:gd name="T27" fmla="*/ 478 h 1301"/>
              <a:gd name="T28" fmla="*/ 1186 w 1396"/>
              <a:gd name="T29" fmla="*/ 54 h 1301"/>
              <a:gd name="T30" fmla="*/ 1132 w 1396"/>
              <a:gd name="T31" fmla="*/ 0 h 1301"/>
              <a:gd name="T32" fmla="*/ 1078 w 1396"/>
              <a:gd name="T33" fmla="*/ 0 h 1301"/>
              <a:gd name="T34" fmla="*/ 698 w 1396"/>
              <a:gd name="T35" fmla="*/ 242 h 1301"/>
              <a:gd name="T36" fmla="*/ 101 w 1396"/>
              <a:gd name="T37" fmla="*/ 839 h 1301"/>
              <a:gd name="T38" fmla="*/ 101 w 1396"/>
              <a:gd name="T39" fmla="*/ 1138 h 1301"/>
              <a:gd name="T40" fmla="*/ 264 w 1396"/>
              <a:gd name="T41" fmla="*/ 1301 h 1301"/>
              <a:gd name="T42" fmla="*/ 1132 w 1396"/>
              <a:gd name="T43" fmla="*/ 1301 h 1301"/>
              <a:gd name="T44" fmla="*/ 1295 w 1396"/>
              <a:gd name="T45" fmla="*/ 1138 h 1301"/>
              <a:gd name="T46" fmla="*/ 1295 w 1396"/>
              <a:gd name="T47" fmla="*/ 839 h 1301"/>
              <a:gd name="T48" fmla="*/ 698 w 1396"/>
              <a:gd name="T49" fmla="*/ 242 h 1301"/>
              <a:gd name="T50" fmla="*/ 589 w 1396"/>
              <a:gd name="T51" fmla="*/ 758 h 1301"/>
              <a:gd name="T52" fmla="*/ 807 w 1396"/>
              <a:gd name="T53" fmla="*/ 758 h 1301"/>
              <a:gd name="T54" fmla="*/ 861 w 1396"/>
              <a:gd name="T55" fmla="*/ 812 h 1301"/>
              <a:gd name="T56" fmla="*/ 861 w 1396"/>
              <a:gd name="T57" fmla="*/ 1138 h 1301"/>
              <a:gd name="T58" fmla="*/ 807 w 1396"/>
              <a:gd name="T59" fmla="*/ 1192 h 1301"/>
              <a:gd name="T60" fmla="*/ 589 w 1396"/>
              <a:gd name="T61" fmla="*/ 1192 h 1301"/>
              <a:gd name="T62" fmla="*/ 535 w 1396"/>
              <a:gd name="T63" fmla="*/ 1138 h 1301"/>
              <a:gd name="T64" fmla="*/ 535 w 1396"/>
              <a:gd name="T65" fmla="*/ 812 h 1301"/>
              <a:gd name="T66" fmla="*/ 589 w 1396"/>
              <a:gd name="T67" fmla="*/ 758 h 13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396" h="1301">
                <a:moveTo>
                  <a:pt x="1078" y="0"/>
                </a:moveTo>
                <a:cubicBezTo>
                  <a:pt x="1048" y="0"/>
                  <a:pt x="1024" y="24"/>
                  <a:pt x="1024" y="54"/>
                </a:cubicBezTo>
                <a:lnTo>
                  <a:pt x="1024" y="317"/>
                </a:lnTo>
                <a:lnTo>
                  <a:pt x="735" y="29"/>
                </a:lnTo>
                <a:cubicBezTo>
                  <a:pt x="714" y="7"/>
                  <a:pt x="680" y="7"/>
                  <a:pt x="659" y="29"/>
                </a:cubicBezTo>
                <a:lnTo>
                  <a:pt x="21" y="665"/>
                </a:lnTo>
                <a:cubicBezTo>
                  <a:pt x="0" y="686"/>
                  <a:pt x="0" y="722"/>
                  <a:pt x="21" y="743"/>
                </a:cubicBezTo>
                <a:cubicBezTo>
                  <a:pt x="43" y="764"/>
                  <a:pt x="76" y="764"/>
                  <a:pt x="98" y="743"/>
                </a:cubicBezTo>
                <a:lnTo>
                  <a:pt x="698" y="144"/>
                </a:lnTo>
                <a:lnTo>
                  <a:pt x="1298" y="744"/>
                </a:lnTo>
                <a:cubicBezTo>
                  <a:pt x="1309" y="755"/>
                  <a:pt x="1322" y="760"/>
                  <a:pt x="1336" y="760"/>
                </a:cubicBezTo>
                <a:cubicBezTo>
                  <a:pt x="1350" y="760"/>
                  <a:pt x="1364" y="755"/>
                  <a:pt x="1375" y="744"/>
                </a:cubicBezTo>
                <a:cubicBezTo>
                  <a:pt x="1396" y="723"/>
                  <a:pt x="1396" y="688"/>
                  <a:pt x="1375" y="666"/>
                </a:cubicBezTo>
                <a:lnTo>
                  <a:pt x="1186" y="478"/>
                </a:lnTo>
                <a:lnTo>
                  <a:pt x="1186" y="54"/>
                </a:lnTo>
                <a:cubicBezTo>
                  <a:pt x="1186" y="24"/>
                  <a:pt x="1162" y="0"/>
                  <a:pt x="1132" y="0"/>
                </a:cubicBezTo>
                <a:lnTo>
                  <a:pt x="1078" y="0"/>
                </a:lnTo>
                <a:close/>
                <a:moveTo>
                  <a:pt x="698" y="242"/>
                </a:moveTo>
                <a:lnTo>
                  <a:pt x="101" y="839"/>
                </a:lnTo>
                <a:lnTo>
                  <a:pt x="101" y="1138"/>
                </a:lnTo>
                <a:cubicBezTo>
                  <a:pt x="101" y="1228"/>
                  <a:pt x="174" y="1301"/>
                  <a:pt x="264" y="1301"/>
                </a:cubicBezTo>
                <a:lnTo>
                  <a:pt x="1132" y="1301"/>
                </a:lnTo>
                <a:cubicBezTo>
                  <a:pt x="1222" y="1301"/>
                  <a:pt x="1295" y="1228"/>
                  <a:pt x="1295" y="1138"/>
                </a:cubicBezTo>
                <a:lnTo>
                  <a:pt x="1295" y="839"/>
                </a:lnTo>
                <a:lnTo>
                  <a:pt x="698" y="242"/>
                </a:lnTo>
                <a:close/>
                <a:moveTo>
                  <a:pt x="589" y="758"/>
                </a:moveTo>
                <a:lnTo>
                  <a:pt x="807" y="758"/>
                </a:lnTo>
                <a:cubicBezTo>
                  <a:pt x="836" y="758"/>
                  <a:pt x="861" y="782"/>
                  <a:pt x="861" y="812"/>
                </a:cubicBezTo>
                <a:lnTo>
                  <a:pt x="861" y="1138"/>
                </a:lnTo>
                <a:cubicBezTo>
                  <a:pt x="861" y="1168"/>
                  <a:pt x="836" y="1192"/>
                  <a:pt x="807" y="1192"/>
                </a:cubicBezTo>
                <a:lnTo>
                  <a:pt x="589" y="1192"/>
                </a:lnTo>
                <a:cubicBezTo>
                  <a:pt x="560" y="1192"/>
                  <a:pt x="535" y="1168"/>
                  <a:pt x="535" y="1138"/>
                </a:cubicBezTo>
                <a:lnTo>
                  <a:pt x="535" y="812"/>
                </a:lnTo>
                <a:cubicBezTo>
                  <a:pt x="535" y="782"/>
                  <a:pt x="560" y="758"/>
                  <a:pt x="589" y="758"/>
                </a:cubicBezTo>
                <a:close/>
              </a:path>
            </a:pathLst>
          </a:custGeom>
          <a:solidFill>
            <a:srgbClr val="5F5F5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9" name="Search">
            <a:extLst>
              <a:ext uri="{FF2B5EF4-FFF2-40B4-BE49-F238E27FC236}">
                <a16:creationId xmlns:a16="http://schemas.microsoft.com/office/drawing/2014/main" id="{E6C6B376-D01D-92F6-76CB-03D5069DEA0D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439989" y="3028966"/>
            <a:ext cx="161925" cy="161925"/>
          </a:xfrm>
          <a:custGeom>
            <a:avLst/>
            <a:gdLst>
              <a:gd name="T0" fmla="*/ 533 w 1402"/>
              <a:gd name="T1" fmla="*/ 0 h 1402"/>
              <a:gd name="T2" fmla="*/ 0 w 1402"/>
              <a:gd name="T3" fmla="*/ 532 h 1402"/>
              <a:gd name="T4" fmla="*/ 533 w 1402"/>
              <a:gd name="T5" fmla="*/ 1065 h 1402"/>
              <a:gd name="T6" fmla="*/ 862 w 1402"/>
              <a:gd name="T7" fmla="*/ 950 h 1402"/>
              <a:gd name="T8" fmla="*/ 909 w 1402"/>
              <a:gd name="T9" fmla="*/ 997 h 1402"/>
              <a:gd name="T10" fmla="*/ 928 w 1402"/>
              <a:gd name="T11" fmla="*/ 1113 h 1402"/>
              <a:gd name="T12" fmla="*/ 1177 w 1402"/>
              <a:gd name="T13" fmla="*/ 1364 h 1402"/>
              <a:gd name="T14" fmla="*/ 1318 w 1402"/>
              <a:gd name="T15" fmla="*/ 1364 h 1402"/>
              <a:gd name="T16" fmla="*/ 1364 w 1402"/>
              <a:gd name="T17" fmla="*/ 1318 h 1402"/>
              <a:gd name="T18" fmla="*/ 1364 w 1402"/>
              <a:gd name="T19" fmla="*/ 1177 h 1402"/>
              <a:gd name="T20" fmla="*/ 1114 w 1402"/>
              <a:gd name="T21" fmla="*/ 926 h 1402"/>
              <a:gd name="T22" fmla="*/ 997 w 1402"/>
              <a:gd name="T23" fmla="*/ 909 h 1402"/>
              <a:gd name="T24" fmla="*/ 950 w 1402"/>
              <a:gd name="T25" fmla="*/ 861 h 1402"/>
              <a:gd name="T26" fmla="*/ 1065 w 1402"/>
              <a:gd name="T27" fmla="*/ 532 h 1402"/>
              <a:gd name="T28" fmla="*/ 533 w 1402"/>
              <a:gd name="T29" fmla="*/ 0 h 1402"/>
              <a:gd name="T30" fmla="*/ 533 w 1402"/>
              <a:gd name="T31" fmla="*/ 98 h 1402"/>
              <a:gd name="T32" fmla="*/ 967 w 1402"/>
              <a:gd name="T33" fmla="*/ 532 h 1402"/>
              <a:gd name="T34" fmla="*/ 533 w 1402"/>
              <a:gd name="T35" fmla="*/ 965 h 1402"/>
              <a:gd name="T36" fmla="*/ 98 w 1402"/>
              <a:gd name="T37" fmla="*/ 532 h 1402"/>
              <a:gd name="T38" fmla="*/ 533 w 1402"/>
              <a:gd name="T39" fmla="*/ 98 h 1402"/>
              <a:gd name="T40" fmla="*/ 258 w 1402"/>
              <a:gd name="T41" fmla="*/ 393 h 1402"/>
              <a:gd name="T42" fmla="*/ 214 w 1402"/>
              <a:gd name="T43" fmla="*/ 549 h 1402"/>
              <a:gd name="T44" fmla="*/ 511 w 1402"/>
              <a:gd name="T45" fmla="*/ 848 h 1402"/>
              <a:gd name="T46" fmla="*/ 682 w 1402"/>
              <a:gd name="T47" fmla="*/ 794 h 1402"/>
              <a:gd name="T48" fmla="*/ 641 w 1402"/>
              <a:gd name="T49" fmla="*/ 795 h 1402"/>
              <a:gd name="T50" fmla="*/ 256 w 1402"/>
              <a:gd name="T51" fmla="*/ 410 h 1402"/>
              <a:gd name="T52" fmla="*/ 258 w 1402"/>
              <a:gd name="T53" fmla="*/ 393 h 14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402" h="1402">
                <a:moveTo>
                  <a:pt x="533" y="0"/>
                </a:moveTo>
                <a:cubicBezTo>
                  <a:pt x="238" y="0"/>
                  <a:pt x="0" y="238"/>
                  <a:pt x="0" y="532"/>
                </a:cubicBezTo>
                <a:cubicBezTo>
                  <a:pt x="0" y="827"/>
                  <a:pt x="238" y="1065"/>
                  <a:pt x="533" y="1065"/>
                </a:cubicBezTo>
                <a:cubicBezTo>
                  <a:pt x="657" y="1065"/>
                  <a:pt x="771" y="1021"/>
                  <a:pt x="862" y="950"/>
                </a:cubicBezTo>
                <a:lnTo>
                  <a:pt x="909" y="997"/>
                </a:lnTo>
                <a:cubicBezTo>
                  <a:pt x="890" y="1035"/>
                  <a:pt x="896" y="1081"/>
                  <a:pt x="928" y="1113"/>
                </a:cubicBezTo>
                <a:lnTo>
                  <a:pt x="1177" y="1364"/>
                </a:lnTo>
                <a:cubicBezTo>
                  <a:pt x="1216" y="1402"/>
                  <a:pt x="1279" y="1402"/>
                  <a:pt x="1318" y="1364"/>
                </a:cubicBezTo>
                <a:lnTo>
                  <a:pt x="1364" y="1318"/>
                </a:lnTo>
                <a:cubicBezTo>
                  <a:pt x="1402" y="1279"/>
                  <a:pt x="1402" y="1216"/>
                  <a:pt x="1364" y="1177"/>
                </a:cubicBezTo>
                <a:lnTo>
                  <a:pt x="1114" y="926"/>
                </a:lnTo>
                <a:cubicBezTo>
                  <a:pt x="1083" y="894"/>
                  <a:pt x="1035" y="889"/>
                  <a:pt x="997" y="909"/>
                </a:cubicBezTo>
                <a:lnTo>
                  <a:pt x="950" y="861"/>
                </a:lnTo>
                <a:cubicBezTo>
                  <a:pt x="1022" y="771"/>
                  <a:pt x="1065" y="657"/>
                  <a:pt x="1065" y="532"/>
                </a:cubicBezTo>
                <a:cubicBezTo>
                  <a:pt x="1065" y="238"/>
                  <a:pt x="827" y="0"/>
                  <a:pt x="533" y="0"/>
                </a:cubicBezTo>
                <a:close/>
                <a:moveTo>
                  <a:pt x="533" y="98"/>
                </a:moveTo>
                <a:cubicBezTo>
                  <a:pt x="772" y="98"/>
                  <a:pt x="967" y="293"/>
                  <a:pt x="967" y="532"/>
                </a:cubicBezTo>
                <a:cubicBezTo>
                  <a:pt x="967" y="772"/>
                  <a:pt x="772" y="965"/>
                  <a:pt x="533" y="965"/>
                </a:cubicBezTo>
                <a:cubicBezTo>
                  <a:pt x="293" y="965"/>
                  <a:pt x="98" y="772"/>
                  <a:pt x="98" y="532"/>
                </a:cubicBezTo>
                <a:cubicBezTo>
                  <a:pt x="98" y="293"/>
                  <a:pt x="293" y="98"/>
                  <a:pt x="533" y="98"/>
                </a:cubicBezTo>
                <a:close/>
                <a:moveTo>
                  <a:pt x="258" y="393"/>
                </a:moveTo>
                <a:cubicBezTo>
                  <a:pt x="230" y="439"/>
                  <a:pt x="214" y="492"/>
                  <a:pt x="214" y="549"/>
                </a:cubicBezTo>
                <a:cubicBezTo>
                  <a:pt x="214" y="714"/>
                  <a:pt x="346" y="848"/>
                  <a:pt x="511" y="848"/>
                </a:cubicBezTo>
                <a:cubicBezTo>
                  <a:pt x="574" y="848"/>
                  <a:pt x="634" y="827"/>
                  <a:pt x="682" y="794"/>
                </a:cubicBezTo>
                <a:cubicBezTo>
                  <a:pt x="669" y="795"/>
                  <a:pt x="654" y="795"/>
                  <a:pt x="641" y="795"/>
                </a:cubicBezTo>
                <a:cubicBezTo>
                  <a:pt x="429" y="795"/>
                  <a:pt x="256" y="623"/>
                  <a:pt x="256" y="410"/>
                </a:cubicBezTo>
                <a:cubicBezTo>
                  <a:pt x="256" y="405"/>
                  <a:pt x="258" y="399"/>
                  <a:pt x="258" y="393"/>
                </a:cubicBezTo>
                <a:close/>
              </a:path>
            </a:pathLst>
          </a:custGeom>
          <a:solidFill>
            <a:srgbClr val="5F5F5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0" name="Question">
            <a:extLst>
              <a:ext uri="{FF2B5EF4-FFF2-40B4-BE49-F238E27FC236}">
                <a16:creationId xmlns:a16="http://schemas.microsoft.com/office/drawing/2014/main" id="{9B04257C-703A-B38D-368C-9AD92219B97D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5561447" y="3028966"/>
            <a:ext cx="147637" cy="147638"/>
          </a:xfrm>
          <a:custGeom>
            <a:avLst/>
            <a:gdLst>
              <a:gd name="T0" fmla="*/ 641 w 1282"/>
              <a:gd name="T1" fmla="*/ 0 h 1283"/>
              <a:gd name="T2" fmla="*/ 0 w 1282"/>
              <a:gd name="T3" fmla="*/ 641 h 1283"/>
              <a:gd name="T4" fmla="*/ 641 w 1282"/>
              <a:gd name="T5" fmla="*/ 1283 h 1283"/>
              <a:gd name="T6" fmla="*/ 1282 w 1282"/>
              <a:gd name="T7" fmla="*/ 641 h 1283"/>
              <a:gd name="T8" fmla="*/ 641 w 1282"/>
              <a:gd name="T9" fmla="*/ 0 h 1283"/>
              <a:gd name="T10" fmla="*/ 638 w 1282"/>
              <a:gd name="T11" fmla="*/ 1033 h 1283"/>
              <a:gd name="T12" fmla="*/ 546 w 1282"/>
              <a:gd name="T13" fmla="*/ 942 h 1283"/>
              <a:gd name="T14" fmla="*/ 638 w 1282"/>
              <a:gd name="T15" fmla="*/ 850 h 1283"/>
              <a:gd name="T16" fmla="*/ 729 w 1282"/>
              <a:gd name="T17" fmla="*/ 942 h 1283"/>
              <a:gd name="T18" fmla="*/ 638 w 1282"/>
              <a:gd name="T19" fmla="*/ 1033 h 1283"/>
              <a:gd name="T20" fmla="*/ 772 w 1282"/>
              <a:gd name="T21" fmla="*/ 619 h 1283"/>
              <a:gd name="T22" fmla="*/ 713 w 1282"/>
              <a:gd name="T23" fmla="*/ 671 h 1283"/>
              <a:gd name="T24" fmla="*/ 676 w 1282"/>
              <a:gd name="T25" fmla="*/ 753 h 1283"/>
              <a:gd name="T26" fmla="*/ 609 w 1282"/>
              <a:gd name="T27" fmla="*/ 753 h 1283"/>
              <a:gd name="T28" fmla="*/ 609 w 1282"/>
              <a:gd name="T29" fmla="*/ 729 h 1283"/>
              <a:gd name="T30" fmla="*/ 721 w 1282"/>
              <a:gd name="T31" fmla="*/ 417 h 1283"/>
              <a:gd name="T32" fmla="*/ 644 w 1282"/>
              <a:gd name="T33" fmla="*/ 320 h 1283"/>
              <a:gd name="T34" fmla="*/ 577 w 1282"/>
              <a:gd name="T35" fmla="*/ 405 h 1283"/>
              <a:gd name="T36" fmla="*/ 518 w 1282"/>
              <a:gd name="T37" fmla="*/ 458 h 1283"/>
              <a:gd name="T38" fmla="*/ 466 w 1282"/>
              <a:gd name="T39" fmla="*/ 392 h 1283"/>
              <a:gd name="T40" fmla="*/ 652 w 1282"/>
              <a:gd name="T41" fmla="*/ 259 h 1283"/>
              <a:gd name="T42" fmla="*/ 867 w 1282"/>
              <a:gd name="T43" fmla="*/ 436 h 1283"/>
              <a:gd name="T44" fmla="*/ 772 w 1282"/>
              <a:gd name="T45" fmla="*/ 619 h 12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282" h="1283">
                <a:moveTo>
                  <a:pt x="641" y="0"/>
                </a:moveTo>
                <a:cubicBezTo>
                  <a:pt x="287" y="0"/>
                  <a:pt x="0" y="287"/>
                  <a:pt x="0" y="641"/>
                </a:cubicBezTo>
                <a:cubicBezTo>
                  <a:pt x="0" y="996"/>
                  <a:pt x="287" y="1283"/>
                  <a:pt x="641" y="1283"/>
                </a:cubicBezTo>
                <a:cubicBezTo>
                  <a:pt x="995" y="1283"/>
                  <a:pt x="1282" y="996"/>
                  <a:pt x="1282" y="641"/>
                </a:cubicBezTo>
                <a:cubicBezTo>
                  <a:pt x="1282" y="287"/>
                  <a:pt x="995" y="0"/>
                  <a:pt x="641" y="0"/>
                </a:cubicBezTo>
                <a:close/>
                <a:moveTo>
                  <a:pt x="638" y="1033"/>
                </a:moveTo>
                <a:cubicBezTo>
                  <a:pt x="587" y="1033"/>
                  <a:pt x="546" y="993"/>
                  <a:pt x="546" y="942"/>
                </a:cubicBezTo>
                <a:cubicBezTo>
                  <a:pt x="546" y="891"/>
                  <a:pt x="587" y="850"/>
                  <a:pt x="638" y="850"/>
                </a:cubicBezTo>
                <a:cubicBezTo>
                  <a:pt x="689" y="850"/>
                  <a:pt x="729" y="891"/>
                  <a:pt x="729" y="942"/>
                </a:cubicBezTo>
                <a:cubicBezTo>
                  <a:pt x="729" y="993"/>
                  <a:pt x="689" y="1033"/>
                  <a:pt x="638" y="1033"/>
                </a:cubicBezTo>
                <a:close/>
                <a:moveTo>
                  <a:pt x="772" y="619"/>
                </a:moveTo>
                <a:lnTo>
                  <a:pt x="713" y="671"/>
                </a:lnTo>
                <a:cubicBezTo>
                  <a:pt x="668" y="710"/>
                  <a:pt x="676" y="729"/>
                  <a:pt x="676" y="753"/>
                </a:cubicBezTo>
                <a:lnTo>
                  <a:pt x="609" y="753"/>
                </a:lnTo>
                <a:lnTo>
                  <a:pt x="609" y="729"/>
                </a:lnTo>
                <a:cubicBezTo>
                  <a:pt x="609" y="611"/>
                  <a:pt x="721" y="591"/>
                  <a:pt x="721" y="417"/>
                </a:cubicBezTo>
                <a:cubicBezTo>
                  <a:pt x="721" y="350"/>
                  <a:pt x="699" y="320"/>
                  <a:pt x="644" y="320"/>
                </a:cubicBezTo>
                <a:cubicBezTo>
                  <a:pt x="593" y="320"/>
                  <a:pt x="570" y="345"/>
                  <a:pt x="577" y="405"/>
                </a:cubicBezTo>
                <a:cubicBezTo>
                  <a:pt x="582" y="443"/>
                  <a:pt x="543" y="458"/>
                  <a:pt x="518" y="458"/>
                </a:cubicBezTo>
                <a:cubicBezTo>
                  <a:pt x="490" y="458"/>
                  <a:pt x="466" y="430"/>
                  <a:pt x="466" y="392"/>
                </a:cubicBezTo>
                <a:cubicBezTo>
                  <a:pt x="466" y="327"/>
                  <a:pt x="534" y="259"/>
                  <a:pt x="652" y="259"/>
                </a:cubicBezTo>
                <a:cubicBezTo>
                  <a:pt x="767" y="259"/>
                  <a:pt x="867" y="311"/>
                  <a:pt x="867" y="436"/>
                </a:cubicBezTo>
                <a:cubicBezTo>
                  <a:pt x="867" y="514"/>
                  <a:pt x="839" y="560"/>
                  <a:pt x="772" y="619"/>
                </a:cubicBezTo>
                <a:close/>
              </a:path>
            </a:pathLst>
          </a:custGeom>
          <a:solidFill>
            <a:srgbClr val="5F5F5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1" name="Phone">
            <a:extLst>
              <a:ext uri="{FF2B5EF4-FFF2-40B4-BE49-F238E27FC236}">
                <a16:creationId xmlns:a16="http://schemas.microsoft.com/office/drawing/2014/main" id="{7697A715-89B9-F58A-3C54-F0FD24AF8A71}"/>
              </a:ext>
            </a:extLst>
          </p:cNvPr>
          <p:cNvSpPr>
            <a:spLocks noChangeAspect="1"/>
          </p:cNvSpPr>
          <p:nvPr/>
        </p:nvSpPr>
        <p:spPr bwMode="auto">
          <a:xfrm>
            <a:off x="2407792" y="3893719"/>
            <a:ext cx="157162" cy="165100"/>
          </a:xfrm>
          <a:custGeom>
            <a:avLst/>
            <a:gdLst>
              <a:gd name="T0" fmla="*/ 1175 w 1361"/>
              <a:gd name="T1" fmla="*/ 1009 h 1433"/>
              <a:gd name="T2" fmla="*/ 923 w 1361"/>
              <a:gd name="T3" fmla="*/ 965 h 1433"/>
              <a:gd name="T4" fmla="*/ 873 w 1361"/>
              <a:gd name="T5" fmla="*/ 1008 h 1433"/>
              <a:gd name="T6" fmla="*/ 509 w 1361"/>
              <a:gd name="T7" fmla="*/ 887 h 1433"/>
              <a:gd name="T8" fmla="*/ 440 w 1361"/>
              <a:gd name="T9" fmla="*/ 510 h 1433"/>
              <a:gd name="T10" fmla="*/ 490 w 1361"/>
              <a:gd name="T11" fmla="*/ 466 h 1433"/>
              <a:gd name="T12" fmla="*/ 481 w 1361"/>
              <a:gd name="T13" fmla="*/ 211 h 1433"/>
              <a:gd name="T14" fmla="*/ 446 w 1361"/>
              <a:gd name="T15" fmla="*/ 154 h 1433"/>
              <a:gd name="T16" fmla="*/ 238 w 1361"/>
              <a:gd name="T17" fmla="*/ 72 h 1433"/>
              <a:gd name="T18" fmla="*/ 193 w 1361"/>
              <a:gd name="T19" fmla="*/ 111 h 1433"/>
              <a:gd name="T20" fmla="*/ 29 w 1361"/>
              <a:gd name="T21" fmla="*/ 389 h 1433"/>
              <a:gd name="T22" fmla="*/ 310 w 1361"/>
              <a:gd name="T23" fmla="*/ 1061 h 1433"/>
              <a:gd name="T24" fmla="*/ 936 w 1361"/>
              <a:gd name="T25" fmla="*/ 1431 h 1433"/>
              <a:gd name="T26" fmla="*/ 1234 w 1361"/>
              <a:gd name="T27" fmla="*/ 1308 h 1433"/>
              <a:gd name="T28" fmla="*/ 1278 w 1361"/>
              <a:gd name="T29" fmla="*/ 1269 h 1433"/>
              <a:gd name="T30" fmla="*/ 1226 w 1361"/>
              <a:gd name="T31" fmla="*/ 1052 h 1433"/>
              <a:gd name="T32" fmla="*/ 1175 w 1361"/>
              <a:gd name="T33" fmla="*/ 1009 h 14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361" h="1433">
                <a:moveTo>
                  <a:pt x="1175" y="1009"/>
                </a:moveTo>
                <a:cubicBezTo>
                  <a:pt x="1091" y="937"/>
                  <a:pt x="1006" y="893"/>
                  <a:pt x="923" y="965"/>
                </a:cubicBezTo>
                <a:lnTo>
                  <a:pt x="873" y="1008"/>
                </a:lnTo>
                <a:cubicBezTo>
                  <a:pt x="837" y="1040"/>
                  <a:pt x="770" y="1187"/>
                  <a:pt x="509" y="887"/>
                </a:cubicBezTo>
                <a:cubicBezTo>
                  <a:pt x="248" y="588"/>
                  <a:pt x="403" y="541"/>
                  <a:pt x="440" y="510"/>
                </a:cubicBezTo>
                <a:lnTo>
                  <a:pt x="490" y="466"/>
                </a:lnTo>
                <a:cubicBezTo>
                  <a:pt x="572" y="394"/>
                  <a:pt x="541" y="304"/>
                  <a:pt x="481" y="211"/>
                </a:cubicBezTo>
                <a:lnTo>
                  <a:pt x="446" y="154"/>
                </a:lnTo>
                <a:cubicBezTo>
                  <a:pt x="386" y="61"/>
                  <a:pt x="321" y="0"/>
                  <a:pt x="238" y="72"/>
                </a:cubicBezTo>
                <a:lnTo>
                  <a:pt x="193" y="111"/>
                </a:lnTo>
                <a:cubicBezTo>
                  <a:pt x="157" y="138"/>
                  <a:pt x="54" y="224"/>
                  <a:pt x="29" y="389"/>
                </a:cubicBezTo>
                <a:cubicBezTo>
                  <a:pt x="0" y="586"/>
                  <a:pt x="94" y="812"/>
                  <a:pt x="310" y="1061"/>
                </a:cubicBezTo>
                <a:cubicBezTo>
                  <a:pt x="525" y="1309"/>
                  <a:pt x="736" y="1433"/>
                  <a:pt x="936" y="1431"/>
                </a:cubicBezTo>
                <a:cubicBezTo>
                  <a:pt x="1102" y="1429"/>
                  <a:pt x="1202" y="1340"/>
                  <a:pt x="1234" y="1308"/>
                </a:cubicBezTo>
                <a:lnTo>
                  <a:pt x="1278" y="1269"/>
                </a:lnTo>
                <a:cubicBezTo>
                  <a:pt x="1361" y="1197"/>
                  <a:pt x="1310" y="1124"/>
                  <a:pt x="1226" y="1052"/>
                </a:cubicBezTo>
                <a:lnTo>
                  <a:pt x="1175" y="1009"/>
                </a:lnTo>
                <a:close/>
              </a:path>
            </a:pathLst>
          </a:custGeom>
          <a:solidFill>
            <a:srgbClr val="00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3" name="HTML File">
            <a:extLst>
              <a:ext uri="{FF2B5EF4-FFF2-40B4-BE49-F238E27FC236}">
                <a16:creationId xmlns:a16="http://schemas.microsoft.com/office/drawing/2014/main" id="{09E65C8B-5D28-5F11-40D4-F8611CC49412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371668" y="3021993"/>
            <a:ext cx="161925" cy="163512"/>
          </a:xfrm>
          <a:custGeom>
            <a:avLst/>
            <a:gdLst>
              <a:gd name="T0" fmla="*/ 0 w 1411"/>
              <a:gd name="T1" fmla="*/ 265 h 1411"/>
              <a:gd name="T2" fmla="*/ 264 w 1411"/>
              <a:gd name="T3" fmla="*/ 1411 h 1411"/>
              <a:gd name="T4" fmla="*/ 1411 w 1411"/>
              <a:gd name="T5" fmla="*/ 1147 h 1411"/>
              <a:gd name="T6" fmla="*/ 1146 w 1411"/>
              <a:gd name="T7" fmla="*/ 0 h 1411"/>
              <a:gd name="T8" fmla="*/ 1144 w 1411"/>
              <a:gd name="T9" fmla="*/ 540 h 1411"/>
              <a:gd name="T10" fmla="*/ 1195 w 1411"/>
              <a:gd name="T11" fmla="*/ 546 h 1411"/>
              <a:gd name="T12" fmla="*/ 1297 w 1411"/>
              <a:gd name="T13" fmla="*/ 813 h 1411"/>
              <a:gd name="T14" fmla="*/ 1304 w 1411"/>
              <a:gd name="T15" fmla="*/ 864 h 1411"/>
              <a:gd name="T16" fmla="*/ 1144 w 1411"/>
              <a:gd name="T17" fmla="*/ 870 h 1411"/>
              <a:gd name="T18" fmla="*/ 1138 w 1411"/>
              <a:gd name="T19" fmla="*/ 546 h 1411"/>
              <a:gd name="T20" fmla="*/ 169 w 1411"/>
              <a:gd name="T21" fmla="*/ 541 h 1411"/>
              <a:gd name="T22" fmla="*/ 218 w 1411"/>
              <a:gd name="T23" fmla="*/ 548 h 1411"/>
              <a:gd name="T24" fmla="*/ 379 w 1411"/>
              <a:gd name="T25" fmla="*/ 704 h 1411"/>
              <a:gd name="T26" fmla="*/ 386 w 1411"/>
              <a:gd name="T27" fmla="*/ 541 h 1411"/>
              <a:gd name="T28" fmla="*/ 435 w 1411"/>
              <a:gd name="T29" fmla="*/ 548 h 1411"/>
              <a:gd name="T30" fmla="*/ 429 w 1411"/>
              <a:gd name="T31" fmla="*/ 872 h 1411"/>
              <a:gd name="T32" fmla="*/ 379 w 1411"/>
              <a:gd name="T33" fmla="*/ 865 h 1411"/>
              <a:gd name="T34" fmla="*/ 218 w 1411"/>
              <a:gd name="T35" fmla="*/ 762 h 1411"/>
              <a:gd name="T36" fmla="*/ 212 w 1411"/>
              <a:gd name="T37" fmla="*/ 872 h 1411"/>
              <a:gd name="T38" fmla="*/ 162 w 1411"/>
              <a:gd name="T39" fmla="*/ 865 h 1411"/>
              <a:gd name="T40" fmla="*/ 169 w 1411"/>
              <a:gd name="T41" fmla="*/ 541 h 1411"/>
              <a:gd name="T42" fmla="*/ 693 w 1411"/>
              <a:gd name="T43" fmla="*/ 541 h 1411"/>
              <a:gd name="T44" fmla="*/ 700 w 1411"/>
              <a:gd name="T45" fmla="*/ 592 h 1411"/>
              <a:gd name="T46" fmla="*/ 600 w 1411"/>
              <a:gd name="T47" fmla="*/ 599 h 1411"/>
              <a:gd name="T48" fmla="*/ 593 w 1411"/>
              <a:gd name="T49" fmla="*/ 872 h 1411"/>
              <a:gd name="T50" fmla="*/ 539 w 1411"/>
              <a:gd name="T51" fmla="*/ 865 h 1411"/>
              <a:gd name="T52" fmla="*/ 451 w 1411"/>
              <a:gd name="T53" fmla="*/ 599 h 1411"/>
              <a:gd name="T54" fmla="*/ 444 w 1411"/>
              <a:gd name="T55" fmla="*/ 548 h 1411"/>
              <a:gd name="T56" fmla="*/ 742 w 1411"/>
              <a:gd name="T57" fmla="*/ 541 h 1411"/>
              <a:gd name="T58" fmla="*/ 807 w 1411"/>
              <a:gd name="T59" fmla="*/ 545 h 1411"/>
              <a:gd name="T60" fmla="*/ 897 w 1411"/>
              <a:gd name="T61" fmla="*/ 786 h 1411"/>
              <a:gd name="T62" fmla="*/ 990 w 1411"/>
              <a:gd name="T63" fmla="*/ 545 h 1411"/>
              <a:gd name="T64" fmla="*/ 1054 w 1411"/>
              <a:gd name="T65" fmla="*/ 541 h 1411"/>
              <a:gd name="T66" fmla="*/ 1083 w 1411"/>
              <a:gd name="T67" fmla="*/ 864 h 1411"/>
              <a:gd name="T68" fmla="*/ 1077 w 1411"/>
              <a:gd name="T69" fmla="*/ 872 h 1411"/>
              <a:gd name="T70" fmla="*/ 1024 w 1411"/>
              <a:gd name="T71" fmla="*/ 867 h 1411"/>
              <a:gd name="T72" fmla="*/ 1010 w 1411"/>
              <a:gd name="T73" fmla="*/ 626 h 1411"/>
              <a:gd name="T74" fmla="*/ 917 w 1411"/>
              <a:gd name="T75" fmla="*/ 867 h 1411"/>
              <a:gd name="T76" fmla="*/ 876 w 1411"/>
              <a:gd name="T77" fmla="*/ 870 h 1411"/>
              <a:gd name="T78" fmla="*/ 812 w 1411"/>
              <a:gd name="T79" fmla="*/ 714 h 1411"/>
              <a:gd name="T80" fmla="*/ 778 w 1411"/>
              <a:gd name="T81" fmla="*/ 730 h 1411"/>
              <a:gd name="T82" fmla="*/ 761 w 1411"/>
              <a:gd name="T83" fmla="*/ 872 h 1411"/>
              <a:gd name="T84" fmla="*/ 714 w 1411"/>
              <a:gd name="T85" fmla="*/ 870 h 1411"/>
              <a:gd name="T86" fmla="*/ 736 w 1411"/>
              <a:gd name="T87" fmla="*/ 546 h 1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411" h="1411">
                <a:moveTo>
                  <a:pt x="264" y="0"/>
                </a:moveTo>
                <a:cubicBezTo>
                  <a:pt x="118" y="0"/>
                  <a:pt x="0" y="119"/>
                  <a:pt x="0" y="265"/>
                </a:cubicBezTo>
                <a:lnTo>
                  <a:pt x="0" y="1147"/>
                </a:lnTo>
                <a:cubicBezTo>
                  <a:pt x="0" y="1293"/>
                  <a:pt x="118" y="1411"/>
                  <a:pt x="264" y="1411"/>
                </a:cubicBezTo>
                <a:lnTo>
                  <a:pt x="1146" y="1411"/>
                </a:lnTo>
                <a:cubicBezTo>
                  <a:pt x="1292" y="1411"/>
                  <a:pt x="1411" y="1293"/>
                  <a:pt x="1411" y="1147"/>
                </a:cubicBezTo>
                <a:lnTo>
                  <a:pt x="1411" y="265"/>
                </a:lnTo>
                <a:cubicBezTo>
                  <a:pt x="1411" y="119"/>
                  <a:pt x="1292" y="0"/>
                  <a:pt x="1146" y="0"/>
                </a:cubicBezTo>
                <a:lnTo>
                  <a:pt x="264" y="0"/>
                </a:lnTo>
                <a:close/>
                <a:moveTo>
                  <a:pt x="1144" y="540"/>
                </a:moveTo>
                <a:lnTo>
                  <a:pt x="1188" y="540"/>
                </a:lnTo>
                <a:cubicBezTo>
                  <a:pt x="1192" y="540"/>
                  <a:pt x="1195" y="543"/>
                  <a:pt x="1195" y="546"/>
                </a:cubicBezTo>
                <a:lnTo>
                  <a:pt x="1195" y="813"/>
                </a:lnTo>
                <a:lnTo>
                  <a:pt x="1297" y="813"/>
                </a:lnTo>
                <a:cubicBezTo>
                  <a:pt x="1301" y="813"/>
                  <a:pt x="1304" y="816"/>
                  <a:pt x="1304" y="820"/>
                </a:cubicBezTo>
                <a:lnTo>
                  <a:pt x="1304" y="864"/>
                </a:lnTo>
                <a:cubicBezTo>
                  <a:pt x="1304" y="867"/>
                  <a:pt x="1301" y="870"/>
                  <a:pt x="1297" y="870"/>
                </a:cubicBezTo>
                <a:lnTo>
                  <a:pt x="1144" y="870"/>
                </a:lnTo>
                <a:cubicBezTo>
                  <a:pt x="1141" y="870"/>
                  <a:pt x="1138" y="867"/>
                  <a:pt x="1138" y="864"/>
                </a:cubicBezTo>
                <a:lnTo>
                  <a:pt x="1138" y="546"/>
                </a:lnTo>
                <a:cubicBezTo>
                  <a:pt x="1138" y="543"/>
                  <a:pt x="1141" y="540"/>
                  <a:pt x="1144" y="540"/>
                </a:cubicBezTo>
                <a:close/>
                <a:moveTo>
                  <a:pt x="169" y="541"/>
                </a:moveTo>
                <a:lnTo>
                  <a:pt x="212" y="541"/>
                </a:lnTo>
                <a:cubicBezTo>
                  <a:pt x="215" y="541"/>
                  <a:pt x="218" y="544"/>
                  <a:pt x="218" y="548"/>
                </a:cubicBezTo>
                <a:lnTo>
                  <a:pt x="218" y="704"/>
                </a:lnTo>
                <a:lnTo>
                  <a:pt x="379" y="704"/>
                </a:lnTo>
                <a:lnTo>
                  <a:pt x="379" y="548"/>
                </a:lnTo>
                <a:cubicBezTo>
                  <a:pt x="379" y="544"/>
                  <a:pt x="382" y="541"/>
                  <a:pt x="386" y="541"/>
                </a:cubicBezTo>
                <a:lnTo>
                  <a:pt x="429" y="541"/>
                </a:lnTo>
                <a:cubicBezTo>
                  <a:pt x="432" y="541"/>
                  <a:pt x="435" y="544"/>
                  <a:pt x="435" y="548"/>
                </a:cubicBezTo>
                <a:lnTo>
                  <a:pt x="435" y="865"/>
                </a:lnTo>
                <a:cubicBezTo>
                  <a:pt x="435" y="869"/>
                  <a:pt x="432" y="872"/>
                  <a:pt x="429" y="872"/>
                </a:cubicBezTo>
                <a:lnTo>
                  <a:pt x="386" y="872"/>
                </a:lnTo>
                <a:cubicBezTo>
                  <a:pt x="382" y="872"/>
                  <a:pt x="379" y="869"/>
                  <a:pt x="379" y="865"/>
                </a:cubicBezTo>
                <a:lnTo>
                  <a:pt x="379" y="762"/>
                </a:lnTo>
                <a:lnTo>
                  <a:pt x="218" y="762"/>
                </a:lnTo>
                <a:lnTo>
                  <a:pt x="218" y="865"/>
                </a:lnTo>
                <a:cubicBezTo>
                  <a:pt x="218" y="869"/>
                  <a:pt x="215" y="872"/>
                  <a:pt x="212" y="872"/>
                </a:cubicBezTo>
                <a:lnTo>
                  <a:pt x="169" y="872"/>
                </a:lnTo>
                <a:cubicBezTo>
                  <a:pt x="165" y="872"/>
                  <a:pt x="162" y="869"/>
                  <a:pt x="162" y="865"/>
                </a:cubicBezTo>
                <a:lnTo>
                  <a:pt x="162" y="548"/>
                </a:lnTo>
                <a:cubicBezTo>
                  <a:pt x="162" y="544"/>
                  <a:pt x="165" y="541"/>
                  <a:pt x="169" y="541"/>
                </a:cubicBezTo>
                <a:close/>
                <a:moveTo>
                  <a:pt x="451" y="541"/>
                </a:moveTo>
                <a:lnTo>
                  <a:pt x="693" y="541"/>
                </a:lnTo>
                <a:cubicBezTo>
                  <a:pt x="697" y="541"/>
                  <a:pt x="700" y="544"/>
                  <a:pt x="700" y="548"/>
                </a:cubicBezTo>
                <a:lnTo>
                  <a:pt x="700" y="592"/>
                </a:lnTo>
                <a:cubicBezTo>
                  <a:pt x="700" y="596"/>
                  <a:pt x="697" y="599"/>
                  <a:pt x="693" y="599"/>
                </a:cubicBezTo>
                <a:lnTo>
                  <a:pt x="600" y="599"/>
                </a:lnTo>
                <a:lnTo>
                  <a:pt x="600" y="865"/>
                </a:lnTo>
                <a:cubicBezTo>
                  <a:pt x="600" y="869"/>
                  <a:pt x="597" y="872"/>
                  <a:pt x="593" y="872"/>
                </a:cubicBezTo>
                <a:lnTo>
                  <a:pt x="546" y="872"/>
                </a:lnTo>
                <a:cubicBezTo>
                  <a:pt x="542" y="872"/>
                  <a:pt x="539" y="869"/>
                  <a:pt x="539" y="865"/>
                </a:cubicBezTo>
                <a:lnTo>
                  <a:pt x="539" y="599"/>
                </a:lnTo>
                <a:lnTo>
                  <a:pt x="451" y="599"/>
                </a:lnTo>
                <a:cubicBezTo>
                  <a:pt x="447" y="599"/>
                  <a:pt x="444" y="596"/>
                  <a:pt x="444" y="592"/>
                </a:cubicBezTo>
                <a:lnTo>
                  <a:pt x="444" y="548"/>
                </a:lnTo>
                <a:cubicBezTo>
                  <a:pt x="444" y="544"/>
                  <a:pt x="447" y="541"/>
                  <a:pt x="451" y="541"/>
                </a:cubicBezTo>
                <a:close/>
                <a:moveTo>
                  <a:pt x="742" y="541"/>
                </a:moveTo>
                <a:lnTo>
                  <a:pt x="800" y="541"/>
                </a:lnTo>
                <a:cubicBezTo>
                  <a:pt x="803" y="541"/>
                  <a:pt x="806" y="542"/>
                  <a:pt x="807" y="545"/>
                </a:cubicBezTo>
                <a:lnTo>
                  <a:pt x="866" y="699"/>
                </a:lnTo>
                <a:cubicBezTo>
                  <a:pt x="879" y="733"/>
                  <a:pt x="889" y="761"/>
                  <a:pt x="897" y="786"/>
                </a:cubicBezTo>
                <a:cubicBezTo>
                  <a:pt x="904" y="762"/>
                  <a:pt x="914" y="734"/>
                  <a:pt x="927" y="699"/>
                </a:cubicBezTo>
                <a:lnTo>
                  <a:pt x="990" y="545"/>
                </a:lnTo>
                <a:cubicBezTo>
                  <a:pt x="991" y="542"/>
                  <a:pt x="994" y="541"/>
                  <a:pt x="997" y="541"/>
                </a:cubicBezTo>
                <a:lnTo>
                  <a:pt x="1054" y="541"/>
                </a:lnTo>
                <a:cubicBezTo>
                  <a:pt x="1058" y="541"/>
                  <a:pt x="1061" y="543"/>
                  <a:pt x="1061" y="546"/>
                </a:cubicBezTo>
                <a:lnTo>
                  <a:pt x="1083" y="864"/>
                </a:lnTo>
                <a:cubicBezTo>
                  <a:pt x="1084" y="864"/>
                  <a:pt x="1083" y="865"/>
                  <a:pt x="1083" y="865"/>
                </a:cubicBezTo>
                <a:cubicBezTo>
                  <a:pt x="1083" y="869"/>
                  <a:pt x="1081" y="872"/>
                  <a:pt x="1077" y="872"/>
                </a:cubicBezTo>
                <a:lnTo>
                  <a:pt x="1031" y="872"/>
                </a:lnTo>
                <a:cubicBezTo>
                  <a:pt x="1027" y="872"/>
                  <a:pt x="1024" y="870"/>
                  <a:pt x="1024" y="867"/>
                </a:cubicBezTo>
                <a:lnTo>
                  <a:pt x="1015" y="726"/>
                </a:lnTo>
                <a:cubicBezTo>
                  <a:pt x="1014" y="695"/>
                  <a:pt x="1011" y="659"/>
                  <a:pt x="1010" y="626"/>
                </a:cubicBezTo>
                <a:cubicBezTo>
                  <a:pt x="1001" y="653"/>
                  <a:pt x="990" y="682"/>
                  <a:pt x="978" y="713"/>
                </a:cubicBezTo>
                <a:lnTo>
                  <a:pt x="917" y="867"/>
                </a:lnTo>
                <a:cubicBezTo>
                  <a:pt x="916" y="870"/>
                  <a:pt x="913" y="870"/>
                  <a:pt x="910" y="870"/>
                </a:cubicBezTo>
                <a:lnTo>
                  <a:pt x="876" y="870"/>
                </a:lnTo>
                <a:cubicBezTo>
                  <a:pt x="873" y="870"/>
                  <a:pt x="871" y="870"/>
                  <a:pt x="870" y="867"/>
                </a:cubicBezTo>
                <a:lnTo>
                  <a:pt x="812" y="714"/>
                </a:lnTo>
                <a:cubicBezTo>
                  <a:pt x="800" y="682"/>
                  <a:pt x="791" y="655"/>
                  <a:pt x="783" y="631"/>
                </a:cubicBezTo>
                <a:cubicBezTo>
                  <a:pt x="782" y="662"/>
                  <a:pt x="780" y="697"/>
                  <a:pt x="778" y="730"/>
                </a:cubicBezTo>
                <a:lnTo>
                  <a:pt x="770" y="867"/>
                </a:lnTo>
                <a:cubicBezTo>
                  <a:pt x="769" y="871"/>
                  <a:pt x="765" y="872"/>
                  <a:pt x="761" y="872"/>
                </a:cubicBezTo>
                <a:lnTo>
                  <a:pt x="719" y="872"/>
                </a:lnTo>
                <a:cubicBezTo>
                  <a:pt x="717" y="872"/>
                  <a:pt x="715" y="872"/>
                  <a:pt x="714" y="870"/>
                </a:cubicBezTo>
                <a:cubicBezTo>
                  <a:pt x="712" y="869"/>
                  <a:pt x="712" y="867"/>
                  <a:pt x="712" y="865"/>
                </a:cubicBezTo>
                <a:lnTo>
                  <a:pt x="736" y="546"/>
                </a:lnTo>
                <a:cubicBezTo>
                  <a:pt x="736" y="543"/>
                  <a:pt x="739" y="541"/>
                  <a:pt x="742" y="541"/>
                </a:cubicBezTo>
                <a:close/>
              </a:path>
            </a:pathLst>
          </a:cu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4" name="Portrait">
            <a:extLst>
              <a:ext uri="{FF2B5EF4-FFF2-40B4-BE49-F238E27FC236}">
                <a16:creationId xmlns:a16="http://schemas.microsoft.com/office/drawing/2014/main" id="{4D8D8F38-BE76-9AFA-BD2D-920225B303C6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2324342" y="3007623"/>
            <a:ext cx="136525" cy="161925"/>
          </a:xfrm>
          <a:custGeom>
            <a:avLst/>
            <a:gdLst>
              <a:gd name="T0" fmla="*/ 168 w 1194"/>
              <a:gd name="T1" fmla="*/ 54 h 1411"/>
              <a:gd name="T2" fmla="*/ 153 w 1194"/>
              <a:gd name="T3" fmla="*/ 54 h 1411"/>
              <a:gd name="T4" fmla="*/ 54 w 1194"/>
              <a:gd name="T5" fmla="*/ 266 h 1411"/>
              <a:gd name="T6" fmla="*/ 0 w 1194"/>
              <a:gd name="T7" fmla="*/ 483 h 1411"/>
              <a:gd name="T8" fmla="*/ 54 w 1194"/>
              <a:gd name="T9" fmla="*/ 700 h 1411"/>
              <a:gd name="T10" fmla="*/ 0 w 1194"/>
              <a:gd name="T11" fmla="*/ 917 h 1411"/>
              <a:gd name="T12" fmla="*/ 54 w 1194"/>
              <a:gd name="T13" fmla="*/ 1134 h 1411"/>
              <a:gd name="T14" fmla="*/ 32 w 1194"/>
              <a:gd name="T15" fmla="*/ 1253 h 1411"/>
              <a:gd name="T16" fmla="*/ 158 w 1194"/>
              <a:gd name="T17" fmla="*/ 1362 h 1411"/>
              <a:gd name="T18" fmla="*/ 375 w 1194"/>
              <a:gd name="T19" fmla="*/ 1411 h 1411"/>
              <a:gd name="T20" fmla="*/ 587 w 1194"/>
              <a:gd name="T21" fmla="*/ 1362 h 1411"/>
              <a:gd name="T22" fmla="*/ 804 w 1194"/>
              <a:gd name="T23" fmla="*/ 1411 h 1411"/>
              <a:gd name="T24" fmla="*/ 1021 w 1194"/>
              <a:gd name="T25" fmla="*/ 1362 h 1411"/>
              <a:gd name="T26" fmla="*/ 1042 w 1194"/>
              <a:gd name="T27" fmla="*/ 1362 h 1411"/>
              <a:gd name="T28" fmla="*/ 1140 w 1194"/>
              <a:gd name="T29" fmla="*/ 1140 h 1411"/>
              <a:gd name="T30" fmla="*/ 1189 w 1194"/>
              <a:gd name="T31" fmla="*/ 928 h 1411"/>
              <a:gd name="T32" fmla="*/ 1140 w 1194"/>
              <a:gd name="T33" fmla="*/ 710 h 1411"/>
              <a:gd name="T34" fmla="*/ 1194 w 1194"/>
              <a:gd name="T35" fmla="*/ 500 h 1411"/>
              <a:gd name="T36" fmla="*/ 1145 w 1194"/>
              <a:gd name="T37" fmla="*/ 266 h 1411"/>
              <a:gd name="T38" fmla="*/ 1167 w 1194"/>
              <a:gd name="T39" fmla="*/ 158 h 1411"/>
              <a:gd name="T40" fmla="*/ 1031 w 1194"/>
              <a:gd name="T41" fmla="*/ 49 h 1411"/>
              <a:gd name="T42" fmla="*/ 809 w 1194"/>
              <a:gd name="T43" fmla="*/ 0 h 1411"/>
              <a:gd name="T44" fmla="*/ 592 w 1194"/>
              <a:gd name="T45" fmla="*/ 54 h 1411"/>
              <a:gd name="T46" fmla="*/ 375 w 1194"/>
              <a:gd name="T47" fmla="*/ 0 h 1411"/>
              <a:gd name="T48" fmla="*/ 999 w 1194"/>
              <a:gd name="T49" fmla="*/ 163 h 1411"/>
              <a:gd name="T50" fmla="*/ 1031 w 1194"/>
              <a:gd name="T51" fmla="*/ 1216 h 1411"/>
              <a:gd name="T52" fmla="*/ 190 w 1194"/>
              <a:gd name="T53" fmla="*/ 1248 h 1411"/>
              <a:gd name="T54" fmla="*/ 163 w 1194"/>
              <a:gd name="T55" fmla="*/ 190 h 1411"/>
              <a:gd name="T56" fmla="*/ 573 w 1194"/>
              <a:gd name="T57" fmla="*/ 322 h 1411"/>
              <a:gd name="T58" fmla="*/ 439 w 1194"/>
              <a:gd name="T59" fmla="*/ 570 h 1411"/>
              <a:gd name="T60" fmla="*/ 451 w 1194"/>
              <a:gd name="T61" fmla="*/ 673 h 1411"/>
              <a:gd name="T62" fmla="*/ 516 w 1194"/>
              <a:gd name="T63" fmla="*/ 777 h 1411"/>
              <a:gd name="T64" fmla="*/ 272 w 1194"/>
              <a:gd name="T65" fmla="*/ 982 h 1411"/>
              <a:gd name="T66" fmla="*/ 945 w 1194"/>
              <a:gd name="T67" fmla="*/ 1189 h 1411"/>
              <a:gd name="T68" fmla="*/ 706 w 1194"/>
              <a:gd name="T69" fmla="*/ 836 h 1411"/>
              <a:gd name="T70" fmla="*/ 728 w 1194"/>
              <a:gd name="T71" fmla="*/ 695 h 1411"/>
              <a:gd name="T72" fmla="*/ 760 w 1194"/>
              <a:gd name="T73" fmla="*/ 570 h 1411"/>
              <a:gd name="T74" fmla="*/ 573 w 1194"/>
              <a:gd name="T75" fmla="*/ 322 h 1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194" h="1411">
                <a:moveTo>
                  <a:pt x="375" y="0"/>
                </a:moveTo>
                <a:lnTo>
                  <a:pt x="168" y="54"/>
                </a:lnTo>
                <a:lnTo>
                  <a:pt x="158" y="54"/>
                </a:lnTo>
                <a:lnTo>
                  <a:pt x="153" y="54"/>
                </a:lnTo>
                <a:cubicBezTo>
                  <a:pt x="88" y="27"/>
                  <a:pt x="16" y="87"/>
                  <a:pt x="32" y="158"/>
                </a:cubicBezTo>
                <a:lnTo>
                  <a:pt x="54" y="266"/>
                </a:lnTo>
                <a:lnTo>
                  <a:pt x="54" y="276"/>
                </a:lnTo>
                <a:lnTo>
                  <a:pt x="0" y="483"/>
                </a:lnTo>
                <a:lnTo>
                  <a:pt x="0" y="493"/>
                </a:lnTo>
                <a:lnTo>
                  <a:pt x="54" y="700"/>
                </a:lnTo>
                <a:lnTo>
                  <a:pt x="54" y="710"/>
                </a:lnTo>
                <a:lnTo>
                  <a:pt x="0" y="917"/>
                </a:lnTo>
                <a:lnTo>
                  <a:pt x="0" y="928"/>
                </a:lnTo>
                <a:lnTo>
                  <a:pt x="54" y="1134"/>
                </a:lnTo>
                <a:lnTo>
                  <a:pt x="54" y="1145"/>
                </a:lnTo>
                <a:lnTo>
                  <a:pt x="32" y="1253"/>
                </a:lnTo>
                <a:cubicBezTo>
                  <a:pt x="16" y="1324"/>
                  <a:pt x="88" y="1383"/>
                  <a:pt x="153" y="1362"/>
                </a:cubicBezTo>
                <a:lnTo>
                  <a:pt x="158" y="1362"/>
                </a:lnTo>
                <a:lnTo>
                  <a:pt x="173" y="1362"/>
                </a:lnTo>
                <a:lnTo>
                  <a:pt x="375" y="1411"/>
                </a:lnTo>
                <a:lnTo>
                  <a:pt x="385" y="1411"/>
                </a:lnTo>
                <a:lnTo>
                  <a:pt x="587" y="1362"/>
                </a:lnTo>
                <a:lnTo>
                  <a:pt x="602" y="1362"/>
                </a:lnTo>
                <a:lnTo>
                  <a:pt x="804" y="1411"/>
                </a:lnTo>
                <a:lnTo>
                  <a:pt x="819" y="1411"/>
                </a:lnTo>
                <a:lnTo>
                  <a:pt x="1021" y="1362"/>
                </a:lnTo>
                <a:lnTo>
                  <a:pt x="1036" y="1362"/>
                </a:lnTo>
                <a:lnTo>
                  <a:pt x="1042" y="1362"/>
                </a:lnTo>
                <a:cubicBezTo>
                  <a:pt x="1107" y="1383"/>
                  <a:pt x="1178" y="1324"/>
                  <a:pt x="1162" y="1253"/>
                </a:cubicBezTo>
                <a:lnTo>
                  <a:pt x="1140" y="1140"/>
                </a:lnTo>
                <a:lnTo>
                  <a:pt x="1140" y="1129"/>
                </a:lnTo>
                <a:lnTo>
                  <a:pt x="1189" y="928"/>
                </a:lnTo>
                <a:lnTo>
                  <a:pt x="1189" y="912"/>
                </a:lnTo>
                <a:lnTo>
                  <a:pt x="1140" y="710"/>
                </a:lnTo>
                <a:lnTo>
                  <a:pt x="1140" y="695"/>
                </a:lnTo>
                <a:lnTo>
                  <a:pt x="1194" y="500"/>
                </a:lnTo>
                <a:lnTo>
                  <a:pt x="1194" y="483"/>
                </a:lnTo>
                <a:lnTo>
                  <a:pt x="1145" y="266"/>
                </a:lnTo>
                <a:lnTo>
                  <a:pt x="1145" y="256"/>
                </a:lnTo>
                <a:lnTo>
                  <a:pt x="1167" y="158"/>
                </a:lnTo>
                <a:cubicBezTo>
                  <a:pt x="1183" y="87"/>
                  <a:pt x="1113" y="27"/>
                  <a:pt x="1048" y="49"/>
                </a:cubicBezTo>
                <a:lnTo>
                  <a:pt x="1031" y="49"/>
                </a:lnTo>
                <a:lnTo>
                  <a:pt x="819" y="0"/>
                </a:lnTo>
                <a:lnTo>
                  <a:pt x="809" y="0"/>
                </a:lnTo>
                <a:lnTo>
                  <a:pt x="602" y="54"/>
                </a:lnTo>
                <a:lnTo>
                  <a:pt x="592" y="54"/>
                </a:lnTo>
                <a:lnTo>
                  <a:pt x="385" y="0"/>
                </a:lnTo>
                <a:lnTo>
                  <a:pt x="375" y="0"/>
                </a:lnTo>
                <a:close/>
                <a:moveTo>
                  <a:pt x="190" y="163"/>
                </a:moveTo>
                <a:lnTo>
                  <a:pt x="999" y="163"/>
                </a:lnTo>
                <a:cubicBezTo>
                  <a:pt x="1021" y="163"/>
                  <a:pt x="1031" y="173"/>
                  <a:pt x="1031" y="190"/>
                </a:cubicBezTo>
                <a:lnTo>
                  <a:pt x="1031" y="1216"/>
                </a:lnTo>
                <a:cubicBezTo>
                  <a:pt x="1031" y="1238"/>
                  <a:pt x="1020" y="1248"/>
                  <a:pt x="1004" y="1248"/>
                </a:cubicBezTo>
                <a:lnTo>
                  <a:pt x="190" y="1248"/>
                </a:lnTo>
                <a:cubicBezTo>
                  <a:pt x="174" y="1248"/>
                  <a:pt x="163" y="1237"/>
                  <a:pt x="163" y="1221"/>
                </a:cubicBezTo>
                <a:lnTo>
                  <a:pt x="163" y="190"/>
                </a:lnTo>
                <a:cubicBezTo>
                  <a:pt x="163" y="173"/>
                  <a:pt x="174" y="163"/>
                  <a:pt x="190" y="163"/>
                </a:cubicBezTo>
                <a:close/>
                <a:moveTo>
                  <a:pt x="573" y="322"/>
                </a:moveTo>
                <a:cubicBezTo>
                  <a:pt x="532" y="322"/>
                  <a:pt x="486" y="340"/>
                  <a:pt x="456" y="392"/>
                </a:cubicBezTo>
                <a:cubicBezTo>
                  <a:pt x="429" y="446"/>
                  <a:pt x="418" y="515"/>
                  <a:pt x="439" y="570"/>
                </a:cubicBezTo>
                <a:cubicBezTo>
                  <a:pt x="439" y="575"/>
                  <a:pt x="435" y="565"/>
                  <a:pt x="429" y="592"/>
                </a:cubicBezTo>
                <a:cubicBezTo>
                  <a:pt x="429" y="619"/>
                  <a:pt x="440" y="657"/>
                  <a:pt x="451" y="673"/>
                </a:cubicBezTo>
                <a:cubicBezTo>
                  <a:pt x="457" y="679"/>
                  <a:pt x="466" y="685"/>
                  <a:pt x="472" y="690"/>
                </a:cubicBezTo>
                <a:cubicBezTo>
                  <a:pt x="472" y="690"/>
                  <a:pt x="478" y="733"/>
                  <a:pt x="516" y="777"/>
                </a:cubicBezTo>
                <a:cubicBezTo>
                  <a:pt x="527" y="809"/>
                  <a:pt x="489" y="831"/>
                  <a:pt x="489" y="831"/>
                </a:cubicBezTo>
                <a:cubicBezTo>
                  <a:pt x="375" y="853"/>
                  <a:pt x="282" y="917"/>
                  <a:pt x="272" y="982"/>
                </a:cubicBezTo>
                <a:cubicBezTo>
                  <a:pt x="255" y="1080"/>
                  <a:pt x="249" y="1145"/>
                  <a:pt x="249" y="1189"/>
                </a:cubicBezTo>
                <a:lnTo>
                  <a:pt x="945" y="1189"/>
                </a:lnTo>
                <a:cubicBezTo>
                  <a:pt x="945" y="1140"/>
                  <a:pt x="939" y="1068"/>
                  <a:pt x="923" y="989"/>
                </a:cubicBezTo>
                <a:cubicBezTo>
                  <a:pt x="907" y="923"/>
                  <a:pt x="820" y="858"/>
                  <a:pt x="706" y="836"/>
                </a:cubicBezTo>
                <a:cubicBezTo>
                  <a:pt x="706" y="836"/>
                  <a:pt x="662" y="825"/>
                  <a:pt x="684" y="782"/>
                </a:cubicBezTo>
                <a:cubicBezTo>
                  <a:pt x="711" y="749"/>
                  <a:pt x="722" y="711"/>
                  <a:pt x="728" y="695"/>
                </a:cubicBezTo>
                <a:cubicBezTo>
                  <a:pt x="728" y="695"/>
                  <a:pt x="765" y="662"/>
                  <a:pt x="770" y="619"/>
                </a:cubicBezTo>
                <a:cubicBezTo>
                  <a:pt x="770" y="575"/>
                  <a:pt x="760" y="570"/>
                  <a:pt x="760" y="570"/>
                </a:cubicBezTo>
                <a:cubicBezTo>
                  <a:pt x="776" y="521"/>
                  <a:pt x="781" y="331"/>
                  <a:pt x="662" y="358"/>
                </a:cubicBezTo>
                <a:cubicBezTo>
                  <a:pt x="651" y="339"/>
                  <a:pt x="615" y="322"/>
                  <a:pt x="573" y="322"/>
                </a:cubicBezTo>
                <a:close/>
              </a:path>
            </a:pathLst>
          </a:cu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6" name="아래쪽 화살표 131">
            <a:extLst>
              <a:ext uri="{FF2B5EF4-FFF2-40B4-BE49-F238E27FC236}">
                <a16:creationId xmlns:a16="http://schemas.microsoft.com/office/drawing/2014/main" id="{AA01F0B3-437A-8E8B-F9EA-5FA85EC09DB8}"/>
              </a:ext>
            </a:extLst>
          </p:cNvPr>
          <p:cNvSpPr/>
          <p:nvPr/>
        </p:nvSpPr>
        <p:spPr bwMode="auto">
          <a:xfrm>
            <a:off x="8555042" y="6028640"/>
            <a:ext cx="1228165" cy="635986"/>
          </a:xfrm>
          <a:prstGeom prst="downArrow">
            <a:avLst>
              <a:gd name="adj1" fmla="val 72902"/>
              <a:gd name="adj2" fmla="val 45344"/>
            </a:avLst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1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다음페이지</a:t>
            </a:r>
            <a:r>
              <a:rPr lang="ko-KR" altLang="en-US" sz="12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계속</a:t>
            </a:r>
            <a:endParaRPr kumimoji="1" lang="ko-KR" altLang="en-US" sz="1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152510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66FA5-EA1D-E603-00AC-9CA7951BA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C1E51D-9999-D7F7-5C84-8C6C77F1610B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 err="1">
                <a:solidFill>
                  <a:prstClr val="black"/>
                </a:solidFill>
              </a:rPr>
              <a:t>와아이프레임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PC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graphicFrame>
        <p:nvGraphicFramePr>
          <p:cNvPr id="3" name="Group 260">
            <a:extLst>
              <a:ext uri="{FF2B5EF4-FFF2-40B4-BE49-F238E27FC236}">
                <a16:creationId xmlns:a16="http://schemas.microsoft.com/office/drawing/2014/main" id="{B85BE9A4-2BFF-60CC-D454-DE12B78875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746053"/>
              </p:ext>
            </p:extLst>
          </p:nvPr>
        </p:nvGraphicFramePr>
        <p:xfrm>
          <a:off x="6969418" y="2548005"/>
          <a:ext cx="2772114" cy="647558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게시판 </a:t>
                      </a: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샘플</a:t>
                      </a: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게시판 등록 </a:t>
                      </a:r>
                      <a:r>
                        <a:rPr kumimoji="1" lang="en-US" altLang="ko-KR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(2/2)</a:t>
                      </a:r>
                      <a:endParaRPr kumimoji="1" lang="ko-KR" altLang="en-US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게시판 등록 페이지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B9996C3-44F6-BCFF-46E0-D70A12E0E86C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와이어프레임 </a:t>
            </a:r>
            <a:r>
              <a:rPr lang="en-US" altLang="ko-KR" sz="900" b="1" dirty="0">
                <a:solidFill>
                  <a:prstClr val="black"/>
                </a:solidFill>
              </a:rPr>
              <a:t>PC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04F0939-0BA2-93FE-9693-0E0FB7EF9475}"/>
              </a:ext>
            </a:extLst>
          </p:cNvPr>
          <p:cNvSpPr/>
          <p:nvPr/>
        </p:nvSpPr>
        <p:spPr>
          <a:xfrm>
            <a:off x="200496" y="1340769"/>
            <a:ext cx="6732724" cy="5112567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9DD4ADC4-64F5-7780-C23A-28D560B1F06D}"/>
              </a:ext>
            </a:extLst>
          </p:cNvPr>
          <p:cNvSpPr/>
          <p:nvPr/>
        </p:nvSpPr>
        <p:spPr>
          <a:xfrm>
            <a:off x="503916" y="1626280"/>
            <a:ext cx="5853240" cy="4697170"/>
          </a:xfrm>
          <a:prstGeom prst="roundRect">
            <a:avLst>
              <a:gd name="adj" fmla="val 3202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54487C6-FAD3-24B4-48CF-B79721CE4AD0}"/>
              </a:ext>
            </a:extLst>
          </p:cNvPr>
          <p:cNvSpPr/>
          <p:nvPr/>
        </p:nvSpPr>
        <p:spPr>
          <a:xfrm>
            <a:off x="2651474" y="5919084"/>
            <a:ext cx="1503563" cy="246220"/>
          </a:xfrm>
          <a:prstGeom prst="roundRect">
            <a:avLst/>
          </a:prstGeom>
          <a:solidFill>
            <a:srgbClr val="0000CC"/>
          </a:solidFill>
          <a:ln w="63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문의 접수</a:t>
            </a:r>
          </a:p>
        </p:txBody>
      </p:sp>
      <p:sp>
        <p:nvSpPr>
          <p:cNvPr id="11" name="Sent">
            <a:extLst>
              <a:ext uri="{FF2B5EF4-FFF2-40B4-BE49-F238E27FC236}">
                <a16:creationId xmlns:a16="http://schemas.microsoft.com/office/drawing/2014/main" id="{55A4B9F2-C437-F4EF-3A1B-946882352D30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2742553" y="5686658"/>
            <a:ext cx="144000" cy="144001"/>
          </a:xfrm>
          <a:custGeom>
            <a:avLst/>
            <a:gdLst>
              <a:gd name="T0" fmla="*/ 1353 w 1420"/>
              <a:gd name="T1" fmla="*/ 4 h 1425"/>
              <a:gd name="T2" fmla="*/ 1332 w 1420"/>
              <a:gd name="T3" fmla="*/ 11 h 1425"/>
              <a:gd name="T4" fmla="*/ 30 w 1420"/>
              <a:gd name="T5" fmla="*/ 717 h 1425"/>
              <a:gd name="T6" fmla="*/ 2 w 1420"/>
              <a:gd name="T7" fmla="*/ 769 h 1425"/>
              <a:gd name="T8" fmla="*/ 40 w 1420"/>
              <a:gd name="T9" fmla="*/ 815 h 1425"/>
              <a:gd name="T10" fmla="*/ 386 w 1420"/>
              <a:gd name="T11" fmla="*/ 918 h 1425"/>
              <a:gd name="T12" fmla="*/ 437 w 1420"/>
              <a:gd name="T13" fmla="*/ 1314 h 1425"/>
              <a:gd name="T14" fmla="*/ 518 w 1420"/>
              <a:gd name="T15" fmla="*/ 1327 h 1425"/>
              <a:gd name="T16" fmla="*/ 686 w 1420"/>
              <a:gd name="T17" fmla="*/ 1090 h 1425"/>
              <a:gd name="T18" fmla="*/ 995 w 1420"/>
              <a:gd name="T19" fmla="*/ 1398 h 1425"/>
              <a:gd name="T20" fmla="*/ 1085 w 1420"/>
              <a:gd name="T21" fmla="*/ 1375 h 1425"/>
              <a:gd name="T22" fmla="*/ 1410 w 1420"/>
              <a:gd name="T23" fmla="*/ 72 h 1425"/>
              <a:gd name="T24" fmla="*/ 1353 w 1420"/>
              <a:gd name="T25" fmla="*/ 4 h 1425"/>
              <a:gd name="T26" fmla="*/ 1275 w 1420"/>
              <a:gd name="T27" fmla="*/ 164 h 1425"/>
              <a:gd name="T28" fmla="*/ 1002 w 1420"/>
              <a:gd name="T29" fmla="*/ 1256 h 1425"/>
              <a:gd name="T30" fmla="*/ 695 w 1420"/>
              <a:gd name="T31" fmla="*/ 949 h 1425"/>
              <a:gd name="T32" fmla="*/ 1141 w 1420"/>
              <a:gd name="T33" fmla="*/ 330 h 1425"/>
              <a:gd name="T34" fmla="*/ 447 w 1420"/>
              <a:gd name="T35" fmla="*/ 825 h 1425"/>
              <a:gd name="T36" fmla="*/ 194 w 1420"/>
              <a:gd name="T37" fmla="*/ 750 h 1425"/>
              <a:gd name="T38" fmla="*/ 1275 w 1420"/>
              <a:gd name="T39" fmla="*/ 164 h 14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420" h="1425">
                <a:moveTo>
                  <a:pt x="1353" y="4"/>
                </a:moveTo>
                <a:cubicBezTo>
                  <a:pt x="1346" y="5"/>
                  <a:pt x="1339" y="7"/>
                  <a:pt x="1332" y="11"/>
                </a:cubicBezTo>
                <a:lnTo>
                  <a:pt x="30" y="717"/>
                </a:lnTo>
                <a:cubicBezTo>
                  <a:pt x="11" y="727"/>
                  <a:pt x="0" y="748"/>
                  <a:pt x="2" y="769"/>
                </a:cubicBezTo>
                <a:cubicBezTo>
                  <a:pt x="4" y="790"/>
                  <a:pt x="20" y="809"/>
                  <a:pt x="40" y="815"/>
                </a:cubicBezTo>
                <a:lnTo>
                  <a:pt x="386" y="918"/>
                </a:lnTo>
                <a:cubicBezTo>
                  <a:pt x="394" y="982"/>
                  <a:pt x="430" y="1259"/>
                  <a:pt x="437" y="1314"/>
                </a:cubicBezTo>
                <a:cubicBezTo>
                  <a:pt x="444" y="1367"/>
                  <a:pt x="482" y="1377"/>
                  <a:pt x="518" y="1327"/>
                </a:cubicBezTo>
                <a:cubicBezTo>
                  <a:pt x="543" y="1293"/>
                  <a:pt x="686" y="1090"/>
                  <a:pt x="686" y="1090"/>
                </a:cubicBezTo>
                <a:lnTo>
                  <a:pt x="995" y="1398"/>
                </a:lnTo>
                <a:cubicBezTo>
                  <a:pt x="1021" y="1425"/>
                  <a:pt x="1075" y="1411"/>
                  <a:pt x="1085" y="1375"/>
                </a:cubicBezTo>
                <a:lnTo>
                  <a:pt x="1410" y="72"/>
                </a:lnTo>
                <a:cubicBezTo>
                  <a:pt x="1420" y="38"/>
                  <a:pt x="1387" y="0"/>
                  <a:pt x="1353" y="4"/>
                </a:cubicBezTo>
                <a:close/>
                <a:moveTo>
                  <a:pt x="1275" y="164"/>
                </a:moveTo>
                <a:lnTo>
                  <a:pt x="1002" y="1256"/>
                </a:lnTo>
                <a:lnTo>
                  <a:pt x="695" y="949"/>
                </a:lnTo>
                <a:lnTo>
                  <a:pt x="1141" y="330"/>
                </a:lnTo>
                <a:lnTo>
                  <a:pt x="447" y="825"/>
                </a:lnTo>
                <a:lnTo>
                  <a:pt x="194" y="750"/>
                </a:lnTo>
                <a:lnTo>
                  <a:pt x="1275" y="164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E89426-7BB4-7647-FDA2-5A821A6DAA45}"/>
              </a:ext>
            </a:extLst>
          </p:cNvPr>
          <p:cNvSpPr txBox="1"/>
          <p:nvPr/>
        </p:nvSpPr>
        <p:spPr>
          <a:xfrm>
            <a:off x="767749" y="1736812"/>
            <a:ext cx="135692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문의 내용 </a:t>
            </a:r>
            <a:r>
              <a:rPr lang="en-US" altLang="ko-KR" sz="800" b="1" dirty="0">
                <a:solidFill>
                  <a:srgbClr val="28A57D"/>
                </a:solidFill>
              </a:rPr>
              <a:t>*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500A1E98-2FC5-9C5C-79FB-995EAA23449B}"/>
              </a:ext>
            </a:extLst>
          </p:cNvPr>
          <p:cNvSpPr/>
          <p:nvPr/>
        </p:nvSpPr>
        <p:spPr>
          <a:xfrm>
            <a:off x="827082" y="2022324"/>
            <a:ext cx="4954010" cy="646686"/>
          </a:xfrm>
          <a:prstGeom prst="roundRect">
            <a:avLst>
              <a:gd name="adj" fmla="val 5395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문의하실 내용을 입력해 주세요</a:t>
            </a:r>
            <a:r>
              <a:rPr lang="en-US" altLang="ko-KR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br>
              <a:rPr lang="en-US" altLang="ko-KR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문의하실 내용을 상세히 입력해 주시면 좀 더 빠른 답변이 가능합니다</a:t>
            </a:r>
            <a:r>
              <a:rPr lang="en-US" altLang="ko-KR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endParaRPr lang="en-US" altLang="ko-KR" sz="700" b="1" dirty="0">
              <a:solidFill>
                <a:schemeClr val="bg1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endParaRPr lang="en-US" altLang="ko-KR" sz="700" b="1" dirty="0">
              <a:solidFill>
                <a:schemeClr val="bg1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endParaRPr lang="en-US" altLang="ko-KR" sz="700" b="1" dirty="0">
              <a:solidFill>
                <a:schemeClr val="bg1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8270F9-721C-F1C9-C9E3-3986754EC359}"/>
              </a:ext>
            </a:extLst>
          </p:cNvPr>
          <p:cNvSpPr txBox="1"/>
          <p:nvPr/>
        </p:nvSpPr>
        <p:spPr>
          <a:xfrm>
            <a:off x="767749" y="2744924"/>
            <a:ext cx="135692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첨부 자료</a:t>
            </a:r>
            <a:endParaRPr lang="en-US" altLang="ko-KR" sz="800" b="1" dirty="0">
              <a:solidFill>
                <a:srgbClr val="28A57D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04BC0C65-A733-337B-778B-22D3DF2CAAAA}"/>
              </a:ext>
            </a:extLst>
          </p:cNvPr>
          <p:cNvSpPr/>
          <p:nvPr/>
        </p:nvSpPr>
        <p:spPr>
          <a:xfrm>
            <a:off x="827082" y="2960948"/>
            <a:ext cx="4954010" cy="1009849"/>
          </a:xfrm>
          <a:prstGeom prst="roundRect">
            <a:avLst>
              <a:gd name="adj" fmla="val 7840"/>
            </a:avLst>
          </a:prstGeom>
          <a:solidFill>
            <a:schemeClr val="bg1"/>
          </a:solidFill>
          <a:ln w="6350">
            <a:solidFill>
              <a:srgbClr val="0000FF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50000"/>
              </a:lnSpc>
            </a:pPr>
            <a:endParaRPr lang="en-US" altLang="ko-KR" sz="700" b="1" dirty="0">
              <a:solidFill>
                <a:schemeClr val="bg1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700" b="1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</a:rPr>
              <a:t>파일 선택</a:t>
            </a:r>
            <a:r>
              <a:rPr lang="ko-KR" altLang="en-US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또는 </a:t>
            </a:r>
            <a:r>
              <a:rPr lang="ko-KR" altLang="en-US" sz="700" b="1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</a:rPr>
              <a:t>여기로 파일을 드래그 앤 </a:t>
            </a:r>
            <a:r>
              <a:rPr lang="ko-KR" altLang="en-US" sz="700" b="1" dirty="0" err="1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</a:rPr>
              <a:t>드롭</a:t>
            </a:r>
            <a:r>
              <a:rPr lang="ko-KR" altLang="en-US" sz="700" b="1" dirty="0" err="1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해</a:t>
            </a:r>
            <a:r>
              <a:rPr lang="ko-KR" altLang="en-US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주세요</a:t>
            </a:r>
            <a:r>
              <a:rPr lang="en-US" altLang="ko-KR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algn="ctr">
              <a:lnSpc>
                <a:spcPct val="150000"/>
              </a:lnSpc>
            </a:pPr>
            <a:r>
              <a:rPr lang="en-US" altLang="ko-KR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PNG, JPG,</a:t>
            </a:r>
            <a:r>
              <a:rPr lang="ko-KR" altLang="en-US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PDF (</a:t>
            </a:r>
            <a:r>
              <a:rPr lang="ko-KR" altLang="en-US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파일당 최대 </a:t>
            </a:r>
            <a:r>
              <a:rPr lang="en-US" altLang="ko-KR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10MB, 3</a:t>
            </a:r>
            <a:r>
              <a:rPr lang="ko-KR" altLang="en-US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개까지</a:t>
            </a:r>
            <a:r>
              <a:rPr lang="en-US" altLang="ko-KR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5028FC5-EB7B-1670-2BC7-4F1B4B9ED814}"/>
              </a:ext>
            </a:extLst>
          </p:cNvPr>
          <p:cNvSpPr txBox="1"/>
          <p:nvPr/>
        </p:nvSpPr>
        <p:spPr>
          <a:xfrm>
            <a:off x="609946" y="4377789"/>
            <a:ext cx="182277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답변 알림은 어떻게 받으실 까요</a:t>
            </a:r>
            <a:r>
              <a:rPr lang="en-US" altLang="ko-KR" sz="800" b="1" dirty="0"/>
              <a:t>?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6BD3A9D0-1402-FDB3-C2C4-48C1C989AF0F}"/>
              </a:ext>
            </a:extLst>
          </p:cNvPr>
          <p:cNvSpPr/>
          <p:nvPr/>
        </p:nvSpPr>
        <p:spPr>
          <a:xfrm>
            <a:off x="812540" y="4678442"/>
            <a:ext cx="1026392" cy="444647"/>
          </a:xfrm>
          <a:prstGeom prst="roundRect">
            <a:avLst/>
          </a:prstGeom>
          <a:solidFill>
            <a:srgbClr val="ECFDF5"/>
          </a:solidFill>
          <a:ln w="6350">
            <a:solidFill>
              <a:srgbClr val="4EB595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700" b="1" dirty="0">
              <a:solidFill>
                <a:srgbClr val="28A57D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/>
            <a:endParaRPr lang="en-US" altLang="ko-KR" sz="700" b="1" dirty="0">
              <a:solidFill>
                <a:srgbClr val="28A57D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700" b="1" dirty="0">
                <a:solidFill>
                  <a:srgbClr val="28A57D"/>
                </a:solidFill>
                <a:latin typeface="맑은 고딕" pitchFamily="50" charset="-127"/>
                <a:ea typeface="맑은 고딕" pitchFamily="50" charset="-127"/>
              </a:rPr>
              <a:t>SMS</a:t>
            </a:r>
            <a:r>
              <a:rPr lang="ko-KR" altLang="en-US" sz="700" b="1" dirty="0">
                <a:solidFill>
                  <a:srgbClr val="28A57D"/>
                </a:solidFill>
                <a:latin typeface="맑은 고딕" pitchFamily="50" charset="-127"/>
                <a:ea typeface="맑은 고딕" pitchFamily="50" charset="-127"/>
              </a:rPr>
              <a:t>로 받기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7014018-D8FB-74A9-25C1-074BA4F0370C}"/>
              </a:ext>
            </a:extLst>
          </p:cNvPr>
          <p:cNvSpPr txBox="1"/>
          <p:nvPr/>
        </p:nvSpPr>
        <p:spPr>
          <a:xfrm>
            <a:off x="767749" y="5229780"/>
            <a:ext cx="135692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연락처</a:t>
            </a:r>
            <a:endParaRPr lang="en-US" altLang="ko-KR" sz="800" b="1" dirty="0">
              <a:solidFill>
                <a:srgbClr val="28A57D"/>
              </a:solidFill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4CF49231-A87D-DFCC-950F-71D34A483580}"/>
              </a:ext>
            </a:extLst>
          </p:cNvPr>
          <p:cNvSpPr/>
          <p:nvPr/>
        </p:nvSpPr>
        <p:spPr>
          <a:xfrm>
            <a:off x="1740612" y="5229779"/>
            <a:ext cx="1605638" cy="215445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010 – 0000 - 0000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8630C02-CC3D-3788-647D-F45A1CA7203F}"/>
              </a:ext>
            </a:extLst>
          </p:cNvPr>
          <p:cNvSpPr txBox="1"/>
          <p:nvPr/>
        </p:nvSpPr>
        <p:spPr>
          <a:xfrm>
            <a:off x="3361369" y="5238020"/>
            <a:ext cx="256374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sz="700" dirty="0">
                <a:solidFill>
                  <a:srgbClr val="FF0000"/>
                </a:solidFill>
                <a:latin typeface="맑은 고딕" panose="020B0503020000020004" pitchFamily="50" charset="-127"/>
              </a:rPr>
              <a:t>※ </a:t>
            </a:r>
            <a:r>
              <a:rPr lang="ko-KR" altLang="en-US" sz="700" dirty="0">
                <a:solidFill>
                  <a:srgbClr val="FF0000"/>
                </a:solidFill>
                <a:latin typeface="맑은 고딕" panose="020B0503020000020004" pitchFamily="50" charset="-127"/>
              </a:rPr>
              <a:t>회원가입시 등록된 연락처가 아닌 경우 수정해 주세요</a:t>
            </a:r>
            <a:r>
              <a:rPr lang="en-US" altLang="ko-KR" sz="700" dirty="0">
                <a:solidFill>
                  <a:srgbClr val="FF0000"/>
                </a:solidFill>
                <a:latin typeface="맑은 고딕" panose="020B0503020000020004" pitchFamily="50" charset="-127"/>
              </a:rPr>
              <a:t>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849B2B0-5B1F-9258-606F-1EA73DC0F233}"/>
              </a:ext>
            </a:extLst>
          </p:cNvPr>
          <p:cNvSpPr txBox="1"/>
          <p:nvPr/>
        </p:nvSpPr>
        <p:spPr>
          <a:xfrm>
            <a:off x="767748" y="5517812"/>
            <a:ext cx="135692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 err="1"/>
              <a:t>이메일주소</a:t>
            </a:r>
            <a:endParaRPr lang="en-US" altLang="ko-KR" sz="800" b="1" dirty="0">
              <a:solidFill>
                <a:srgbClr val="28A57D"/>
              </a:solidFill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5E7A8BDD-7573-30FB-776A-0E25EA1FEDC2}"/>
              </a:ext>
            </a:extLst>
          </p:cNvPr>
          <p:cNvSpPr/>
          <p:nvPr/>
        </p:nvSpPr>
        <p:spPr>
          <a:xfrm>
            <a:off x="1740611" y="5517811"/>
            <a:ext cx="1605638" cy="215445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</a:rPr>
              <a:t>example@company.com</a:t>
            </a:r>
            <a:endParaRPr lang="en-US" altLang="ko-KR" sz="700" b="1" dirty="0">
              <a:solidFill>
                <a:schemeClr val="bg1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96AB9CA-9921-AB0E-5C06-919C45DD4244}"/>
              </a:ext>
            </a:extLst>
          </p:cNvPr>
          <p:cNvSpPr txBox="1"/>
          <p:nvPr/>
        </p:nvSpPr>
        <p:spPr>
          <a:xfrm>
            <a:off x="3361368" y="5526052"/>
            <a:ext cx="274376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sz="700" dirty="0">
                <a:solidFill>
                  <a:srgbClr val="FF0000"/>
                </a:solidFill>
                <a:latin typeface="맑은 고딕" panose="020B0503020000020004" pitchFamily="50" charset="-127"/>
              </a:rPr>
              <a:t>※ </a:t>
            </a:r>
            <a:r>
              <a:rPr lang="ko-KR" altLang="en-US" sz="700" dirty="0">
                <a:solidFill>
                  <a:srgbClr val="FF0000"/>
                </a:solidFill>
                <a:latin typeface="맑은 고딕" panose="020B0503020000020004" pitchFamily="50" charset="-127"/>
              </a:rPr>
              <a:t>회원가입시 등록된 이메일 주소가 아닌 경우 수정해 주세요</a:t>
            </a:r>
            <a:r>
              <a:rPr lang="en-US" altLang="ko-KR" sz="700" dirty="0">
                <a:solidFill>
                  <a:srgbClr val="FF0000"/>
                </a:solidFill>
                <a:latin typeface="맑은 고딕" panose="020B0503020000020004" pitchFamily="50" charset="-127"/>
              </a:rPr>
              <a:t>.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CDF7A7A0-DA11-9D47-ABD7-8296A3B11553}"/>
              </a:ext>
            </a:extLst>
          </p:cNvPr>
          <p:cNvSpPr/>
          <p:nvPr/>
        </p:nvSpPr>
        <p:spPr>
          <a:xfrm>
            <a:off x="827082" y="4043386"/>
            <a:ext cx="4954010" cy="246221"/>
          </a:xfrm>
          <a:prstGeom prst="roundRect">
            <a:avLst>
              <a:gd name="adj" fmla="val 18156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      </a:t>
            </a:r>
            <a:r>
              <a:rPr lang="ko-KR" altLang="en-US" sz="700" b="1" dirty="0" err="1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메인페이지</a:t>
            </a:r>
            <a:r>
              <a:rPr lang="en-US" altLang="ko-KR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.JPG (</a:t>
            </a:r>
            <a:r>
              <a:rPr lang="en-US" altLang="ko-KR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</a:rPr>
              <a:t>10MB)                                                                                                              </a:t>
            </a:r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</a:rPr>
              <a:t>×</a:t>
            </a:r>
            <a:endParaRPr lang="en-US" altLang="ko-KR" sz="10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4" name="Check File">
            <a:extLst>
              <a:ext uri="{FF2B5EF4-FFF2-40B4-BE49-F238E27FC236}">
                <a16:creationId xmlns:a16="http://schemas.microsoft.com/office/drawing/2014/main" id="{96024912-C9AE-278E-674C-01EAA4945274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920552" y="4086944"/>
            <a:ext cx="163513" cy="163512"/>
          </a:xfrm>
          <a:custGeom>
            <a:avLst/>
            <a:gdLst>
              <a:gd name="T0" fmla="*/ 217 w 1417"/>
              <a:gd name="T1" fmla="*/ 0 h 1411"/>
              <a:gd name="T2" fmla="*/ 0 w 1417"/>
              <a:gd name="T3" fmla="*/ 217 h 1411"/>
              <a:gd name="T4" fmla="*/ 0 w 1417"/>
              <a:gd name="T5" fmla="*/ 1194 h 1411"/>
              <a:gd name="T6" fmla="*/ 217 w 1417"/>
              <a:gd name="T7" fmla="*/ 1411 h 1411"/>
              <a:gd name="T8" fmla="*/ 863 w 1417"/>
              <a:gd name="T9" fmla="*/ 1411 h 1411"/>
              <a:gd name="T10" fmla="*/ 754 w 1417"/>
              <a:gd name="T11" fmla="*/ 1302 h 1411"/>
              <a:gd name="T12" fmla="*/ 217 w 1417"/>
              <a:gd name="T13" fmla="*/ 1302 h 1411"/>
              <a:gd name="T14" fmla="*/ 108 w 1417"/>
              <a:gd name="T15" fmla="*/ 1194 h 1411"/>
              <a:gd name="T16" fmla="*/ 108 w 1417"/>
              <a:gd name="T17" fmla="*/ 217 h 1411"/>
              <a:gd name="T18" fmla="*/ 217 w 1417"/>
              <a:gd name="T19" fmla="*/ 108 h 1411"/>
              <a:gd name="T20" fmla="*/ 614 w 1417"/>
              <a:gd name="T21" fmla="*/ 108 h 1411"/>
              <a:gd name="T22" fmla="*/ 651 w 1417"/>
              <a:gd name="T23" fmla="*/ 217 h 1411"/>
              <a:gd name="T24" fmla="*/ 651 w 1417"/>
              <a:gd name="T25" fmla="*/ 380 h 1411"/>
              <a:gd name="T26" fmla="*/ 705 w 1417"/>
              <a:gd name="T27" fmla="*/ 434 h 1411"/>
              <a:gd name="T28" fmla="*/ 868 w 1417"/>
              <a:gd name="T29" fmla="*/ 434 h 1411"/>
              <a:gd name="T30" fmla="*/ 977 w 1417"/>
              <a:gd name="T31" fmla="*/ 488 h 1411"/>
              <a:gd name="T32" fmla="*/ 977 w 1417"/>
              <a:gd name="T33" fmla="*/ 1021 h 1411"/>
              <a:gd name="T34" fmla="*/ 988 w 1417"/>
              <a:gd name="T35" fmla="*/ 1031 h 1411"/>
              <a:gd name="T36" fmla="*/ 1085 w 1417"/>
              <a:gd name="T37" fmla="*/ 885 h 1411"/>
              <a:gd name="T38" fmla="*/ 1085 w 1417"/>
              <a:gd name="T39" fmla="*/ 434 h 1411"/>
              <a:gd name="T40" fmla="*/ 939 w 1417"/>
              <a:gd name="T41" fmla="*/ 229 h 1411"/>
              <a:gd name="T42" fmla="*/ 895 w 1417"/>
              <a:gd name="T43" fmla="*/ 190 h 1411"/>
              <a:gd name="T44" fmla="*/ 858 w 1417"/>
              <a:gd name="T45" fmla="*/ 147 h 1411"/>
              <a:gd name="T46" fmla="*/ 651 w 1417"/>
              <a:gd name="T47" fmla="*/ 0 h 1411"/>
              <a:gd name="T48" fmla="*/ 217 w 1417"/>
              <a:gd name="T49" fmla="*/ 0 h 1411"/>
              <a:gd name="T50" fmla="*/ 1323 w 1417"/>
              <a:gd name="T51" fmla="*/ 760 h 1411"/>
              <a:gd name="T52" fmla="*/ 1287 w 1417"/>
              <a:gd name="T53" fmla="*/ 777 h 1411"/>
              <a:gd name="T54" fmla="*/ 999 w 1417"/>
              <a:gd name="T55" fmla="*/ 1199 h 1411"/>
              <a:gd name="T56" fmla="*/ 868 w 1417"/>
              <a:gd name="T57" fmla="*/ 1063 h 1411"/>
              <a:gd name="T58" fmla="*/ 819 w 1417"/>
              <a:gd name="T59" fmla="*/ 1063 h 1411"/>
              <a:gd name="T60" fmla="*/ 771 w 1417"/>
              <a:gd name="T61" fmla="*/ 1112 h 1411"/>
              <a:gd name="T62" fmla="*/ 771 w 1417"/>
              <a:gd name="T63" fmla="*/ 1162 h 1411"/>
              <a:gd name="T64" fmla="*/ 972 w 1417"/>
              <a:gd name="T65" fmla="*/ 1362 h 1411"/>
              <a:gd name="T66" fmla="*/ 1016 w 1417"/>
              <a:gd name="T67" fmla="*/ 1384 h 1411"/>
              <a:gd name="T68" fmla="*/ 1058 w 1417"/>
              <a:gd name="T69" fmla="*/ 1357 h 1411"/>
              <a:gd name="T70" fmla="*/ 1406 w 1417"/>
              <a:gd name="T71" fmla="*/ 846 h 1411"/>
              <a:gd name="T72" fmla="*/ 1396 w 1417"/>
              <a:gd name="T73" fmla="*/ 804 h 1411"/>
              <a:gd name="T74" fmla="*/ 1334 w 1417"/>
              <a:gd name="T75" fmla="*/ 765 h 1411"/>
              <a:gd name="T76" fmla="*/ 1323 w 1417"/>
              <a:gd name="T77" fmla="*/ 760 h 1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417" h="1411">
                <a:moveTo>
                  <a:pt x="217" y="0"/>
                </a:moveTo>
                <a:cubicBezTo>
                  <a:pt x="97" y="0"/>
                  <a:pt x="0" y="98"/>
                  <a:pt x="0" y="217"/>
                </a:cubicBezTo>
                <a:lnTo>
                  <a:pt x="0" y="1194"/>
                </a:lnTo>
                <a:cubicBezTo>
                  <a:pt x="0" y="1313"/>
                  <a:pt x="97" y="1411"/>
                  <a:pt x="217" y="1411"/>
                </a:cubicBezTo>
                <a:lnTo>
                  <a:pt x="863" y="1411"/>
                </a:lnTo>
                <a:lnTo>
                  <a:pt x="754" y="1302"/>
                </a:lnTo>
                <a:lnTo>
                  <a:pt x="217" y="1302"/>
                </a:lnTo>
                <a:cubicBezTo>
                  <a:pt x="157" y="1302"/>
                  <a:pt x="108" y="1254"/>
                  <a:pt x="108" y="1194"/>
                </a:cubicBezTo>
                <a:lnTo>
                  <a:pt x="108" y="217"/>
                </a:lnTo>
                <a:cubicBezTo>
                  <a:pt x="108" y="157"/>
                  <a:pt x="157" y="108"/>
                  <a:pt x="217" y="108"/>
                </a:cubicBezTo>
                <a:lnTo>
                  <a:pt x="614" y="108"/>
                </a:lnTo>
                <a:cubicBezTo>
                  <a:pt x="652" y="119"/>
                  <a:pt x="651" y="168"/>
                  <a:pt x="651" y="217"/>
                </a:cubicBezTo>
                <a:lnTo>
                  <a:pt x="651" y="380"/>
                </a:lnTo>
                <a:cubicBezTo>
                  <a:pt x="651" y="412"/>
                  <a:pt x="673" y="434"/>
                  <a:pt x="705" y="434"/>
                </a:cubicBezTo>
                <a:lnTo>
                  <a:pt x="868" y="434"/>
                </a:lnTo>
                <a:cubicBezTo>
                  <a:pt x="922" y="434"/>
                  <a:pt x="977" y="434"/>
                  <a:pt x="977" y="488"/>
                </a:cubicBezTo>
                <a:lnTo>
                  <a:pt x="977" y="1021"/>
                </a:lnTo>
                <a:lnTo>
                  <a:pt x="988" y="1031"/>
                </a:lnTo>
                <a:lnTo>
                  <a:pt x="1085" y="885"/>
                </a:lnTo>
                <a:lnTo>
                  <a:pt x="1085" y="434"/>
                </a:lnTo>
                <a:cubicBezTo>
                  <a:pt x="1085" y="374"/>
                  <a:pt x="1032" y="321"/>
                  <a:pt x="939" y="229"/>
                </a:cubicBezTo>
                <a:cubicBezTo>
                  <a:pt x="923" y="218"/>
                  <a:pt x="911" y="201"/>
                  <a:pt x="895" y="190"/>
                </a:cubicBezTo>
                <a:cubicBezTo>
                  <a:pt x="884" y="174"/>
                  <a:pt x="869" y="164"/>
                  <a:pt x="858" y="147"/>
                </a:cubicBezTo>
                <a:cubicBezTo>
                  <a:pt x="766" y="55"/>
                  <a:pt x="711" y="0"/>
                  <a:pt x="651" y="0"/>
                </a:cubicBezTo>
                <a:lnTo>
                  <a:pt x="217" y="0"/>
                </a:lnTo>
                <a:close/>
                <a:moveTo>
                  <a:pt x="1323" y="760"/>
                </a:moveTo>
                <a:cubicBezTo>
                  <a:pt x="1309" y="757"/>
                  <a:pt x="1295" y="764"/>
                  <a:pt x="1287" y="777"/>
                </a:cubicBezTo>
                <a:lnTo>
                  <a:pt x="999" y="1199"/>
                </a:lnTo>
                <a:lnTo>
                  <a:pt x="868" y="1063"/>
                </a:lnTo>
                <a:cubicBezTo>
                  <a:pt x="852" y="1047"/>
                  <a:pt x="830" y="1047"/>
                  <a:pt x="819" y="1063"/>
                </a:cubicBezTo>
                <a:lnTo>
                  <a:pt x="771" y="1112"/>
                </a:lnTo>
                <a:cubicBezTo>
                  <a:pt x="755" y="1129"/>
                  <a:pt x="755" y="1151"/>
                  <a:pt x="771" y="1162"/>
                </a:cubicBezTo>
                <a:lnTo>
                  <a:pt x="972" y="1362"/>
                </a:lnTo>
                <a:cubicBezTo>
                  <a:pt x="982" y="1373"/>
                  <a:pt x="999" y="1384"/>
                  <a:pt x="1016" y="1384"/>
                </a:cubicBezTo>
                <a:cubicBezTo>
                  <a:pt x="1032" y="1384"/>
                  <a:pt x="1047" y="1373"/>
                  <a:pt x="1058" y="1357"/>
                </a:cubicBezTo>
                <a:lnTo>
                  <a:pt x="1406" y="846"/>
                </a:lnTo>
                <a:cubicBezTo>
                  <a:pt x="1417" y="841"/>
                  <a:pt x="1412" y="815"/>
                  <a:pt x="1396" y="804"/>
                </a:cubicBezTo>
                <a:lnTo>
                  <a:pt x="1334" y="765"/>
                </a:lnTo>
                <a:cubicBezTo>
                  <a:pt x="1330" y="762"/>
                  <a:pt x="1327" y="760"/>
                  <a:pt x="1323" y="760"/>
                </a:cubicBezTo>
                <a:close/>
              </a:path>
            </a:pathLst>
          </a:cu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Upload to Cloud">
            <a:extLst>
              <a:ext uri="{FF2B5EF4-FFF2-40B4-BE49-F238E27FC236}">
                <a16:creationId xmlns:a16="http://schemas.microsoft.com/office/drawing/2014/main" id="{FAF4ECE3-B3FB-5064-DEDE-D420BCDD65B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080790" y="3104964"/>
            <a:ext cx="309688" cy="252000"/>
          </a:xfrm>
          <a:custGeom>
            <a:avLst/>
            <a:gdLst>
              <a:gd name="T0" fmla="*/ 814 w 1411"/>
              <a:gd name="T1" fmla="*/ 0 h 1140"/>
              <a:gd name="T2" fmla="*/ 537 w 1411"/>
              <a:gd name="T3" fmla="*/ 121 h 1140"/>
              <a:gd name="T4" fmla="*/ 461 w 1411"/>
              <a:gd name="T5" fmla="*/ 109 h 1140"/>
              <a:gd name="T6" fmla="*/ 162 w 1411"/>
              <a:gd name="T7" fmla="*/ 402 h 1140"/>
              <a:gd name="T8" fmla="*/ 0 w 1411"/>
              <a:gd name="T9" fmla="*/ 652 h 1140"/>
              <a:gd name="T10" fmla="*/ 271 w 1411"/>
              <a:gd name="T11" fmla="*/ 923 h 1140"/>
              <a:gd name="T12" fmla="*/ 493 w 1411"/>
              <a:gd name="T13" fmla="*/ 923 h 1140"/>
              <a:gd name="T14" fmla="*/ 488 w 1411"/>
              <a:gd name="T15" fmla="*/ 814 h 1140"/>
              <a:gd name="T16" fmla="*/ 271 w 1411"/>
              <a:gd name="T17" fmla="*/ 814 h 1140"/>
              <a:gd name="T18" fmla="*/ 108 w 1411"/>
              <a:gd name="T19" fmla="*/ 652 h 1140"/>
              <a:gd name="T20" fmla="*/ 234 w 1411"/>
              <a:gd name="T21" fmla="*/ 494 h 1140"/>
              <a:gd name="T22" fmla="*/ 281 w 1411"/>
              <a:gd name="T23" fmla="*/ 479 h 1140"/>
              <a:gd name="T24" fmla="*/ 271 w 1411"/>
              <a:gd name="T25" fmla="*/ 429 h 1140"/>
              <a:gd name="T26" fmla="*/ 271 w 1411"/>
              <a:gd name="T27" fmla="*/ 407 h 1140"/>
              <a:gd name="T28" fmla="*/ 461 w 1411"/>
              <a:gd name="T29" fmla="*/ 217 h 1140"/>
              <a:gd name="T30" fmla="*/ 537 w 1411"/>
              <a:gd name="T31" fmla="*/ 234 h 1140"/>
              <a:gd name="T32" fmla="*/ 575 w 1411"/>
              <a:gd name="T33" fmla="*/ 250 h 1140"/>
              <a:gd name="T34" fmla="*/ 597 w 1411"/>
              <a:gd name="T35" fmla="*/ 217 h 1140"/>
              <a:gd name="T36" fmla="*/ 814 w 1411"/>
              <a:gd name="T37" fmla="*/ 109 h 1140"/>
              <a:gd name="T38" fmla="*/ 1080 w 1411"/>
              <a:gd name="T39" fmla="*/ 338 h 1140"/>
              <a:gd name="T40" fmla="*/ 1085 w 1411"/>
              <a:gd name="T41" fmla="*/ 375 h 1140"/>
              <a:gd name="T42" fmla="*/ 1122 w 1411"/>
              <a:gd name="T43" fmla="*/ 380 h 1140"/>
              <a:gd name="T44" fmla="*/ 1302 w 1411"/>
              <a:gd name="T45" fmla="*/ 592 h 1140"/>
              <a:gd name="T46" fmla="*/ 1085 w 1411"/>
              <a:gd name="T47" fmla="*/ 809 h 1140"/>
              <a:gd name="T48" fmla="*/ 922 w 1411"/>
              <a:gd name="T49" fmla="*/ 809 h 1140"/>
              <a:gd name="T50" fmla="*/ 917 w 1411"/>
              <a:gd name="T51" fmla="*/ 918 h 1140"/>
              <a:gd name="T52" fmla="*/ 1085 w 1411"/>
              <a:gd name="T53" fmla="*/ 918 h 1140"/>
              <a:gd name="T54" fmla="*/ 1411 w 1411"/>
              <a:gd name="T55" fmla="*/ 592 h 1140"/>
              <a:gd name="T56" fmla="*/ 1183 w 1411"/>
              <a:gd name="T57" fmla="*/ 289 h 1140"/>
              <a:gd name="T58" fmla="*/ 814 w 1411"/>
              <a:gd name="T59" fmla="*/ 0 h 1140"/>
              <a:gd name="T60" fmla="*/ 695 w 1411"/>
              <a:gd name="T61" fmla="*/ 370 h 1140"/>
              <a:gd name="T62" fmla="*/ 683 w 1411"/>
              <a:gd name="T63" fmla="*/ 375 h 1140"/>
              <a:gd name="T64" fmla="*/ 439 w 1411"/>
              <a:gd name="T65" fmla="*/ 652 h 1140"/>
              <a:gd name="T66" fmla="*/ 434 w 1411"/>
              <a:gd name="T67" fmla="*/ 691 h 1140"/>
              <a:gd name="T68" fmla="*/ 466 w 1411"/>
              <a:gd name="T69" fmla="*/ 706 h 1140"/>
              <a:gd name="T70" fmla="*/ 580 w 1411"/>
              <a:gd name="T71" fmla="*/ 706 h 1140"/>
              <a:gd name="T72" fmla="*/ 614 w 1411"/>
              <a:gd name="T73" fmla="*/ 1108 h 1140"/>
              <a:gd name="T74" fmla="*/ 700 w 1411"/>
              <a:gd name="T75" fmla="*/ 1140 h 1140"/>
              <a:gd name="T76" fmla="*/ 792 w 1411"/>
              <a:gd name="T77" fmla="*/ 1108 h 1140"/>
              <a:gd name="T78" fmla="*/ 819 w 1411"/>
              <a:gd name="T79" fmla="*/ 706 h 1140"/>
              <a:gd name="T80" fmla="*/ 939 w 1411"/>
              <a:gd name="T81" fmla="*/ 706 h 1140"/>
              <a:gd name="T82" fmla="*/ 971 w 1411"/>
              <a:gd name="T83" fmla="*/ 691 h 1140"/>
              <a:gd name="T84" fmla="*/ 971 w 1411"/>
              <a:gd name="T85" fmla="*/ 652 h 1140"/>
              <a:gd name="T86" fmla="*/ 727 w 1411"/>
              <a:gd name="T87" fmla="*/ 375 h 1140"/>
              <a:gd name="T88" fmla="*/ 705 w 1411"/>
              <a:gd name="T89" fmla="*/ 370 h 1140"/>
              <a:gd name="T90" fmla="*/ 695 w 1411"/>
              <a:gd name="T91" fmla="*/ 370 h 1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411" h="1140">
                <a:moveTo>
                  <a:pt x="814" y="0"/>
                </a:moveTo>
                <a:cubicBezTo>
                  <a:pt x="711" y="0"/>
                  <a:pt x="608" y="45"/>
                  <a:pt x="537" y="121"/>
                </a:cubicBezTo>
                <a:cubicBezTo>
                  <a:pt x="516" y="115"/>
                  <a:pt x="488" y="109"/>
                  <a:pt x="461" y="109"/>
                </a:cubicBezTo>
                <a:cubicBezTo>
                  <a:pt x="298" y="109"/>
                  <a:pt x="162" y="240"/>
                  <a:pt x="162" y="402"/>
                </a:cubicBezTo>
                <a:cubicBezTo>
                  <a:pt x="65" y="446"/>
                  <a:pt x="0" y="543"/>
                  <a:pt x="0" y="652"/>
                </a:cubicBezTo>
                <a:cubicBezTo>
                  <a:pt x="0" y="804"/>
                  <a:pt x="119" y="923"/>
                  <a:pt x="271" y="923"/>
                </a:cubicBezTo>
                <a:lnTo>
                  <a:pt x="493" y="923"/>
                </a:lnTo>
                <a:cubicBezTo>
                  <a:pt x="493" y="890"/>
                  <a:pt x="488" y="858"/>
                  <a:pt x="488" y="814"/>
                </a:cubicBezTo>
                <a:lnTo>
                  <a:pt x="271" y="814"/>
                </a:lnTo>
                <a:cubicBezTo>
                  <a:pt x="179" y="814"/>
                  <a:pt x="108" y="744"/>
                  <a:pt x="108" y="652"/>
                </a:cubicBezTo>
                <a:cubicBezTo>
                  <a:pt x="108" y="576"/>
                  <a:pt x="158" y="510"/>
                  <a:pt x="234" y="494"/>
                </a:cubicBezTo>
                <a:lnTo>
                  <a:pt x="281" y="479"/>
                </a:lnTo>
                <a:lnTo>
                  <a:pt x="271" y="429"/>
                </a:lnTo>
                <a:lnTo>
                  <a:pt x="271" y="407"/>
                </a:lnTo>
                <a:cubicBezTo>
                  <a:pt x="271" y="304"/>
                  <a:pt x="358" y="217"/>
                  <a:pt x="461" y="217"/>
                </a:cubicBezTo>
                <a:cubicBezTo>
                  <a:pt x="488" y="217"/>
                  <a:pt x="510" y="224"/>
                  <a:pt x="537" y="234"/>
                </a:cubicBezTo>
                <a:lnTo>
                  <a:pt x="575" y="250"/>
                </a:lnTo>
                <a:lnTo>
                  <a:pt x="597" y="217"/>
                </a:lnTo>
                <a:cubicBezTo>
                  <a:pt x="651" y="152"/>
                  <a:pt x="727" y="109"/>
                  <a:pt x="814" y="109"/>
                </a:cubicBezTo>
                <a:cubicBezTo>
                  <a:pt x="944" y="109"/>
                  <a:pt x="1064" y="208"/>
                  <a:pt x="1080" y="338"/>
                </a:cubicBezTo>
                <a:lnTo>
                  <a:pt x="1085" y="375"/>
                </a:lnTo>
                <a:lnTo>
                  <a:pt x="1122" y="380"/>
                </a:lnTo>
                <a:cubicBezTo>
                  <a:pt x="1226" y="402"/>
                  <a:pt x="1302" y="489"/>
                  <a:pt x="1302" y="592"/>
                </a:cubicBezTo>
                <a:cubicBezTo>
                  <a:pt x="1302" y="712"/>
                  <a:pt x="1204" y="809"/>
                  <a:pt x="1085" y="809"/>
                </a:cubicBezTo>
                <a:lnTo>
                  <a:pt x="922" y="809"/>
                </a:lnTo>
                <a:cubicBezTo>
                  <a:pt x="922" y="853"/>
                  <a:pt x="917" y="885"/>
                  <a:pt x="917" y="918"/>
                </a:cubicBezTo>
                <a:lnTo>
                  <a:pt x="1085" y="918"/>
                </a:lnTo>
                <a:cubicBezTo>
                  <a:pt x="1264" y="918"/>
                  <a:pt x="1411" y="771"/>
                  <a:pt x="1411" y="592"/>
                </a:cubicBezTo>
                <a:cubicBezTo>
                  <a:pt x="1411" y="457"/>
                  <a:pt x="1319" y="327"/>
                  <a:pt x="1183" y="289"/>
                </a:cubicBezTo>
                <a:cubicBezTo>
                  <a:pt x="1140" y="120"/>
                  <a:pt x="987" y="0"/>
                  <a:pt x="814" y="0"/>
                </a:cubicBezTo>
                <a:close/>
                <a:moveTo>
                  <a:pt x="695" y="370"/>
                </a:moveTo>
                <a:cubicBezTo>
                  <a:pt x="691" y="371"/>
                  <a:pt x="686" y="372"/>
                  <a:pt x="683" y="375"/>
                </a:cubicBezTo>
                <a:cubicBezTo>
                  <a:pt x="678" y="381"/>
                  <a:pt x="531" y="516"/>
                  <a:pt x="439" y="652"/>
                </a:cubicBezTo>
                <a:cubicBezTo>
                  <a:pt x="433" y="663"/>
                  <a:pt x="434" y="674"/>
                  <a:pt x="434" y="691"/>
                </a:cubicBezTo>
                <a:cubicBezTo>
                  <a:pt x="439" y="702"/>
                  <a:pt x="455" y="706"/>
                  <a:pt x="466" y="706"/>
                </a:cubicBezTo>
                <a:lnTo>
                  <a:pt x="580" y="706"/>
                </a:lnTo>
                <a:cubicBezTo>
                  <a:pt x="580" y="706"/>
                  <a:pt x="603" y="1097"/>
                  <a:pt x="614" y="1108"/>
                </a:cubicBezTo>
                <a:cubicBezTo>
                  <a:pt x="630" y="1130"/>
                  <a:pt x="668" y="1140"/>
                  <a:pt x="700" y="1140"/>
                </a:cubicBezTo>
                <a:cubicBezTo>
                  <a:pt x="738" y="1140"/>
                  <a:pt x="781" y="1124"/>
                  <a:pt x="792" y="1108"/>
                </a:cubicBezTo>
                <a:cubicBezTo>
                  <a:pt x="803" y="1097"/>
                  <a:pt x="819" y="706"/>
                  <a:pt x="819" y="706"/>
                </a:cubicBezTo>
                <a:lnTo>
                  <a:pt x="939" y="706"/>
                </a:lnTo>
                <a:cubicBezTo>
                  <a:pt x="955" y="706"/>
                  <a:pt x="966" y="702"/>
                  <a:pt x="971" y="691"/>
                </a:cubicBezTo>
                <a:cubicBezTo>
                  <a:pt x="977" y="674"/>
                  <a:pt x="977" y="663"/>
                  <a:pt x="971" y="652"/>
                </a:cubicBezTo>
                <a:cubicBezTo>
                  <a:pt x="879" y="516"/>
                  <a:pt x="733" y="381"/>
                  <a:pt x="727" y="375"/>
                </a:cubicBezTo>
                <a:cubicBezTo>
                  <a:pt x="722" y="370"/>
                  <a:pt x="711" y="370"/>
                  <a:pt x="705" y="370"/>
                </a:cubicBezTo>
                <a:cubicBezTo>
                  <a:pt x="702" y="370"/>
                  <a:pt x="699" y="369"/>
                  <a:pt x="695" y="370"/>
                </a:cubicBezTo>
                <a:close/>
              </a:path>
            </a:pathLst>
          </a:custGeom>
          <a:solidFill>
            <a:srgbClr val="0000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7" name="Smartphone">
            <a:extLst>
              <a:ext uri="{FF2B5EF4-FFF2-40B4-BE49-F238E27FC236}">
                <a16:creationId xmlns:a16="http://schemas.microsoft.com/office/drawing/2014/main" id="{F608E30C-24FF-5392-5F86-1ACE2357CC57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272554" y="4734639"/>
            <a:ext cx="106363" cy="163513"/>
          </a:xfrm>
          <a:custGeom>
            <a:avLst/>
            <a:gdLst>
              <a:gd name="T0" fmla="*/ 163 w 923"/>
              <a:gd name="T1" fmla="*/ 0 h 1411"/>
              <a:gd name="T2" fmla="*/ 0 w 923"/>
              <a:gd name="T3" fmla="*/ 163 h 1411"/>
              <a:gd name="T4" fmla="*/ 0 w 923"/>
              <a:gd name="T5" fmla="*/ 1248 h 1411"/>
              <a:gd name="T6" fmla="*/ 163 w 923"/>
              <a:gd name="T7" fmla="*/ 1411 h 1411"/>
              <a:gd name="T8" fmla="*/ 760 w 923"/>
              <a:gd name="T9" fmla="*/ 1411 h 1411"/>
              <a:gd name="T10" fmla="*/ 923 w 923"/>
              <a:gd name="T11" fmla="*/ 1248 h 1411"/>
              <a:gd name="T12" fmla="*/ 923 w 923"/>
              <a:gd name="T13" fmla="*/ 163 h 1411"/>
              <a:gd name="T14" fmla="*/ 760 w 923"/>
              <a:gd name="T15" fmla="*/ 0 h 1411"/>
              <a:gd name="T16" fmla="*/ 163 w 923"/>
              <a:gd name="T17" fmla="*/ 0 h 1411"/>
              <a:gd name="T18" fmla="*/ 407 w 923"/>
              <a:gd name="T19" fmla="*/ 54 h 1411"/>
              <a:gd name="T20" fmla="*/ 515 w 923"/>
              <a:gd name="T21" fmla="*/ 54 h 1411"/>
              <a:gd name="T22" fmla="*/ 543 w 923"/>
              <a:gd name="T23" fmla="*/ 82 h 1411"/>
              <a:gd name="T24" fmla="*/ 515 w 923"/>
              <a:gd name="T25" fmla="*/ 109 h 1411"/>
              <a:gd name="T26" fmla="*/ 407 w 923"/>
              <a:gd name="T27" fmla="*/ 109 h 1411"/>
              <a:gd name="T28" fmla="*/ 380 w 923"/>
              <a:gd name="T29" fmla="*/ 82 h 1411"/>
              <a:gd name="T30" fmla="*/ 407 w 923"/>
              <a:gd name="T31" fmla="*/ 54 h 1411"/>
              <a:gd name="T32" fmla="*/ 136 w 923"/>
              <a:gd name="T33" fmla="*/ 163 h 1411"/>
              <a:gd name="T34" fmla="*/ 787 w 923"/>
              <a:gd name="T35" fmla="*/ 163 h 1411"/>
              <a:gd name="T36" fmla="*/ 814 w 923"/>
              <a:gd name="T37" fmla="*/ 190 h 1411"/>
              <a:gd name="T38" fmla="*/ 814 w 923"/>
              <a:gd name="T39" fmla="*/ 1113 h 1411"/>
              <a:gd name="T40" fmla="*/ 787 w 923"/>
              <a:gd name="T41" fmla="*/ 1140 h 1411"/>
              <a:gd name="T42" fmla="*/ 136 w 923"/>
              <a:gd name="T43" fmla="*/ 1140 h 1411"/>
              <a:gd name="T44" fmla="*/ 108 w 923"/>
              <a:gd name="T45" fmla="*/ 1113 h 1411"/>
              <a:gd name="T46" fmla="*/ 108 w 923"/>
              <a:gd name="T47" fmla="*/ 190 h 1411"/>
              <a:gd name="T48" fmla="*/ 136 w 923"/>
              <a:gd name="T49" fmla="*/ 163 h 1411"/>
              <a:gd name="T50" fmla="*/ 461 w 923"/>
              <a:gd name="T51" fmla="*/ 1206 h 1411"/>
              <a:gd name="T52" fmla="*/ 531 w 923"/>
              <a:gd name="T53" fmla="*/ 1276 h 1411"/>
              <a:gd name="T54" fmla="*/ 461 w 923"/>
              <a:gd name="T55" fmla="*/ 1345 h 1411"/>
              <a:gd name="T56" fmla="*/ 392 w 923"/>
              <a:gd name="T57" fmla="*/ 1276 h 1411"/>
              <a:gd name="T58" fmla="*/ 461 w 923"/>
              <a:gd name="T59" fmla="*/ 1206 h 1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923" h="1411">
                <a:moveTo>
                  <a:pt x="163" y="0"/>
                </a:moveTo>
                <a:cubicBezTo>
                  <a:pt x="73" y="0"/>
                  <a:pt x="0" y="73"/>
                  <a:pt x="0" y="163"/>
                </a:cubicBezTo>
                <a:lnTo>
                  <a:pt x="0" y="1248"/>
                </a:lnTo>
                <a:cubicBezTo>
                  <a:pt x="0" y="1338"/>
                  <a:pt x="73" y="1411"/>
                  <a:pt x="163" y="1411"/>
                </a:cubicBezTo>
                <a:lnTo>
                  <a:pt x="760" y="1411"/>
                </a:lnTo>
                <a:cubicBezTo>
                  <a:pt x="850" y="1411"/>
                  <a:pt x="923" y="1338"/>
                  <a:pt x="923" y="1248"/>
                </a:cubicBezTo>
                <a:lnTo>
                  <a:pt x="923" y="163"/>
                </a:lnTo>
                <a:cubicBezTo>
                  <a:pt x="923" y="73"/>
                  <a:pt x="850" y="0"/>
                  <a:pt x="760" y="0"/>
                </a:cubicBezTo>
                <a:lnTo>
                  <a:pt x="163" y="0"/>
                </a:lnTo>
                <a:close/>
                <a:moveTo>
                  <a:pt x="407" y="54"/>
                </a:moveTo>
                <a:lnTo>
                  <a:pt x="515" y="54"/>
                </a:lnTo>
                <a:cubicBezTo>
                  <a:pt x="530" y="54"/>
                  <a:pt x="543" y="67"/>
                  <a:pt x="543" y="82"/>
                </a:cubicBezTo>
                <a:cubicBezTo>
                  <a:pt x="543" y="97"/>
                  <a:pt x="530" y="109"/>
                  <a:pt x="515" y="109"/>
                </a:cubicBezTo>
                <a:lnTo>
                  <a:pt x="407" y="109"/>
                </a:lnTo>
                <a:cubicBezTo>
                  <a:pt x="392" y="109"/>
                  <a:pt x="380" y="97"/>
                  <a:pt x="380" y="82"/>
                </a:cubicBezTo>
                <a:cubicBezTo>
                  <a:pt x="380" y="67"/>
                  <a:pt x="392" y="54"/>
                  <a:pt x="407" y="54"/>
                </a:cubicBezTo>
                <a:close/>
                <a:moveTo>
                  <a:pt x="136" y="163"/>
                </a:moveTo>
                <a:lnTo>
                  <a:pt x="787" y="163"/>
                </a:lnTo>
                <a:cubicBezTo>
                  <a:pt x="802" y="163"/>
                  <a:pt x="814" y="175"/>
                  <a:pt x="814" y="190"/>
                </a:cubicBezTo>
                <a:lnTo>
                  <a:pt x="814" y="1113"/>
                </a:lnTo>
                <a:cubicBezTo>
                  <a:pt x="814" y="1128"/>
                  <a:pt x="802" y="1140"/>
                  <a:pt x="787" y="1140"/>
                </a:cubicBezTo>
                <a:lnTo>
                  <a:pt x="136" y="1140"/>
                </a:lnTo>
                <a:cubicBezTo>
                  <a:pt x="121" y="1140"/>
                  <a:pt x="108" y="1128"/>
                  <a:pt x="108" y="1113"/>
                </a:cubicBezTo>
                <a:lnTo>
                  <a:pt x="108" y="190"/>
                </a:lnTo>
                <a:cubicBezTo>
                  <a:pt x="108" y="175"/>
                  <a:pt x="121" y="163"/>
                  <a:pt x="136" y="163"/>
                </a:cubicBezTo>
                <a:close/>
                <a:moveTo>
                  <a:pt x="461" y="1206"/>
                </a:moveTo>
                <a:cubicBezTo>
                  <a:pt x="499" y="1206"/>
                  <a:pt x="531" y="1237"/>
                  <a:pt x="531" y="1276"/>
                </a:cubicBezTo>
                <a:cubicBezTo>
                  <a:pt x="531" y="1314"/>
                  <a:pt x="499" y="1345"/>
                  <a:pt x="461" y="1345"/>
                </a:cubicBezTo>
                <a:cubicBezTo>
                  <a:pt x="423" y="1345"/>
                  <a:pt x="392" y="1314"/>
                  <a:pt x="392" y="1276"/>
                </a:cubicBezTo>
                <a:cubicBezTo>
                  <a:pt x="392" y="1237"/>
                  <a:pt x="423" y="1206"/>
                  <a:pt x="461" y="1206"/>
                </a:cubicBezTo>
                <a:close/>
              </a:path>
            </a:pathLst>
          </a:cu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53DAC8F-DA04-50C2-FC6D-E100FE9D8DF3}"/>
              </a:ext>
            </a:extLst>
          </p:cNvPr>
          <p:cNvSpPr txBox="1"/>
          <p:nvPr/>
        </p:nvSpPr>
        <p:spPr>
          <a:xfrm>
            <a:off x="2284988" y="4383997"/>
            <a:ext cx="256374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sz="700" dirty="0">
                <a:solidFill>
                  <a:srgbClr val="FF0000"/>
                </a:solidFill>
                <a:latin typeface="맑은 고딕" panose="020B0503020000020004" pitchFamily="50" charset="-127"/>
              </a:rPr>
              <a:t>※ </a:t>
            </a:r>
            <a:r>
              <a:rPr lang="ko-KR" altLang="en-US" sz="700" dirty="0">
                <a:solidFill>
                  <a:srgbClr val="FF0000"/>
                </a:solidFill>
                <a:latin typeface="맑은 고딕" panose="020B0503020000020004" pitchFamily="50" charset="-127"/>
              </a:rPr>
              <a:t>답변 알림을 원하지 않으시면 선택하지 않으셔도 됩니다</a:t>
            </a:r>
            <a:r>
              <a:rPr lang="en-US" altLang="ko-KR" sz="700" dirty="0">
                <a:solidFill>
                  <a:srgbClr val="FF0000"/>
                </a:solidFill>
                <a:latin typeface="맑은 고딕" panose="020B0503020000020004" pitchFamily="50" charset="-127"/>
              </a:rPr>
              <a:t>.</a:t>
            </a: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5F5E6FC7-EBF9-CF76-1976-9EAAD74F6276}"/>
              </a:ext>
            </a:extLst>
          </p:cNvPr>
          <p:cNvSpPr/>
          <p:nvPr/>
        </p:nvSpPr>
        <p:spPr>
          <a:xfrm>
            <a:off x="1928664" y="4664576"/>
            <a:ext cx="1026392" cy="444647"/>
          </a:xfrm>
          <a:prstGeom prst="roundRect">
            <a:avLst/>
          </a:prstGeom>
          <a:solidFill>
            <a:srgbClr val="ECFDF5"/>
          </a:solidFill>
          <a:ln w="6350">
            <a:solidFill>
              <a:srgbClr val="4EB595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700" b="1" dirty="0">
              <a:solidFill>
                <a:srgbClr val="28A57D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/>
            <a:endParaRPr lang="en-US" altLang="ko-KR" sz="700" b="1" dirty="0">
              <a:solidFill>
                <a:srgbClr val="28A57D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700" b="1" dirty="0">
                <a:solidFill>
                  <a:srgbClr val="28A57D"/>
                </a:solidFill>
                <a:latin typeface="맑은 고딕" pitchFamily="50" charset="-127"/>
                <a:ea typeface="맑은 고딕" pitchFamily="50" charset="-127"/>
              </a:rPr>
              <a:t>이메일로 받기</a:t>
            </a:r>
            <a:endParaRPr lang="en-US" altLang="ko-KR" sz="700" b="1" dirty="0">
              <a:solidFill>
                <a:srgbClr val="28A57D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2" name="Message">
            <a:extLst>
              <a:ext uri="{FF2B5EF4-FFF2-40B4-BE49-F238E27FC236}">
                <a16:creationId xmlns:a16="http://schemas.microsoft.com/office/drawing/2014/main" id="{2C3C56A0-BD40-D21E-EE41-BF8C83A3049C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2360104" y="4734639"/>
            <a:ext cx="163512" cy="112713"/>
          </a:xfrm>
          <a:custGeom>
            <a:avLst/>
            <a:gdLst>
              <a:gd name="T0" fmla="*/ 163 w 1411"/>
              <a:gd name="T1" fmla="*/ 0 h 977"/>
              <a:gd name="T2" fmla="*/ 0 w 1411"/>
              <a:gd name="T3" fmla="*/ 163 h 977"/>
              <a:gd name="T4" fmla="*/ 0 w 1411"/>
              <a:gd name="T5" fmla="*/ 815 h 977"/>
              <a:gd name="T6" fmla="*/ 163 w 1411"/>
              <a:gd name="T7" fmla="*/ 977 h 977"/>
              <a:gd name="T8" fmla="*/ 1248 w 1411"/>
              <a:gd name="T9" fmla="*/ 977 h 977"/>
              <a:gd name="T10" fmla="*/ 1411 w 1411"/>
              <a:gd name="T11" fmla="*/ 815 h 977"/>
              <a:gd name="T12" fmla="*/ 1411 w 1411"/>
              <a:gd name="T13" fmla="*/ 163 h 977"/>
              <a:gd name="T14" fmla="*/ 1248 w 1411"/>
              <a:gd name="T15" fmla="*/ 0 h 977"/>
              <a:gd name="T16" fmla="*/ 163 w 1411"/>
              <a:gd name="T17" fmla="*/ 0 h 977"/>
              <a:gd name="T18" fmla="*/ 163 w 1411"/>
              <a:gd name="T19" fmla="*/ 109 h 977"/>
              <a:gd name="T20" fmla="*/ 1248 w 1411"/>
              <a:gd name="T21" fmla="*/ 109 h 977"/>
              <a:gd name="T22" fmla="*/ 1302 w 1411"/>
              <a:gd name="T23" fmla="*/ 163 h 977"/>
              <a:gd name="T24" fmla="*/ 1302 w 1411"/>
              <a:gd name="T25" fmla="*/ 190 h 977"/>
              <a:gd name="T26" fmla="*/ 705 w 1411"/>
              <a:gd name="T27" fmla="*/ 513 h 977"/>
              <a:gd name="T28" fmla="*/ 108 w 1411"/>
              <a:gd name="T29" fmla="*/ 190 h 977"/>
              <a:gd name="T30" fmla="*/ 108 w 1411"/>
              <a:gd name="T31" fmla="*/ 163 h 977"/>
              <a:gd name="T32" fmla="*/ 163 w 1411"/>
              <a:gd name="T33" fmla="*/ 109 h 977"/>
              <a:gd name="T34" fmla="*/ 108 w 1411"/>
              <a:gd name="T35" fmla="*/ 206 h 977"/>
              <a:gd name="T36" fmla="*/ 463 w 1411"/>
              <a:gd name="T37" fmla="*/ 482 h 977"/>
              <a:gd name="T38" fmla="*/ 115 w 1411"/>
              <a:gd name="T39" fmla="*/ 838 h 977"/>
              <a:gd name="T40" fmla="*/ 539 w 1411"/>
              <a:gd name="T41" fmla="*/ 535 h 977"/>
              <a:gd name="T42" fmla="*/ 705 w 1411"/>
              <a:gd name="T43" fmla="*/ 643 h 977"/>
              <a:gd name="T44" fmla="*/ 872 w 1411"/>
              <a:gd name="T45" fmla="*/ 535 h 977"/>
              <a:gd name="T46" fmla="*/ 1296 w 1411"/>
              <a:gd name="T47" fmla="*/ 838 h 977"/>
              <a:gd name="T48" fmla="*/ 948 w 1411"/>
              <a:gd name="T49" fmla="*/ 482 h 977"/>
              <a:gd name="T50" fmla="*/ 1302 w 1411"/>
              <a:gd name="T51" fmla="*/ 206 h 977"/>
              <a:gd name="T52" fmla="*/ 1302 w 1411"/>
              <a:gd name="T53" fmla="*/ 815 h 977"/>
              <a:gd name="T54" fmla="*/ 1296 w 1411"/>
              <a:gd name="T55" fmla="*/ 838 h 977"/>
              <a:gd name="T56" fmla="*/ 1248 w 1411"/>
              <a:gd name="T57" fmla="*/ 869 h 977"/>
              <a:gd name="T58" fmla="*/ 163 w 1411"/>
              <a:gd name="T59" fmla="*/ 869 h 977"/>
              <a:gd name="T60" fmla="*/ 115 w 1411"/>
              <a:gd name="T61" fmla="*/ 838 h 977"/>
              <a:gd name="T62" fmla="*/ 108 w 1411"/>
              <a:gd name="T63" fmla="*/ 815 h 977"/>
              <a:gd name="T64" fmla="*/ 108 w 1411"/>
              <a:gd name="T65" fmla="*/ 206 h 9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411" h="977">
                <a:moveTo>
                  <a:pt x="163" y="0"/>
                </a:moveTo>
                <a:cubicBezTo>
                  <a:pt x="73" y="0"/>
                  <a:pt x="0" y="73"/>
                  <a:pt x="0" y="163"/>
                </a:cubicBezTo>
                <a:lnTo>
                  <a:pt x="0" y="815"/>
                </a:lnTo>
                <a:cubicBezTo>
                  <a:pt x="0" y="904"/>
                  <a:pt x="73" y="977"/>
                  <a:pt x="163" y="977"/>
                </a:cubicBezTo>
                <a:lnTo>
                  <a:pt x="1248" y="977"/>
                </a:lnTo>
                <a:cubicBezTo>
                  <a:pt x="1338" y="977"/>
                  <a:pt x="1411" y="904"/>
                  <a:pt x="1411" y="815"/>
                </a:cubicBezTo>
                <a:lnTo>
                  <a:pt x="1411" y="163"/>
                </a:lnTo>
                <a:cubicBezTo>
                  <a:pt x="1411" y="73"/>
                  <a:pt x="1338" y="0"/>
                  <a:pt x="1248" y="0"/>
                </a:cubicBezTo>
                <a:lnTo>
                  <a:pt x="163" y="0"/>
                </a:lnTo>
                <a:close/>
                <a:moveTo>
                  <a:pt x="163" y="109"/>
                </a:moveTo>
                <a:lnTo>
                  <a:pt x="1248" y="109"/>
                </a:lnTo>
                <a:cubicBezTo>
                  <a:pt x="1278" y="109"/>
                  <a:pt x="1302" y="133"/>
                  <a:pt x="1302" y="163"/>
                </a:cubicBezTo>
                <a:lnTo>
                  <a:pt x="1302" y="190"/>
                </a:lnTo>
                <a:lnTo>
                  <a:pt x="705" y="513"/>
                </a:lnTo>
                <a:lnTo>
                  <a:pt x="108" y="190"/>
                </a:lnTo>
                <a:lnTo>
                  <a:pt x="108" y="163"/>
                </a:lnTo>
                <a:cubicBezTo>
                  <a:pt x="108" y="133"/>
                  <a:pt x="133" y="109"/>
                  <a:pt x="163" y="109"/>
                </a:cubicBezTo>
                <a:close/>
                <a:moveTo>
                  <a:pt x="108" y="206"/>
                </a:moveTo>
                <a:lnTo>
                  <a:pt x="463" y="482"/>
                </a:lnTo>
                <a:lnTo>
                  <a:pt x="115" y="838"/>
                </a:lnTo>
                <a:lnTo>
                  <a:pt x="539" y="535"/>
                </a:lnTo>
                <a:lnTo>
                  <a:pt x="705" y="643"/>
                </a:lnTo>
                <a:lnTo>
                  <a:pt x="872" y="535"/>
                </a:lnTo>
                <a:lnTo>
                  <a:pt x="1296" y="838"/>
                </a:lnTo>
                <a:lnTo>
                  <a:pt x="948" y="482"/>
                </a:lnTo>
                <a:lnTo>
                  <a:pt x="1302" y="206"/>
                </a:lnTo>
                <a:lnTo>
                  <a:pt x="1302" y="815"/>
                </a:lnTo>
                <a:cubicBezTo>
                  <a:pt x="1302" y="824"/>
                  <a:pt x="1300" y="831"/>
                  <a:pt x="1296" y="838"/>
                </a:cubicBezTo>
                <a:cubicBezTo>
                  <a:pt x="1286" y="855"/>
                  <a:pt x="1269" y="869"/>
                  <a:pt x="1248" y="869"/>
                </a:cubicBezTo>
                <a:lnTo>
                  <a:pt x="163" y="869"/>
                </a:lnTo>
                <a:cubicBezTo>
                  <a:pt x="142" y="869"/>
                  <a:pt x="124" y="856"/>
                  <a:pt x="115" y="838"/>
                </a:cubicBezTo>
                <a:cubicBezTo>
                  <a:pt x="111" y="831"/>
                  <a:pt x="108" y="823"/>
                  <a:pt x="108" y="815"/>
                </a:cubicBezTo>
                <a:lnTo>
                  <a:pt x="108" y="206"/>
                </a:lnTo>
                <a:close/>
              </a:path>
            </a:pathLst>
          </a:custGeom>
          <a:solidFill>
            <a:srgbClr val="00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3" name="화살표: 위쪽 62">
            <a:extLst>
              <a:ext uri="{FF2B5EF4-FFF2-40B4-BE49-F238E27FC236}">
                <a16:creationId xmlns:a16="http://schemas.microsoft.com/office/drawing/2014/main" id="{5BAE6F0C-DFAF-12F5-75B2-7811106AC261}"/>
              </a:ext>
            </a:extLst>
          </p:cNvPr>
          <p:cNvSpPr/>
          <p:nvPr/>
        </p:nvSpPr>
        <p:spPr>
          <a:xfrm>
            <a:off x="8560131" y="6033374"/>
            <a:ext cx="1227600" cy="635986"/>
          </a:xfrm>
          <a:prstGeom prst="upArrow">
            <a:avLst>
              <a:gd name="adj1" fmla="val 73276"/>
              <a:gd name="adj2" fmla="val 50000"/>
            </a:avLst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ko-KR" altLang="en-US" sz="1200" b="1" dirty="0">
                <a:solidFill>
                  <a:schemeClr val="bg1"/>
                </a:solidFill>
                <a:latin typeface="맑은 고딕" pitchFamily="50" charset="-127"/>
              </a:rPr>
              <a:t>이전페이지</a:t>
            </a:r>
            <a:r>
              <a:rPr lang="ko-KR" altLang="en-US" sz="1200" dirty="0">
                <a:solidFill>
                  <a:schemeClr val="bg1"/>
                </a:solidFill>
                <a:latin typeface="맑은 고딕" pitchFamily="50" charset="-127"/>
              </a:rPr>
              <a:t> 이어서</a:t>
            </a:r>
            <a:endParaRPr kumimoji="1" lang="ko-KR" altLang="en-US" sz="1200" b="1" dirty="0">
              <a:solidFill>
                <a:schemeClr val="bg1"/>
              </a:solidFill>
              <a:latin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48189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6F246-FA2E-197E-E28C-FA6A13C86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640136B2-0042-B901-2BFA-098DCAE77C0D}"/>
              </a:ext>
            </a:extLst>
          </p:cNvPr>
          <p:cNvSpPr txBox="1"/>
          <p:nvPr/>
        </p:nvSpPr>
        <p:spPr>
          <a:xfrm rot="16200000">
            <a:off x="-432110" y="1197338"/>
            <a:ext cx="23066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C</a:t>
            </a:r>
            <a:r>
              <a:rPr lang="en-US" altLang="ko-KR" sz="3000" b="1" dirty="0">
                <a:solidFill>
                  <a:srgbClr val="D7D7D7"/>
                </a:solidFill>
                <a:latin typeface="Noto Sans" panose="020B0502040504020204" pitchFamily="34" charset="0"/>
              </a:rPr>
              <a:t>O</a:t>
            </a:r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NTENT</a:t>
            </a:r>
            <a:r>
              <a:rPr lang="en-US" altLang="ko-KR" sz="3000" b="1" dirty="0">
                <a:solidFill>
                  <a:srgbClr val="F0F0F0"/>
                </a:solidFill>
                <a:latin typeface="Noto Sans" panose="020B0502040504020204" pitchFamily="34" charset="0"/>
              </a:rPr>
              <a:t>S</a:t>
            </a:r>
            <a:endParaRPr lang="ko-KR" altLang="en-US" sz="3000" b="1" dirty="0">
              <a:solidFill>
                <a:srgbClr val="F0F0F0"/>
              </a:solidFill>
              <a:latin typeface="Noto Sans" panose="020B0502040504020204" pitchFamily="34" charset="0"/>
            </a:endParaRPr>
          </a:p>
        </p:txBody>
      </p:sp>
      <p:sp>
        <p:nvSpPr>
          <p:cNvPr id="30" name="Text Box 11">
            <a:extLst>
              <a:ext uri="{FF2B5EF4-FFF2-40B4-BE49-F238E27FC236}">
                <a16:creationId xmlns:a16="http://schemas.microsoft.com/office/drawing/2014/main" id="{5DA5F217-06AE-84FC-3123-B5D67B3872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5436" y="2140622"/>
            <a:ext cx="4765463" cy="8848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WIZ SHOP FrontOffice</a:t>
            </a: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 와이어프레임 작성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  <a:p>
            <a:pPr>
              <a:spcAft>
                <a:spcPts val="300"/>
              </a:spcAft>
              <a:defRPr/>
            </a:pP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  <a:p>
            <a:pPr marL="171450" indent="-171450">
              <a:spcAft>
                <a:spcPts val="300"/>
              </a:spcAft>
              <a:buFontTx/>
              <a:buChar char="-"/>
              <a:defRPr/>
            </a:pP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메뉴 구성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  <a:p>
            <a:pPr marL="171450" indent="-171450">
              <a:spcAft>
                <a:spcPts val="300"/>
              </a:spcAft>
              <a:buFontTx/>
              <a:buChar char="-"/>
              <a:defRPr/>
            </a:pP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기본 페이지 구성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</p:txBody>
      </p:sp>
      <p:sp>
        <p:nvSpPr>
          <p:cNvPr id="31" name="Text Box 5">
            <a:extLst>
              <a:ext uri="{FF2B5EF4-FFF2-40B4-BE49-F238E27FC236}">
                <a16:creationId xmlns:a16="http://schemas.microsoft.com/office/drawing/2014/main" id="{5FA80486-A624-EE86-5BE2-7EE7A3437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6305" y="1477454"/>
            <a:ext cx="277977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ko-KR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Noto Sans" panose="020B0502040504020204" pitchFamily="34" charset="0"/>
              </a:rPr>
              <a:t>Mobile</a:t>
            </a: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0C611981-231B-9ECD-ACC4-BA0DEECD8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0483" y="1369732"/>
            <a:ext cx="764953" cy="5539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prstClr val="white"/>
                </a:solidFill>
              </a:rPr>
              <a:t>02</a:t>
            </a:r>
            <a:endParaRPr lang="ko-KR" altLang="en-US" sz="2000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67368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385FF-4392-F0B8-245D-7D3785EF7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C5F6DC-C3DB-4D8D-3AE8-2B6AB3B23184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 err="1">
                <a:solidFill>
                  <a:prstClr val="black"/>
                </a:solidFill>
              </a:rPr>
              <a:t>와아이프레임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Mo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0E0E13-8D94-128B-48B2-034966B2E870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와이어프레임 </a:t>
            </a:r>
            <a:r>
              <a:rPr lang="en-US" altLang="ko-KR" sz="900" b="1" dirty="0">
                <a:solidFill>
                  <a:prstClr val="black"/>
                </a:solidFill>
              </a:rPr>
              <a:t>Mo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3768DD12-FF68-EB8A-645B-8BAA6681EF05}"/>
              </a:ext>
            </a:extLst>
          </p:cNvPr>
          <p:cNvGrpSpPr/>
          <p:nvPr/>
        </p:nvGrpSpPr>
        <p:grpSpPr>
          <a:xfrm>
            <a:off x="164468" y="1387805"/>
            <a:ext cx="3312000" cy="349007"/>
            <a:chOff x="164468" y="1387805"/>
            <a:chExt cx="3312000" cy="349007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FB97CBE-8FA3-FE2B-FF72-C857115CAF5C}"/>
                </a:ext>
              </a:extLst>
            </p:cNvPr>
            <p:cNvSpPr txBox="1"/>
            <p:nvPr/>
          </p:nvSpPr>
          <p:spPr>
            <a:xfrm>
              <a:off x="741164" y="1387805"/>
              <a:ext cx="9001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err="1">
                  <a:solidFill>
                    <a:srgbClr val="2858A9"/>
                  </a:solidFill>
                </a:rPr>
                <a:t>wiz</a:t>
              </a:r>
              <a:r>
                <a:rPr lang="en-US" altLang="ko-KR" sz="1200" b="1" dirty="0" err="1">
                  <a:solidFill>
                    <a:srgbClr val="E853A1"/>
                  </a:solidFill>
                </a:rPr>
                <a:t>shop</a:t>
              </a:r>
              <a:endParaRPr lang="ko-KR" altLang="en-US" sz="1200" b="1" dirty="0">
                <a:solidFill>
                  <a:srgbClr val="E853A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AE42F9E-9BAA-1CC4-C2A0-956CBBBEB4A7}"/>
                </a:ext>
              </a:extLst>
            </p:cNvPr>
            <p:cNvSpPr txBox="1"/>
            <p:nvPr/>
          </p:nvSpPr>
          <p:spPr>
            <a:xfrm>
              <a:off x="1424608" y="1418583"/>
              <a:ext cx="144016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/>
                <a:t>서울과학기술대학교</a:t>
              </a:r>
            </a:p>
          </p:txBody>
        </p:sp>
        <p:sp>
          <p:nvSpPr>
            <p:cNvPr id="8" name="Menu">
              <a:extLst>
                <a:ext uri="{FF2B5EF4-FFF2-40B4-BE49-F238E27FC236}">
                  <a16:creationId xmlns:a16="http://schemas.microsoft.com/office/drawing/2014/main" id="{A25546AA-EE1C-BAF7-7465-49E1BCFF7BB6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08484" y="1481671"/>
              <a:ext cx="161925" cy="111125"/>
            </a:xfrm>
            <a:custGeom>
              <a:avLst/>
              <a:gdLst>
                <a:gd name="T0" fmla="*/ 0 w 1411"/>
                <a:gd name="T1" fmla="*/ 0 h 977"/>
                <a:gd name="T2" fmla="*/ 0 w 1411"/>
                <a:gd name="T3" fmla="*/ 108 h 977"/>
                <a:gd name="T4" fmla="*/ 1411 w 1411"/>
                <a:gd name="T5" fmla="*/ 108 h 977"/>
                <a:gd name="T6" fmla="*/ 1411 w 1411"/>
                <a:gd name="T7" fmla="*/ 0 h 977"/>
                <a:gd name="T8" fmla="*/ 0 w 1411"/>
                <a:gd name="T9" fmla="*/ 0 h 977"/>
                <a:gd name="T10" fmla="*/ 0 w 1411"/>
                <a:gd name="T11" fmla="*/ 434 h 977"/>
                <a:gd name="T12" fmla="*/ 0 w 1411"/>
                <a:gd name="T13" fmla="*/ 542 h 977"/>
                <a:gd name="T14" fmla="*/ 1411 w 1411"/>
                <a:gd name="T15" fmla="*/ 542 h 977"/>
                <a:gd name="T16" fmla="*/ 1411 w 1411"/>
                <a:gd name="T17" fmla="*/ 434 h 977"/>
                <a:gd name="T18" fmla="*/ 0 w 1411"/>
                <a:gd name="T19" fmla="*/ 434 h 977"/>
                <a:gd name="T20" fmla="*/ 0 w 1411"/>
                <a:gd name="T21" fmla="*/ 868 h 977"/>
                <a:gd name="T22" fmla="*/ 0 w 1411"/>
                <a:gd name="T23" fmla="*/ 977 h 977"/>
                <a:gd name="T24" fmla="*/ 1411 w 1411"/>
                <a:gd name="T25" fmla="*/ 977 h 977"/>
                <a:gd name="T26" fmla="*/ 1411 w 1411"/>
                <a:gd name="T27" fmla="*/ 868 h 977"/>
                <a:gd name="T28" fmla="*/ 0 w 1411"/>
                <a:gd name="T29" fmla="*/ 868 h 9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11" h="977">
                  <a:moveTo>
                    <a:pt x="0" y="0"/>
                  </a:moveTo>
                  <a:lnTo>
                    <a:pt x="0" y="108"/>
                  </a:lnTo>
                  <a:lnTo>
                    <a:pt x="1411" y="108"/>
                  </a:lnTo>
                  <a:lnTo>
                    <a:pt x="1411" y="0"/>
                  </a:lnTo>
                  <a:lnTo>
                    <a:pt x="0" y="0"/>
                  </a:lnTo>
                  <a:close/>
                  <a:moveTo>
                    <a:pt x="0" y="434"/>
                  </a:moveTo>
                  <a:lnTo>
                    <a:pt x="0" y="542"/>
                  </a:lnTo>
                  <a:lnTo>
                    <a:pt x="1411" y="542"/>
                  </a:lnTo>
                  <a:lnTo>
                    <a:pt x="1411" y="434"/>
                  </a:lnTo>
                  <a:lnTo>
                    <a:pt x="0" y="434"/>
                  </a:lnTo>
                  <a:close/>
                  <a:moveTo>
                    <a:pt x="0" y="868"/>
                  </a:moveTo>
                  <a:lnTo>
                    <a:pt x="0" y="977"/>
                  </a:lnTo>
                  <a:lnTo>
                    <a:pt x="1411" y="977"/>
                  </a:lnTo>
                  <a:lnTo>
                    <a:pt x="1411" y="868"/>
                  </a:lnTo>
                  <a:lnTo>
                    <a:pt x="0" y="868"/>
                  </a:lnTo>
                  <a:close/>
                </a:path>
              </a:pathLst>
            </a:custGeom>
            <a:solidFill>
              <a:srgbClr val="5F5F5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A14123EB-1625-E3B9-8785-488D7AFA47AF}"/>
                </a:ext>
              </a:extLst>
            </p:cNvPr>
            <p:cNvCxnSpPr/>
            <p:nvPr/>
          </p:nvCxnSpPr>
          <p:spPr>
            <a:xfrm>
              <a:off x="164468" y="1736812"/>
              <a:ext cx="3312000" cy="0"/>
            </a:xfrm>
            <a:prstGeom prst="line">
              <a:avLst/>
            </a:prstGeom>
            <a:ln w="6350" cmpd="sng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94492BD0-41CE-50C6-90DD-EA33EFAD0226}"/>
                </a:ext>
              </a:extLst>
            </p:cNvPr>
            <p:cNvGrpSpPr/>
            <p:nvPr/>
          </p:nvGrpSpPr>
          <p:grpSpPr>
            <a:xfrm>
              <a:off x="3151557" y="1424431"/>
              <a:ext cx="254000" cy="254000"/>
              <a:chOff x="7433374" y="4006664"/>
              <a:chExt cx="254000" cy="254000"/>
            </a:xfrm>
          </p:grpSpPr>
          <p:sp>
            <p:nvSpPr>
              <p:cNvPr id="22" name="Avatar Placeholder">
                <a:extLst>
                  <a:ext uri="{FF2B5EF4-FFF2-40B4-BE49-F238E27FC236}">
                    <a16:creationId xmlns:a16="http://schemas.microsoft.com/office/drawing/2014/main" id="{528A8134-74C1-50C2-517F-9CC234BB063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433374" y="4006664"/>
                <a:ext cx="254000" cy="254000"/>
              </a:xfrm>
              <a:prstGeom prst="ellipse">
                <a:avLst/>
              </a:prstGeom>
              <a:solidFill>
                <a:srgbClr val="E853A1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3" name="User">
                <a:extLst>
                  <a:ext uri="{FF2B5EF4-FFF2-40B4-BE49-F238E27FC236}">
                    <a16:creationId xmlns:a16="http://schemas.microsoft.com/office/drawing/2014/main" id="{C2C71210-AAB2-DA18-8C70-3BEAEDEE958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486867" y="4056798"/>
                <a:ext cx="136525" cy="161925"/>
              </a:xfrm>
              <a:custGeom>
                <a:avLst/>
                <a:gdLst>
                  <a:gd name="T0" fmla="*/ 597 w 1194"/>
                  <a:gd name="T1" fmla="*/ 0 h 1411"/>
                  <a:gd name="T2" fmla="*/ 271 w 1194"/>
                  <a:gd name="T3" fmla="*/ 325 h 1411"/>
                  <a:gd name="T4" fmla="*/ 434 w 1194"/>
                  <a:gd name="T5" fmla="*/ 695 h 1411"/>
                  <a:gd name="T6" fmla="*/ 434 w 1194"/>
                  <a:gd name="T7" fmla="*/ 771 h 1411"/>
                  <a:gd name="T8" fmla="*/ 385 w 1194"/>
                  <a:gd name="T9" fmla="*/ 836 h 1411"/>
                  <a:gd name="T10" fmla="*/ 0 w 1194"/>
                  <a:gd name="T11" fmla="*/ 1124 h 1411"/>
                  <a:gd name="T12" fmla="*/ 0 w 1194"/>
                  <a:gd name="T13" fmla="*/ 1221 h 1411"/>
                  <a:gd name="T14" fmla="*/ 597 w 1194"/>
                  <a:gd name="T15" fmla="*/ 1411 h 1411"/>
                  <a:gd name="T16" fmla="*/ 1194 w 1194"/>
                  <a:gd name="T17" fmla="*/ 1221 h 1411"/>
                  <a:gd name="T18" fmla="*/ 1194 w 1194"/>
                  <a:gd name="T19" fmla="*/ 1124 h 1411"/>
                  <a:gd name="T20" fmla="*/ 809 w 1194"/>
                  <a:gd name="T21" fmla="*/ 836 h 1411"/>
                  <a:gd name="T22" fmla="*/ 760 w 1194"/>
                  <a:gd name="T23" fmla="*/ 771 h 1411"/>
                  <a:gd name="T24" fmla="*/ 760 w 1194"/>
                  <a:gd name="T25" fmla="*/ 695 h 1411"/>
                  <a:gd name="T26" fmla="*/ 923 w 1194"/>
                  <a:gd name="T27" fmla="*/ 325 h 1411"/>
                  <a:gd name="T28" fmla="*/ 597 w 1194"/>
                  <a:gd name="T29" fmla="*/ 0 h 1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94" h="1411">
                    <a:moveTo>
                      <a:pt x="597" y="0"/>
                    </a:moveTo>
                    <a:cubicBezTo>
                      <a:pt x="418" y="0"/>
                      <a:pt x="271" y="113"/>
                      <a:pt x="271" y="325"/>
                    </a:cubicBezTo>
                    <a:cubicBezTo>
                      <a:pt x="271" y="467"/>
                      <a:pt x="337" y="613"/>
                      <a:pt x="434" y="695"/>
                    </a:cubicBezTo>
                    <a:lnTo>
                      <a:pt x="434" y="771"/>
                    </a:lnTo>
                    <a:cubicBezTo>
                      <a:pt x="434" y="804"/>
                      <a:pt x="412" y="830"/>
                      <a:pt x="385" y="836"/>
                    </a:cubicBezTo>
                    <a:cubicBezTo>
                      <a:pt x="173" y="901"/>
                      <a:pt x="0" y="1043"/>
                      <a:pt x="0" y="1124"/>
                    </a:cubicBezTo>
                    <a:lnTo>
                      <a:pt x="0" y="1221"/>
                    </a:lnTo>
                    <a:cubicBezTo>
                      <a:pt x="0" y="1324"/>
                      <a:pt x="266" y="1411"/>
                      <a:pt x="597" y="1411"/>
                    </a:cubicBezTo>
                    <a:cubicBezTo>
                      <a:pt x="928" y="1411"/>
                      <a:pt x="1194" y="1324"/>
                      <a:pt x="1194" y="1221"/>
                    </a:cubicBezTo>
                    <a:lnTo>
                      <a:pt x="1194" y="1124"/>
                    </a:lnTo>
                    <a:cubicBezTo>
                      <a:pt x="1194" y="1048"/>
                      <a:pt x="1026" y="901"/>
                      <a:pt x="809" y="836"/>
                    </a:cubicBezTo>
                    <a:cubicBezTo>
                      <a:pt x="782" y="830"/>
                      <a:pt x="760" y="798"/>
                      <a:pt x="760" y="771"/>
                    </a:cubicBezTo>
                    <a:lnTo>
                      <a:pt x="760" y="695"/>
                    </a:lnTo>
                    <a:cubicBezTo>
                      <a:pt x="857" y="613"/>
                      <a:pt x="923" y="467"/>
                      <a:pt x="923" y="325"/>
                    </a:cubicBezTo>
                    <a:cubicBezTo>
                      <a:pt x="923" y="113"/>
                      <a:pt x="776" y="0"/>
                      <a:pt x="59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AE2D3C1A-60B2-40F5-0056-CD97EE3976C8}"/>
              </a:ext>
            </a:extLst>
          </p:cNvPr>
          <p:cNvGrpSpPr/>
          <p:nvPr/>
        </p:nvGrpSpPr>
        <p:grpSpPr>
          <a:xfrm>
            <a:off x="3590179" y="1387805"/>
            <a:ext cx="3312000" cy="349007"/>
            <a:chOff x="164468" y="1387805"/>
            <a:chExt cx="3312000" cy="349007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3E05693-9AED-3280-B8EF-F8C201D9EF1C}"/>
                </a:ext>
              </a:extLst>
            </p:cNvPr>
            <p:cNvSpPr txBox="1"/>
            <p:nvPr/>
          </p:nvSpPr>
          <p:spPr>
            <a:xfrm>
              <a:off x="741164" y="1387805"/>
              <a:ext cx="9001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err="1">
                  <a:solidFill>
                    <a:srgbClr val="2858A9"/>
                  </a:solidFill>
                </a:rPr>
                <a:t>wiz</a:t>
              </a:r>
              <a:r>
                <a:rPr lang="en-US" altLang="ko-KR" sz="1200" b="1" dirty="0" err="1">
                  <a:solidFill>
                    <a:srgbClr val="E853A1"/>
                  </a:solidFill>
                </a:rPr>
                <a:t>shop</a:t>
              </a:r>
              <a:endParaRPr lang="ko-KR" altLang="en-US" sz="1200" b="1" dirty="0">
                <a:solidFill>
                  <a:srgbClr val="E853A1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11D6763-F8B8-243E-2962-311A6DC0B373}"/>
                </a:ext>
              </a:extLst>
            </p:cNvPr>
            <p:cNvSpPr txBox="1"/>
            <p:nvPr/>
          </p:nvSpPr>
          <p:spPr>
            <a:xfrm>
              <a:off x="1424608" y="1418583"/>
              <a:ext cx="144016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/>
                <a:t>서울과학기술대학교</a:t>
              </a:r>
            </a:p>
          </p:txBody>
        </p:sp>
        <p:sp>
          <p:nvSpPr>
            <p:cNvPr id="28" name="Menu">
              <a:extLst>
                <a:ext uri="{FF2B5EF4-FFF2-40B4-BE49-F238E27FC236}">
                  <a16:creationId xmlns:a16="http://schemas.microsoft.com/office/drawing/2014/main" id="{BE786D11-07F7-9A3B-E381-9C1E3AC41ACA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08484" y="1481671"/>
              <a:ext cx="161925" cy="111125"/>
            </a:xfrm>
            <a:custGeom>
              <a:avLst/>
              <a:gdLst>
                <a:gd name="T0" fmla="*/ 0 w 1411"/>
                <a:gd name="T1" fmla="*/ 0 h 977"/>
                <a:gd name="T2" fmla="*/ 0 w 1411"/>
                <a:gd name="T3" fmla="*/ 108 h 977"/>
                <a:gd name="T4" fmla="*/ 1411 w 1411"/>
                <a:gd name="T5" fmla="*/ 108 h 977"/>
                <a:gd name="T6" fmla="*/ 1411 w 1411"/>
                <a:gd name="T7" fmla="*/ 0 h 977"/>
                <a:gd name="T8" fmla="*/ 0 w 1411"/>
                <a:gd name="T9" fmla="*/ 0 h 977"/>
                <a:gd name="T10" fmla="*/ 0 w 1411"/>
                <a:gd name="T11" fmla="*/ 434 h 977"/>
                <a:gd name="T12" fmla="*/ 0 w 1411"/>
                <a:gd name="T13" fmla="*/ 542 h 977"/>
                <a:gd name="T14" fmla="*/ 1411 w 1411"/>
                <a:gd name="T15" fmla="*/ 542 h 977"/>
                <a:gd name="T16" fmla="*/ 1411 w 1411"/>
                <a:gd name="T17" fmla="*/ 434 h 977"/>
                <a:gd name="T18" fmla="*/ 0 w 1411"/>
                <a:gd name="T19" fmla="*/ 434 h 977"/>
                <a:gd name="T20" fmla="*/ 0 w 1411"/>
                <a:gd name="T21" fmla="*/ 868 h 977"/>
                <a:gd name="T22" fmla="*/ 0 w 1411"/>
                <a:gd name="T23" fmla="*/ 977 h 977"/>
                <a:gd name="T24" fmla="*/ 1411 w 1411"/>
                <a:gd name="T25" fmla="*/ 977 h 977"/>
                <a:gd name="T26" fmla="*/ 1411 w 1411"/>
                <a:gd name="T27" fmla="*/ 868 h 977"/>
                <a:gd name="T28" fmla="*/ 0 w 1411"/>
                <a:gd name="T29" fmla="*/ 868 h 9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11" h="977">
                  <a:moveTo>
                    <a:pt x="0" y="0"/>
                  </a:moveTo>
                  <a:lnTo>
                    <a:pt x="0" y="108"/>
                  </a:lnTo>
                  <a:lnTo>
                    <a:pt x="1411" y="108"/>
                  </a:lnTo>
                  <a:lnTo>
                    <a:pt x="1411" y="0"/>
                  </a:lnTo>
                  <a:lnTo>
                    <a:pt x="0" y="0"/>
                  </a:lnTo>
                  <a:close/>
                  <a:moveTo>
                    <a:pt x="0" y="434"/>
                  </a:moveTo>
                  <a:lnTo>
                    <a:pt x="0" y="542"/>
                  </a:lnTo>
                  <a:lnTo>
                    <a:pt x="1411" y="542"/>
                  </a:lnTo>
                  <a:lnTo>
                    <a:pt x="1411" y="434"/>
                  </a:lnTo>
                  <a:lnTo>
                    <a:pt x="0" y="434"/>
                  </a:lnTo>
                  <a:close/>
                  <a:moveTo>
                    <a:pt x="0" y="868"/>
                  </a:moveTo>
                  <a:lnTo>
                    <a:pt x="0" y="977"/>
                  </a:lnTo>
                  <a:lnTo>
                    <a:pt x="1411" y="977"/>
                  </a:lnTo>
                  <a:lnTo>
                    <a:pt x="1411" y="868"/>
                  </a:lnTo>
                  <a:lnTo>
                    <a:pt x="0" y="868"/>
                  </a:lnTo>
                  <a:close/>
                </a:path>
              </a:pathLst>
            </a:custGeom>
            <a:solidFill>
              <a:srgbClr val="5F5F5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CBBE30CF-87AC-E7D2-96A5-8B68929C53F2}"/>
                </a:ext>
              </a:extLst>
            </p:cNvPr>
            <p:cNvCxnSpPr/>
            <p:nvPr/>
          </p:nvCxnSpPr>
          <p:spPr>
            <a:xfrm>
              <a:off x="164468" y="1736812"/>
              <a:ext cx="3312000" cy="0"/>
            </a:xfrm>
            <a:prstGeom prst="line">
              <a:avLst/>
            </a:prstGeom>
            <a:ln w="6350" cmpd="sng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19D470A5-99DF-E119-F6BA-D0A387DFA369}"/>
                </a:ext>
              </a:extLst>
            </p:cNvPr>
            <p:cNvGrpSpPr/>
            <p:nvPr/>
          </p:nvGrpSpPr>
          <p:grpSpPr>
            <a:xfrm>
              <a:off x="3151557" y="1424431"/>
              <a:ext cx="254000" cy="254000"/>
              <a:chOff x="7433374" y="4006664"/>
              <a:chExt cx="254000" cy="254000"/>
            </a:xfrm>
          </p:grpSpPr>
          <p:sp>
            <p:nvSpPr>
              <p:cNvPr id="31" name="Avatar Placeholder">
                <a:extLst>
                  <a:ext uri="{FF2B5EF4-FFF2-40B4-BE49-F238E27FC236}">
                    <a16:creationId xmlns:a16="http://schemas.microsoft.com/office/drawing/2014/main" id="{E422774D-33E5-FDE1-27F0-93A84A51321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433374" y="4006664"/>
                <a:ext cx="254000" cy="254000"/>
              </a:xfrm>
              <a:prstGeom prst="ellipse">
                <a:avLst/>
              </a:prstGeom>
              <a:solidFill>
                <a:srgbClr val="E853A1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2" name="User">
                <a:extLst>
                  <a:ext uri="{FF2B5EF4-FFF2-40B4-BE49-F238E27FC236}">
                    <a16:creationId xmlns:a16="http://schemas.microsoft.com/office/drawing/2014/main" id="{88A1DBCA-50DF-E48F-691A-507BB970BC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486867" y="4056798"/>
                <a:ext cx="136525" cy="161925"/>
              </a:xfrm>
              <a:custGeom>
                <a:avLst/>
                <a:gdLst>
                  <a:gd name="T0" fmla="*/ 597 w 1194"/>
                  <a:gd name="T1" fmla="*/ 0 h 1411"/>
                  <a:gd name="T2" fmla="*/ 271 w 1194"/>
                  <a:gd name="T3" fmla="*/ 325 h 1411"/>
                  <a:gd name="T4" fmla="*/ 434 w 1194"/>
                  <a:gd name="T5" fmla="*/ 695 h 1411"/>
                  <a:gd name="T6" fmla="*/ 434 w 1194"/>
                  <a:gd name="T7" fmla="*/ 771 h 1411"/>
                  <a:gd name="T8" fmla="*/ 385 w 1194"/>
                  <a:gd name="T9" fmla="*/ 836 h 1411"/>
                  <a:gd name="T10" fmla="*/ 0 w 1194"/>
                  <a:gd name="T11" fmla="*/ 1124 h 1411"/>
                  <a:gd name="T12" fmla="*/ 0 w 1194"/>
                  <a:gd name="T13" fmla="*/ 1221 h 1411"/>
                  <a:gd name="T14" fmla="*/ 597 w 1194"/>
                  <a:gd name="T15" fmla="*/ 1411 h 1411"/>
                  <a:gd name="T16" fmla="*/ 1194 w 1194"/>
                  <a:gd name="T17" fmla="*/ 1221 h 1411"/>
                  <a:gd name="T18" fmla="*/ 1194 w 1194"/>
                  <a:gd name="T19" fmla="*/ 1124 h 1411"/>
                  <a:gd name="T20" fmla="*/ 809 w 1194"/>
                  <a:gd name="T21" fmla="*/ 836 h 1411"/>
                  <a:gd name="T22" fmla="*/ 760 w 1194"/>
                  <a:gd name="T23" fmla="*/ 771 h 1411"/>
                  <a:gd name="T24" fmla="*/ 760 w 1194"/>
                  <a:gd name="T25" fmla="*/ 695 h 1411"/>
                  <a:gd name="T26" fmla="*/ 923 w 1194"/>
                  <a:gd name="T27" fmla="*/ 325 h 1411"/>
                  <a:gd name="T28" fmla="*/ 597 w 1194"/>
                  <a:gd name="T29" fmla="*/ 0 h 1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94" h="1411">
                    <a:moveTo>
                      <a:pt x="597" y="0"/>
                    </a:moveTo>
                    <a:cubicBezTo>
                      <a:pt x="418" y="0"/>
                      <a:pt x="271" y="113"/>
                      <a:pt x="271" y="325"/>
                    </a:cubicBezTo>
                    <a:cubicBezTo>
                      <a:pt x="271" y="467"/>
                      <a:pt x="337" y="613"/>
                      <a:pt x="434" y="695"/>
                    </a:cubicBezTo>
                    <a:lnTo>
                      <a:pt x="434" y="771"/>
                    </a:lnTo>
                    <a:cubicBezTo>
                      <a:pt x="434" y="804"/>
                      <a:pt x="412" y="830"/>
                      <a:pt x="385" y="836"/>
                    </a:cubicBezTo>
                    <a:cubicBezTo>
                      <a:pt x="173" y="901"/>
                      <a:pt x="0" y="1043"/>
                      <a:pt x="0" y="1124"/>
                    </a:cubicBezTo>
                    <a:lnTo>
                      <a:pt x="0" y="1221"/>
                    </a:lnTo>
                    <a:cubicBezTo>
                      <a:pt x="0" y="1324"/>
                      <a:pt x="266" y="1411"/>
                      <a:pt x="597" y="1411"/>
                    </a:cubicBezTo>
                    <a:cubicBezTo>
                      <a:pt x="928" y="1411"/>
                      <a:pt x="1194" y="1324"/>
                      <a:pt x="1194" y="1221"/>
                    </a:cubicBezTo>
                    <a:lnTo>
                      <a:pt x="1194" y="1124"/>
                    </a:lnTo>
                    <a:cubicBezTo>
                      <a:pt x="1194" y="1048"/>
                      <a:pt x="1026" y="901"/>
                      <a:pt x="809" y="836"/>
                    </a:cubicBezTo>
                    <a:cubicBezTo>
                      <a:pt x="782" y="830"/>
                      <a:pt x="760" y="798"/>
                      <a:pt x="760" y="771"/>
                    </a:cubicBezTo>
                    <a:lnTo>
                      <a:pt x="760" y="695"/>
                    </a:lnTo>
                    <a:cubicBezTo>
                      <a:pt x="857" y="613"/>
                      <a:pt x="923" y="467"/>
                      <a:pt x="923" y="325"/>
                    </a:cubicBezTo>
                    <a:cubicBezTo>
                      <a:pt x="923" y="113"/>
                      <a:pt x="776" y="0"/>
                      <a:pt x="59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002FA0D8-EEF7-2444-A009-FBCBCFE344E1}"/>
              </a:ext>
            </a:extLst>
          </p:cNvPr>
          <p:cNvGrpSpPr/>
          <p:nvPr/>
        </p:nvGrpSpPr>
        <p:grpSpPr>
          <a:xfrm>
            <a:off x="190947" y="2987426"/>
            <a:ext cx="3276364" cy="3456383"/>
            <a:chOff x="190947" y="2987426"/>
            <a:chExt cx="3276364" cy="3456383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51D39B5-4F54-E82E-3FC7-A9051F64A487}"/>
                </a:ext>
              </a:extLst>
            </p:cNvPr>
            <p:cNvSpPr/>
            <p:nvPr/>
          </p:nvSpPr>
          <p:spPr>
            <a:xfrm>
              <a:off x="192597" y="2987426"/>
              <a:ext cx="3274714" cy="345638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70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71061DD-47E1-ACE9-798A-4FE3B7538456}"/>
                </a:ext>
              </a:extLst>
            </p:cNvPr>
            <p:cNvSpPr txBox="1"/>
            <p:nvPr/>
          </p:nvSpPr>
          <p:spPr>
            <a:xfrm>
              <a:off x="240558" y="3076305"/>
              <a:ext cx="9001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err="1">
                  <a:solidFill>
                    <a:schemeClr val="bg1">
                      <a:lumMod val="65000"/>
                    </a:schemeClr>
                  </a:solidFill>
                </a:rPr>
                <a:t>wizshop</a:t>
              </a:r>
              <a:endParaRPr lang="ko-KR" altLang="en-US" sz="1200" b="1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1661F62-9C8C-955F-32F0-052B676ED877}"/>
                </a:ext>
              </a:extLst>
            </p:cNvPr>
            <p:cNvSpPr txBox="1"/>
            <p:nvPr/>
          </p:nvSpPr>
          <p:spPr>
            <a:xfrm>
              <a:off x="192597" y="3658371"/>
              <a:ext cx="3205085" cy="394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defRPr sz="700" b="1">
                  <a:solidFill>
                    <a:schemeClr val="bg1">
                      <a:lumMod val="65000"/>
                    </a:schemeClr>
                  </a:solidFill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ko-KR" altLang="en-US" dirty="0"/>
                <a:t>본 사이트는 승인된 채널 및 회원만 이용 가능한 폐쇄형 </a:t>
              </a:r>
              <a:r>
                <a:rPr lang="en-US" altLang="ko-KR" dirty="0"/>
                <a:t>B2B </a:t>
              </a:r>
              <a:r>
                <a:rPr lang="ko-KR" altLang="en-US" dirty="0"/>
                <a:t>쇼핑몰입니다</a:t>
              </a:r>
              <a:r>
                <a:rPr lang="en-US" altLang="ko-KR" dirty="0"/>
                <a:t>.</a:t>
              </a:r>
            </a:p>
            <a:p>
              <a:pPr>
                <a:lnSpc>
                  <a:spcPct val="150000"/>
                </a:lnSpc>
              </a:pPr>
              <a:r>
                <a:rPr lang="ko-KR" altLang="en-US" dirty="0"/>
                <a:t>허가되지 않은 접근 및 데이터 무단 활용은 엄격히 금지합니다</a:t>
              </a:r>
              <a:r>
                <a:rPr lang="en-US" altLang="ko-KR" dirty="0"/>
                <a:t>.</a:t>
              </a:r>
              <a:endParaRPr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F8BEDF8-0BBB-D2B0-471E-6CB989E09CB3}"/>
                </a:ext>
              </a:extLst>
            </p:cNvPr>
            <p:cNvSpPr txBox="1"/>
            <p:nvPr/>
          </p:nvSpPr>
          <p:spPr>
            <a:xfrm>
              <a:off x="192597" y="4079445"/>
              <a:ext cx="3274714" cy="13641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700" b="1" dirty="0">
                  <a:solidFill>
                    <a:schemeClr val="bg1">
                      <a:lumMod val="65000"/>
                    </a:schemeClr>
                  </a:solidFill>
                </a:rPr>
                <a:t>(</a:t>
              </a:r>
              <a:r>
                <a:rPr lang="ko-KR" altLang="en-US" sz="700" b="1" dirty="0">
                  <a:solidFill>
                    <a:schemeClr val="bg1">
                      <a:lumMod val="65000"/>
                    </a:schemeClr>
                  </a:solidFill>
                </a:rPr>
                <a:t>주</a:t>
              </a:r>
              <a:r>
                <a:rPr lang="en-US" altLang="ko-KR" sz="700" b="1" dirty="0">
                  <a:solidFill>
                    <a:schemeClr val="bg1">
                      <a:lumMod val="65000"/>
                    </a:schemeClr>
                  </a:solidFill>
                </a:rPr>
                <a:t>)</a:t>
              </a:r>
              <a:r>
                <a:rPr lang="ko-KR" altLang="en-US" sz="700" b="1" dirty="0" err="1">
                  <a:solidFill>
                    <a:schemeClr val="bg1">
                      <a:lumMod val="65000"/>
                    </a:schemeClr>
                  </a:solidFill>
                </a:rPr>
                <a:t>위즈위그</a:t>
              </a:r>
              <a:endParaRPr lang="ko-KR" altLang="en-US" sz="700" b="1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700" b="1" dirty="0">
                  <a:solidFill>
                    <a:schemeClr val="bg1">
                      <a:lumMod val="65000"/>
                    </a:schemeClr>
                  </a:solidFill>
                </a:rPr>
                <a:t>대표이사 </a:t>
              </a:r>
              <a:r>
                <a:rPr lang="en-US" altLang="ko-KR" sz="700" b="1" dirty="0">
                  <a:solidFill>
                    <a:schemeClr val="bg1">
                      <a:lumMod val="65000"/>
                    </a:schemeClr>
                  </a:solidFill>
                </a:rPr>
                <a:t>: </a:t>
              </a:r>
              <a:r>
                <a:rPr lang="ko-KR" altLang="en-US" sz="700" b="1" dirty="0" err="1">
                  <a:solidFill>
                    <a:schemeClr val="bg1">
                      <a:lumMod val="65000"/>
                    </a:schemeClr>
                  </a:solidFill>
                </a:rPr>
                <a:t>허종윤</a:t>
              </a:r>
              <a:r>
                <a:rPr lang="ko-KR" altLang="en-US" sz="700" b="1" dirty="0">
                  <a:solidFill>
                    <a:schemeClr val="bg1">
                      <a:lumMod val="65000"/>
                    </a:schemeClr>
                  </a:solidFill>
                </a:rPr>
                <a:t>  </a:t>
              </a:r>
              <a:endParaRPr lang="en-US" altLang="ko-KR" sz="700" b="1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700" b="1" dirty="0">
                  <a:solidFill>
                    <a:schemeClr val="bg1">
                      <a:lumMod val="65000"/>
                    </a:schemeClr>
                  </a:solidFill>
                </a:rPr>
                <a:t>사업자등록번호 </a:t>
              </a:r>
              <a:r>
                <a:rPr lang="en-US" altLang="ko-KR" sz="700" b="1" dirty="0">
                  <a:solidFill>
                    <a:schemeClr val="bg1">
                      <a:lumMod val="65000"/>
                    </a:schemeClr>
                  </a:solidFill>
                </a:rPr>
                <a:t>: 000-00-00000 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700" b="1" dirty="0">
                  <a:solidFill>
                    <a:schemeClr val="bg1">
                      <a:lumMod val="65000"/>
                    </a:schemeClr>
                  </a:solidFill>
                </a:rPr>
                <a:t>통신판매번호 </a:t>
              </a:r>
              <a:r>
                <a:rPr lang="en-US" altLang="ko-KR" sz="700" b="1" dirty="0">
                  <a:solidFill>
                    <a:schemeClr val="bg1">
                      <a:lumMod val="65000"/>
                    </a:schemeClr>
                  </a:solidFill>
                </a:rPr>
                <a:t>: 0000-0000-0000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700" b="1" dirty="0">
                  <a:solidFill>
                    <a:schemeClr val="bg1">
                      <a:lumMod val="65000"/>
                    </a:schemeClr>
                  </a:solidFill>
                </a:rPr>
                <a:t>서울 동대문구 </a:t>
              </a:r>
              <a:r>
                <a:rPr lang="ko-KR" altLang="en-US" sz="700" b="1" dirty="0" err="1">
                  <a:solidFill>
                    <a:schemeClr val="bg1">
                      <a:lumMod val="65000"/>
                    </a:schemeClr>
                  </a:solidFill>
                </a:rPr>
                <a:t>왕산로</a:t>
              </a:r>
              <a:r>
                <a:rPr lang="en-US" altLang="ko-KR" sz="700" b="1" dirty="0">
                  <a:solidFill>
                    <a:schemeClr val="bg1">
                      <a:lumMod val="65000"/>
                    </a:schemeClr>
                  </a:solidFill>
                </a:rPr>
                <a:t>9</a:t>
              </a:r>
              <a:r>
                <a:rPr lang="ko-KR" altLang="en-US" sz="700" b="1" dirty="0">
                  <a:solidFill>
                    <a:schemeClr val="bg1">
                      <a:lumMod val="65000"/>
                    </a:schemeClr>
                  </a:solidFill>
                </a:rPr>
                <a:t>길 </a:t>
              </a:r>
              <a:r>
                <a:rPr lang="en-US" altLang="ko-KR" sz="700" b="1" dirty="0">
                  <a:solidFill>
                    <a:schemeClr val="bg1">
                      <a:lumMod val="65000"/>
                    </a:schemeClr>
                  </a:solidFill>
                </a:rPr>
                <a:t>8 (</a:t>
              </a:r>
              <a:r>
                <a:rPr lang="ko-KR" altLang="en-US" sz="700" b="1" dirty="0">
                  <a:solidFill>
                    <a:schemeClr val="bg1">
                      <a:lumMod val="65000"/>
                    </a:schemeClr>
                  </a:solidFill>
                </a:rPr>
                <a:t>용두동</a:t>
              </a:r>
              <a:r>
                <a:rPr lang="en-US" altLang="ko-KR" sz="700" b="1" dirty="0">
                  <a:solidFill>
                    <a:schemeClr val="bg1">
                      <a:lumMod val="65000"/>
                    </a:schemeClr>
                  </a:solidFill>
                </a:rPr>
                <a:t>, </a:t>
              </a:r>
              <a:r>
                <a:rPr lang="ko-KR" altLang="en-US" sz="700" b="1" dirty="0">
                  <a:solidFill>
                    <a:schemeClr val="bg1">
                      <a:lumMod val="65000"/>
                    </a:schemeClr>
                  </a:solidFill>
                </a:rPr>
                <a:t>충호빌딩</a:t>
              </a:r>
              <a:r>
                <a:rPr lang="en-US" altLang="ko-KR" sz="700" b="1" dirty="0">
                  <a:solidFill>
                    <a:schemeClr val="bg1">
                      <a:lumMod val="65000"/>
                    </a:schemeClr>
                  </a:solidFill>
                </a:rPr>
                <a:t>) 501</a:t>
              </a:r>
              <a:r>
                <a:rPr lang="ko-KR" altLang="en-US" sz="700" b="1" dirty="0">
                  <a:solidFill>
                    <a:schemeClr val="bg1">
                      <a:lumMod val="65000"/>
                    </a:schemeClr>
                  </a:solidFill>
                </a:rPr>
                <a:t>호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700" b="1" dirty="0">
                  <a:solidFill>
                    <a:schemeClr val="bg1">
                      <a:lumMod val="65000"/>
                    </a:schemeClr>
                  </a:solidFill>
                </a:rPr>
                <a:t>TEL. (070)5129-2974 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700" b="1" dirty="0">
                  <a:solidFill>
                    <a:schemeClr val="bg1">
                      <a:lumMod val="65000"/>
                    </a:schemeClr>
                  </a:solidFill>
                </a:rPr>
                <a:t>FAX. (070)4032-2406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700" b="1" dirty="0">
                  <a:solidFill>
                    <a:schemeClr val="bg1">
                      <a:lumMod val="65000"/>
                    </a:schemeClr>
                  </a:solidFill>
                </a:rPr>
                <a:t>Copyright © 2026 WIZWIG. All rights reserved</a:t>
              </a:r>
              <a:endParaRPr lang="ko-KR" altLang="en-US" sz="700" b="1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7A90280-1FCC-5BBD-DB42-FBB0489EDB45}"/>
                </a:ext>
              </a:extLst>
            </p:cNvPr>
            <p:cNvSpPr txBox="1"/>
            <p:nvPr/>
          </p:nvSpPr>
          <p:spPr>
            <a:xfrm>
              <a:off x="256979" y="3373274"/>
              <a:ext cx="221087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defRPr sz="700" b="1">
                  <a:solidFill>
                    <a:schemeClr val="bg1">
                      <a:lumMod val="65000"/>
                    </a:schemeClr>
                  </a:solidFill>
                </a:defRPr>
              </a:lvl1pPr>
            </a:lstStyle>
            <a:p>
              <a:r>
                <a:rPr lang="ko-KR" altLang="en-US" sz="800" dirty="0">
                  <a:solidFill>
                    <a:schemeClr val="tx1"/>
                  </a:solidFill>
                </a:rPr>
                <a:t>이용약관</a:t>
              </a:r>
              <a:r>
                <a:rPr lang="ko-KR" altLang="en-US" sz="800" dirty="0"/>
                <a:t>    </a:t>
              </a:r>
              <a:r>
                <a:rPr lang="ko-KR" altLang="en-US" sz="800" dirty="0">
                  <a:solidFill>
                    <a:schemeClr val="tx1"/>
                  </a:solidFill>
                </a:rPr>
                <a:t>개인정보 처리방침    회사소개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4DDFBB9-5DBD-74CA-7EEB-218CC8370035}"/>
                </a:ext>
              </a:extLst>
            </p:cNvPr>
            <p:cNvSpPr txBox="1"/>
            <p:nvPr/>
          </p:nvSpPr>
          <p:spPr>
            <a:xfrm>
              <a:off x="197731" y="6020466"/>
              <a:ext cx="20742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defRPr sz="700" b="1">
                  <a:solidFill>
                    <a:schemeClr val="bg1">
                      <a:lumMod val="65000"/>
                    </a:schemeClr>
                  </a:solidFill>
                </a:defRPr>
              </a:lvl1pPr>
            </a:lstStyle>
            <a:p>
              <a:r>
                <a:rPr lang="ko-KR" altLang="en-US" dirty="0"/>
                <a:t>평일 </a:t>
              </a:r>
              <a:r>
                <a:rPr lang="en-US" altLang="ko-KR" dirty="0"/>
                <a:t>: 10:00 ~ 18:00 (</a:t>
              </a:r>
              <a:r>
                <a:rPr lang="ko-KR" altLang="en-US" dirty="0"/>
                <a:t>주말</a:t>
              </a:r>
              <a:r>
                <a:rPr lang="en-US" altLang="ko-KR" dirty="0"/>
                <a:t>/</a:t>
              </a:r>
              <a:r>
                <a:rPr lang="ko-KR" altLang="en-US" dirty="0"/>
                <a:t>공휴일 휴무</a:t>
              </a:r>
              <a:r>
                <a:rPr lang="en-US" altLang="ko-KR" dirty="0"/>
                <a:t>)</a:t>
              </a:r>
              <a:br>
                <a:rPr lang="en-US" altLang="ko-KR" dirty="0"/>
              </a:br>
              <a:r>
                <a:rPr lang="ko-KR" altLang="en-US" dirty="0"/>
                <a:t>점심 </a:t>
              </a:r>
              <a:r>
                <a:rPr lang="en-US" altLang="ko-KR" dirty="0"/>
                <a:t>: 12:00 ~ 13:00 </a:t>
              </a:r>
              <a:endParaRPr lang="ko-KR" alt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7D9F739-AB6B-2207-3AB2-562384A68186}"/>
                </a:ext>
              </a:extLst>
            </p:cNvPr>
            <p:cNvSpPr txBox="1"/>
            <p:nvPr/>
          </p:nvSpPr>
          <p:spPr>
            <a:xfrm>
              <a:off x="190947" y="5553816"/>
              <a:ext cx="94971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defRPr sz="700" b="1">
                  <a:solidFill>
                    <a:schemeClr val="bg1">
                      <a:lumMod val="65000"/>
                    </a:schemeClr>
                  </a:solidFill>
                </a:defRPr>
              </a:lvl1pPr>
            </a:lstStyle>
            <a:p>
              <a:r>
                <a:rPr lang="ko-KR" altLang="en-US" sz="800" dirty="0">
                  <a:solidFill>
                    <a:schemeClr val="tx1"/>
                  </a:solidFill>
                </a:rPr>
                <a:t>고객센터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309B502-211B-95E2-F5A7-F0A037C5B0D5}"/>
                </a:ext>
              </a:extLst>
            </p:cNvPr>
            <p:cNvSpPr txBox="1"/>
            <p:nvPr/>
          </p:nvSpPr>
          <p:spPr>
            <a:xfrm>
              <a:off x="190947" y="5730375"/>
              <a:ext cx="130975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defRPr sz="700" b="1">
                  <a:solidFill>
                    <a:schemeClr val="bg1">
                      <a:lumMod val="65000"/>
                    </a:schemeClr>
                  </a:solidFill>
                </a:defRPr>
              </a:lvl1pPr>
            </a:lstStyle>
            <a:p>
              <a:r>
                <a:rPr lang="en-US" altLang="ko-KR" sz="1000" dirty="0">
                  <a:solidFill>
                    <a:schemeClr val="tx1"/>
                  </a:solidFill>
                </a:rPr>
                <a:t>(070) 5129-2974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588F697F-4F4D-7529-E16C-EB4398F3A8C8}"/>
              </a:ext>
            </a:extLst>
          </p:cNvPr>
          <p:cNvGrpSpPr/>
          <p:nvPr/>
        </p:nvGrpSpPr>
        <p:grpSpPr>
          <a:xfrm>
            <a:off x="3584848" y="1343104"/>
            <a:ext cx="3322816" cy="5100698"/>
            <a:chOff x="3584848" y="1343104"/>
            <a:chExt cx="3322816" cy="5100698"/>
          </a:xfrm>
        </p:grpSpPr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85A05B99-C636-03CB-89C8-2D39F88FF5FC}"/>
                </a:ext>
              </a:extLst>
            </p:cNvPr>
            <p:cNvGrpSpPr/>
            <p:nvPr/>
          </p:nvGrpSpPr>
          <p:grpSpPr>
            <a:xfrm>
              <a:off x="3584848" y="1343104"/>
              <a:ext cx="3322816" cy="5100698"/>
              <a:chOff x="3584848" y="1343104"/>
              <a:chExt cx="3322816" cy="5100698"/>
            </a:xfrm>
          </p:grpSpPr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67E8ABA3-3C09-F3A8-9AAF-FF6C72E77D0E}"/>
                  </a:ext>
                </a:extLst>
              </p:cNvPr>
              <p:cNvSpPr/>
              <p:nvPr/>
            </p:nvSpPr>
            <p:spPr>
              <a:xfrm>
                <a:off x="3584848" y="1376771"/>
                <a:ext cx="3322816" cy="5067031"/>
              </a:xfrm>
              <a:prstGeom prst="rect">
                <a:avLst/>
              </a:prstGeom>
              <a:solidFill>
                <a:schemeClr val="tx1">
                  <a:alpha val="70000"/>
                </a:schemeClr>
              </a:solidFill>
              <a:ln w="6350"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F0C94C2A-AED5-16A9-EB5C-9887EB9C1028}"/>
                  </a:ext>
                </a:extLst>
              </p:cNvPr>
              <p:cNvSpPr/>
              <p:nvPr/>
            </p:nvSpPr>
            <p:spPr>
              <a:xfrm>
                <a:off x="3584848" y="1376771"/>
                <a:ext cx="2992420" cy="5067015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700">
                  <a:solidFill>
                    <a:schemeClr val="tx1">
                      <a:lumMod val="95000"/>
                      <a:lumOff val="5000"/>
                    </a:schemeClr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2E9D65E-41EE-1785-9640-2A404A832FBA}"/>
                  </a:ext>
                </a:extLst>
              </p:cNvPr>
              <p:cNvSpPr txBox="1"/>
              <p:nvPr/>
            </p:nvSpPr>
            <p:spPr>
              <a:xfrm>
                <a:off x="6582324" y="1343104"/>
                <a:ext cx="2788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>
                    <a:solidFill>
                      <a:schemeClr val="bg1"/>
                    </a:solidFill>
                  </a:rPr>
                  <a:t>×</a:t>
                </a:r>
                <a:endParaRPr lang="ko-KR" altLang="en-US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AFD3AB5-9491-58D2-ACEC-85AA9FFAB08A}"/>
                </a:ext>
              </a:extLst>
            </p:cNvPr>
            <p:cNvSpPr txBox="1"/>
            <p:nvPr/>
          </p:nvSpPr>
          <p:spPr>
            <a:xfrm>
              <a:off x="3636407" y="1448478"/>
              <a:ext cx="2910917" cy="21977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1000" b="1" dirty="0"/>
                <a:t>메인          </a:t>
              </a:r>
              <a:endParaRPr lang="en-US" altLang="ko-KR" sz="1000" b="1" dirty="0"/>
            </a:p>
            <a:p>
              <a:pPr>
                <a:lnSpc>
                  <a:spcPct val="200000"/>
                </a:lnSpc>
              </a:pPr>
              <a:r>
                <a:rPr lang="ko-KR" altLang="en-US" sz="1000" b="1" dirty="0"/>
                <a:t>구매신청                                              ▼          </a:t>
              </a:r>
              <a:endParaRPr lang="en-US" altLang="ko-KR" sz="1000" b="1" dirty="0"/>
            </a:p>
            <a:p>
              <a:pPr>
                <a:lnSpc>
                  <a:spcPct val="200000"/>
                </a:lnSpc>
              </a:pPr>
              <a:r>
                <a:rPr lang="ko-KR" altLang="en-US" sz="1000" b="1" dirty="0">
                  <a:solidFill>
                    <a:srgbClr val="2857A9"/>
                  </a:solidFill>
                </a:rPr>
                <a:t>고객센터                                              ▲</a:t>
              </a:r>
              <a:r>
                <a:rPr lang="ko-KR" altLang="en-US" sz="1000" b="1" dirty="0"/>
                <a:t>          </a:t>
              </a:r>
              <a:endParaRPr lang="en-US" altLang="ko-KR" sz="1000" b="1" dirty="0"/>
            </a:p>
            <a:p>
              <a:pPr>
                <a:lnSpc>
                  <a:spcPct val="200000"/>
                </a:lnSpc>
              </a:pPr>
              <a:r>
                <a:rPr lang="ko-KR" altLang="en-US" sz="1000" dirty="0"/>
                <a:t>  이용안내</a:t>
              </a:r>
              <a:endParaRPr lang="en-US" altLang="ko-KR" sz="1000" dirty="0"/>
            </a:p>
            <a:p>
              <a:pPr>
                <a:lnSpc>
                  <a:spcPct val="200000"/>
                </a:lnSpc>
              </a:pPr>
              <a:r>
                <a:rPr lang="ko-KR" altLang="en-US" sz="1000" dirty="0"/>
                <a:t>  </a:t>
              </a:r>
              <a:r>
                <a:rPr lang="ko-KR" altLang="en-US" sz="1000" dirty="0">
                  <a:solidFill>
                    <a:srgbClr val="2857A9"/>
                  </a:solidFill>
                </a:rPr>
                <a:t>문의하기</a:t>
              </a:r>
              <a:endParaRPr lang="en-US" altLang="ko-KR" sz="1000" dirty="0">
                <a:solidFill>
                  <a:srgbClr val="2857A9"/>
                </a:solidFill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1000" b="1" dirty="0"/>
                <a:t>회사소개                                              ▼             </a:t>
              </a:r>
              <a:endParaRPr lang="en-US" altLang="ko-KR" sz="1000" b="1" dirty="0"/>
            </a:p>
            <a:p>
              <a:pPr>
                <a:lnSpc>
                  <a:spcPct val="200000"/>
                </a:lnSpc>
              </a:pPr>
              <a:r>
                <a:rPr lang="ko-KR" altLang="en-US" sz="1000" b="1" dirty="0"/>
                <a:t>마이페이지                                           ▼</a:t>
              </a:r>
            </a:p>
          </p:txBody>
        </p:sp>
      </p:grp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D5BD6C6D-50AA-959B-747E-54AF338504B2}"/>
              </a:ext>
            </a:extLst>
          </p:cNvPr>
          <p:cNvSpPr/>
          <p:nvPr/>
        </p:nvSpPr>
        <p:spPr>
          <a:xfrm>
            <a:off x="1918266" y="1739633"/>
            <a:ext cx="1548901" cy="1192232"/>
          </a:xfrm>
          <a:prstGeom prst="roundRect">
            <a:avLst>
              <a:gd name="adj" fmla="val 9477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0F138A11-CB95-2F88-71FD-0B394CA84AAC}"/>
              </a:ext>
            </a:extLst>
          </p:cNvPr>
          <p:cNvGrpSpPr/>
          <p:nvPr/>
        </p:nvGrpSpPr>
        <p:grpSpPr>
          <a:xfrm>
            <a:off x="1994004" y="1842871"/>
            <a:ext cx="254000" cy="254000"/>
            <a:chOff x="7433374" y="4006664"/>
            <a:chExt cx="254000" cy="254000"/>
          </a:xfrm>
        </p:grpSpPr>
        <p:sp>
          <p:nvSpPr>
            <p:cNvPr id="48" name="Avatar Placeholder">
              <a:extLst>
                <a:ext uri="{FF2B5EF4-FFF2-40B4-BE49-F238E27FC236}">
                  <a16:creationId xmlns:a16="http://schemas.microsoft.com/office/drawing/2014/main" id="{567F4C01-17C0-047F-0049-9FE9C6ABF74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33374" y="4006664"/>
              <a:ext cx="254000" cy="254000"/>
            </a:xfrm>
            <a:prstGeom prst="ellipse">
              <a:avLst/>
            </a:prstGeom>
            <a:solidFill>
              <a:srgbClr val="E853A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9" name="User">
              <a:extLst>
                <a:ext uri="{FF2B5EF4-FFF2-40B4-BE49-F238E27FC236}">
                  <a16:creationId xmlns:a16="http://schemas.microsoft.com/office/drawing/2014/main" id="{45D9BE02-390F-4E86-462E-4375C7693F1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486867" y="4056798"/>
              <a:ext cx="136525" cy="161925"/>
            </a:xfrm>
            <a:custGeom>
              <a:avLst/>
              <a:gdLst>
                <a:gd name="T0" fmla="*/ 597 w 1194"/>
                <a:gd name="T1" fmla="*/ 0 h 1411"/>
                <a:gd name="T2" fmla="*/ 271 w 1194"/>
                <a:gd name="T3" fmla="*/ 325 h 1411"/>
                <a:gd name="T4" fmla="*/ 434 w 1194"/>
                <a:gd name="T5" fmla="*/ 695 h 1411"/>
                <a:gd name="T6" fmla="*/ 434 w 1194"/>
                <a:gd name="T7" fmla="*/ 771 h 1411"/>
                <a:gd name="T8" fmla="*/ 385 w 1194"/>
                <a:gd name="T9" fmla="*/ 836 h 1411"/>
                <a:gd name="T10" fmla="*/ 0 w 1194"/>
                <a:gd name="T11" fmla="*/ 1124 h 1411"/>
                <a:gd name="T12" fmla="*/ 0 w 1194"/>
                <a:gd name="T13" fmla="*/ 1221 h 1411"/>
                <a:gd name="T14" fmla="*/ 597 w 1194"/>
                <a:gd name="T15" fmla="*/ 1411 h 1411"/>
                <a:gd name="T16" fmla="*/ 1194 w 1194"/>
                <a:gd name="T17" fmla="*/ 1221 h 1411"/>
                <a:gd name="T18" fmla="*/ 1194 w 1194"/>
                <a:gd name="T19" fmla="*/ 1124 h 1411"/>
                <a:gd name="T20" fmla="*/ 809 w 1194"/>
                <a:gd name="T21" fmla="*/ 836 h 1411"/>
                <a:gd name="T22" fmla="*/ 760 w 1194"/>
                <a:gd name="T23" fmla="*/ 771 h 1411"/>
                <a:gd name="T24" fmla="*/ 760 w 1194"/>
                <a:gd name="T25" fmla="*/ 695 h 1411"/>
                <a:gd name="T26" fmla="*/ 923 w 1194"/>
                <a:gd name="T27" fmla="*/ 325 h 1411"/>
                <a:gd name="T28" fmla="*/ 597 w 1194"/>
                <a:gd name="T29" fmla="*/ 0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94" h="1411">
                  <a:moveTo>
                    <a:pt x="597" y="0"/>
                  </a:moveTo>
                  <a:cubicBezTo>
                    <a:pt x="418" y="0"/>
                    <a:pt x="271" y="113"/>
                    <a:pt x="271" y="325"/>
                  </a:cubicBezTo>
                  <a:cubicBezTo>
                    <a:pt x="271" y="467"/>
                    <a:pt x="337" y="613"/>
                    <a:pt x="434" y="695"/>
                  </a:cubicBezTo>
                  <a:lnTo>
                    <a:pt x="434" y="771"/>
                  </a:lnTo>
                  <a:cubicBezTo>
                    <a:pt x="434" y="804"/>
                    <a:pt x="412" y="830"/>
                    <a:pt x="385" y="836"/>
                  </a:cubicBezTo>
                  <a:cubicBezTo>
                    <a:pt x="173" y="901"/>
                    <a:pt x="0" y="1043"/>
                    <a:pt x="0" y="1124"/>
                  </a:cubicBezTo>
                  <a:lnTo>
                    <a:pt x="0" y="1221"/>
                  </a:lnTo>
                  <a:cubicBezTo>
                    <a:pt x="0" y="1324"/>
                    <a:pt x="266" y="1411"/>
                    <a:pt x="597" y="1411"/>
                  </a:cubicBezTo>
                  <a:cubicBezTo>
                    <a:pt x="928" y="1411"/>
                    <a:pt x="1194" y="1324"/>
                    <a:pt x="1194" y="1221"/>
                  </a:cubicBezTo>
                  <a:lnTo>
                    <a:pt x="1194" y="1124"/>
                  </a:lnTo>
                  <a:cubicBezTo>
                    <a:pt x="1194" y="1048"/>
                    <a:pt x="1026" y="901"/>
                    <a:pt x="809" y="836"/>
                  </a:cubicBezTo>
                  <a:cubicBezTo>
                    <a:pt x="782" y="830"/>
                    <a:pt x="760" y="798"/>
                    <a:pt x="760" y="771"/>
                  </a:cubicBezTo>
                  <a:lnTo>
                    <a:pt x="760" y="695"/>
                  </a:lnTo>
                  <a:cubicBezTo>
                    <a:pt x="857" y="613"/>
                    <a:pt x="923" y="467"/>
                    <a:pt x="923" y="325"/>
                  </a:cubicBezTo>
                  <a:cubicBezTo>
                    <a:pt x="923" y="113"/>
                    <a:pt x="776" y="0"/>
                    <a:pt x="597" y="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A200FF17-8190-C367-E23D-ED273CC93074}"/>
              </a:ext>
            </a:extLst>
          </p:cNvPr>
          <p:cNvSpPr/>
          <p:nvPr/>
        </p:nvSpPr>
        <p:spPr>
          <a:xfrm>
            <a:off x="5948453" y="183699"/>
            <a:ext cx="216000" cy="216000"/>
          </a:xfrm>
          <a:prstGeom prst="roundRect">
            <a:avLst/>
          </a:prstGeom>
          <a:solidFill>
            <a:srgbClr val="2858A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endParaRPr lang="ko-KR" altLang="en-US" sz="900" b="1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7" name="Exit">
            <a:extLst>
              <a:ext uri="{FF2B5EF4-FFF2-40B4-BE49-F238E27FC236}">
                <a16:creationId xmlns:a16="http://schemas.microsoft.com/office/drawing/2014/main" id="{C81192FA-967A-338F-F9C3-9C7AACE5A8B3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5980036" y="209972"/>
            <a:ext cx="134938" cy="161925"/>
          </a:xfrm>
          <a:custGeom>
            <a:avLst/>
            <a:gdLst>
              <a:gd name="T0" fmla="*/ 163 w 1167"/>
              <a:gd name="T1" fmla="*/ 0 h 1411"/>
              <a:gd name="T2" fmla="*/ 0 w 1167"/>
              <a:gd name="T3" fmla="*/ 163 h 1411"/>
              <a:gd name="T4" fmla="*/ 0 w 1167"/>
              <a:gd name="T5" fmla="*/ 1248 h 1411"/>
              <a:gd name="T6" fmla="*/ 163 w 1167"/>
              <a:gd name="T7" fmla="*/ 1411 h 1411"/>
              <a:gd name="T8" fmla="*/ 923 w 1167"/>
              <a:gd name="T9" fmla="*/ 1411 h 1411"/>
              <a:gd name="T10" fmla="*/ 1085 w 1167"/>
              <a:gd name="T11" fmla="*/ 1248 h 1411"/>
              <a:gd name="T12" fmla="*/ 1085 w 1167"/>
              <a:gd name="T13" fmla="*/ 967 h 1411"/>
              <a:gd name="T14" fmla="*/ 977 w 1167"/>
              <a:gd name="T15" fmla="*/ 1062 h 1411"/>
              <a:gd name="T16" fmla="*/ 977 w 1167"/>
              <a:gd name="T17" fmla="*/ 1248 h 1411"/>
              <a:gd name="T18" fmla="*/ 923 w 1167"/>
              <a:gd name="T19" fmla="*/ 1303 h 1411"/>
              <a:gd name="T20" fmla="*/ 163 w 1167"/>
              <a:gd name="T21" fmla="*/ 1303 h 1411"/>
              <a:gd name="T22" fmla="*/ 109 w 1167"/>
              <a:gd name="T23" fmla="*/ 1248 h 1411"/>
              <a:gd name="T24" fmla="*/ 109 w 1167"/>
              <a:gd name="T25" fmla="*/ 163 h 1411"/>
              <a:gd name="T26" fmla="*/ 163 w 1167"/>
              <a:gd name="T27" fmla="*/ 109 h 1411"/>
              <a:gd name="T28" fmla="*/ 923 w 1167"/>
              <a:gd name="T29" fmla="*/ 109 h 1411"/>
              <a:gd name="T30" fmla="*/ 977 w 1167"/>
              <a:gd name="T31" fmla="*/ 163 h 1411"/>
              <a:gd name="T32" fmla="*/ 977 w 1167"/>
              <a:gd name="T33" fmla="*/ 351 h 1411"/>
              <a:gd name="T34" fmla="*/ 1085 w 1167"/>
              <a:gd name="T35" fmla="*/ 444 h 1411"/>
              <a:gd name="T36" fmla="*/ 1085 w 1167"/>
              <a:gd name="T37" fmla="*/ 163 h 1411"/>
              <a:gd name="T38" fmla="*/ 923 w 1167"/>
              <a:gd name="T39" fmla="*/ 0 h 1411"/>
              <a:gd name="T40" fmla="*/ 163 w 1167"/>
              <a:gd name="T41" fmla="*/ 0 h 1411"/>
              <a:gd name="T42" fmla="*/ 751 w 1167"/>
              <a:gd name="T43" fmla="*/ 351 h 1411"/>
              <a:gd name="T44" fmla="*/ 706 w 1167"/>
              <a:gd name="T45" fmla="*/ 405 h 1411"/>
              <a:gd name="T46" fmla="*/ 706 w 1167"/>
              <a:gd name="T47" fmla="*/ 543 h 1411"/>
              <a:gd name="T48" fmla="*/ 380 w 1167"/>
              <a:gd name="T49" fmla="*/ 543 h 1411"/>
              <a:gd name="T50" fmla="*/ 326 w 1167"/>
              <a:gd name="T51" fmla="*/ 597 h 1411"/>
              <a:gd name="T52" fmla="*/ 326 w 1167"/>
              <a:gd name="T53" fmla="*/ 814 h 1411"/>
              <a:gd name="T54" fmla="*/ 380 w 1167"/>
              <a:gd name="T55" fmla="*/ 869 h 1411"/>
              <a:gd name="T56" fmla="*/ 706 w 1167"/>
              <a:gd name="T57" fmla="*/ 869 h 1411"/>
              <a:gd name="T58" fmla="*/ 706 w 1167"/>
              <a:gd name="T59" fmla="*/ 1004 h 1411"/>
              <a:gd name="T60" fmla="*/ 760 w 1167"/>
              <a:gd name="T61" fmla="*/ 1058 h 1411"/>
              <a:gd name="T62" fmla="*/ 1167 w 1167"/>
              <a:gd name="T63" fmla="*/ 706 h 1411"/>
              <a:gd name="T64" fmla="*/ 760 w 1167"/>
              <a:gd name="T65" fmla="*/ 353 h 1411"/>
              <a:gd name="T66" fmla="*/ 751 w 1167"/>
              <a:gd name="T67" fmla="*/ 351 h 1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167" h="1411">
                <a:moveTo>
                  <a:pt x="163" y="0"/>
                </a:moveTo>
                <a:cubicBezTo>
                  <a:pt x="73" y="0"/>
                  <a:pt x="0" y="73"/>
                  <a:pt x="0" y="163"/>
                </a:cubicBezTo>
                <a:lnTo>
                  <a:pt x="0" y="1248"/>
                </a:lnTo>
                <a:cubicBezTo>
                  <a:pt x="0" y="1338"/>
                  <a:pt x="73" y="1411"/>
                  <a:pt x="163" y="1411"/>
                </a:cubicBezTo>
                <a:lnTo>
                  <a:pt x="923" y="1411"/>
                </a:lnTo>
                <a:cubicBezTo>
                  <a:pt x="1013" y="1411"/>
                  <a:pt x="1085" y="1338"/>
                  <a:pt x="1085" y="1248"/>
                </a:cubicBezTo>
                <a:lnTo>
                  <a:pt x="1085" y="967"/>
                </a:lnTo>
                <a:lnTo>
                  <a:pt x="977" y="1062"/>
                </a:lnTo>
                <a:lnTo>
                  <a:pt x="977" y="1248"/>
                </a:lnTo>
                <a:cubicBezTo>
                  <a:pt x="977" y="1278"/>
                  <a:pt x="953" y="1303"/>
                  <a:pt x="923" y="1303"/>
                </a:cubicBezTo>
                <a:lnTo>
                  <a:pt x="163" y="1303"/>
                </a:lnTo>
                <a:cubicBezTo>
                  <a:pt x="133" y="1303"/>
                  <a:pt x="109" y="1278"/>
                  <a:pt x="109" y="1248"/>
                </a:cubicBezTo>
                <a:lnTo>
                  <a:pt x="109" y="163"/>
                </a:lnTo>
                <a:cubicBezTo>
                  <a:pt x="109" y="133"/>
                  <a:pt x="133" y="109"/>
                  <a:pt x="163" y="109"/>
                </a:cubicBezTo>
                <a:lnTo>
                  <a:pt x="923" y="109"/>
                </a:lnTo>
                <a:cubicBezTo>
                  <a:pt x="953" y="109"/>
                  <a:pt x="977" y="133"/>
                  <a:pt x="977" y="163"/>
                </a:cubicBezTo>
                <a:lnTo>
                  <a:pt x="977" y="351"/>
                </a:lnTo>
                <a:lnTo>
                  <a:pt x="1085" y="444"/>
                </a:lnTo>
                <a:lnTo>
                  <a:pt x="1085" y="163"/>
                </a:lnTo>
                <a:cubicBezTo>
                  <a:pt x="1085" y="73"/>
                  <a:pt x="1013" y="0"/>
                  <a:pt x="923" y="0"/>
                </a:cubicBezTo>
                <a:lnTo>
                  <a:pt x="163" y="0"/>
                </a:lnTo>
                <a:close/>
                <a:moveTo>
                  <a:pt x="751" y="351"/>
                </a:moveTo>
                <a:cubicBezTo>
                  <a:pt x="736" y="349"/>
                  <a:pt x="706" y="351"/>
                  <a:pt x="706" y="405"/>
                </a:cubicBezTo>
                <a:lnTo>
                  <a:pt x="706" y="543"/>
                </a:lnTo>
                <a:lnTo>
                  <a:pt x="380" y="543"/>
                </a:lnTo>
                <a:cubicBezTo>
                  <a:pt x="350" y="543"/>
                  <a:pt x="326" y="567"/>
                  <a:pt x="326" y="597"/>
                </a:cubicBezTo>
                <a:lnTo>
                  <a:pt x="326" y="814"/>
                </a:lnTo>
                <a:cubicBezTo>
                  <a:pt x="326" y="844"/>
                  <a:pt x="350" y="869"/>
                  <a:pt x="380" y="869"/>
                </a:cubicBezTo>
                <a:lnTo>
                  <a:pt x="706" y="869"/>
                </a:lnTo>
                <a:lnTo>
                  <a:pt x="706" y="1004"/>
                </a:lnTo>
                <a:cubicBezTo>
                  <a:pt x="706" y="1074"/>
                  <a:pt x="760" y="1058"/>
                  <a:pt x="760" y="1058"/>
                </a:cubicBezTo>
                <a:lnTo>
                  <a:pt x="1167" y="706"/>
                </a:lnTo>
                <a:lnTo>
                  <a:pt x="760" y="353"/>
                </a:lnTo>
                <a:cubicBezTo>
                  <a:pt x="760" y="353"/>
                  <a:pt x="756" y="352"/>
                  <a:pt x="751" y="35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3523D5C-F984-54D5-6C6C-C05E68AF1FFB}"/>
              </a:ext>
            </a:extLst>
          </p:cNvPr>
          <p:cNvSpPr txBox="1"/>
          <p:nvPr/>
        </p:nvSpPr>
        <p:spPr>
          <a:xfrm>
            <a:off x="2306922" y="1854455"/>
            <a:ext cx="8981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/>
              <a:t>홍길동 </a:t>
            </a:r>
            <a:r>
              <a:rPr lang="ko-KR" altLang="en-US" sz="900" dirty="0"/>
              <a:t>님</a:t>
            </a:r>
            <a:r>
              <a:rPr lang="ko-KR" altLang="en-US" sz="900" b="1" dirty="0"/>
              <a:t> </a:t>
            </a:r>
            <a:r>
              <a:rPr lang="en-US" altLang="ko-KR" sz="900" b="1" dirty="0"/>
              <a:t>〉</a:t>
            </a:r>
            <a:endParaRPr lang="ko-KR" altLang="en-US" sz="900" b="1" dirty="0"/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DB1E1447-1739-1539-E705-44702AFE0CD0}"/>
              </a:ext>
            </a:extLst>
          </p:cNvPr>
          <p:cNvCxnSpPr/>
          <p:nvPr/>
        </p:nvCxnSpPr>
        <p:spPr>
          <a:xfrm>
            <a:off x="1918266" y="2173831"/>
            <a:ext cx="1548901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A5D29478-0B54-D086-72C7-F845C26CAB5B}"/>
              </a:ext>
            </a:extLst>
          </p:cNvPr>
          <p:cNvSpPr txBox="1"/>
          <p:nvPr/>
        </p:nvSpPr>
        <p:spPr>
          <a:xfrm>
            <a:off x="1931629" y="2190603"/>
            <a:ext cx="1512281" cy="602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900" b="1" dirty="0"/>
              <a:t>마이페이지</a:t>
            </a:r>
            <a:endParaRPr lang="en-US" altLang="ko-KR" sz="900" b="1" dirty="0"/>
          </a:p>
          <a:p>
            <a:pPr>
              <a:lnSpc>
                <a:spcPct val="200000"/>
              </a:lnSpc>
            </a:pPr>
            <a:r>
              <a:rPr lang="ko-KR" altLang="en-US" sz="900" b="1" dirty="0"/>
              <a:t>로그아웃</a:t>
            </a: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CF38C14D-50F8-8F63-B696-F00F30643103}"/>
              </a:ext>
            </a:extLst>
          </p:cNvPr>
          <p:cNvGrpSpPr/>
          <p:nvPr/>
        </p:nvGrpSpPr>
        <p:grpSpPr>
          <a:xfrm>
            <a:off x="2940500" y="5915785"/>
            <a:ext cx="468000" cy="468000"/>
            <a:chOff x="6375117" y="5116072"/>
            <a:chExt cx="468000" cy="468000"/>
          </a:xfrm>
        </p:grpSpPr>
        <p:sp>
          <p:nvSpPr>
            <p:cNvPr id="61" name="Avatar Placeholder">
              <a:extLst>
                <a:ext uri="{FF2B5EF4-FFF2-40B4-BE49-F238E27FC236}">
                  <a16:creationId xmlns:a16="http://schemas.microsoft.com/office/drawing/2014/main" id="{3B35AB54-7319-CF6C-93D0-E28A346CE24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75117" y="5116072"/>
              <a:ext cx="468000" cy="468000"/>
            </a:xfrm>
            <a:prstGeom prst="ellipse">
              <a:avLst/>
            </a:prstGeom>
            <a:solidFill>
              <a:srgbClr val="FFC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2" name="Speech Bubble">
              <a:extLst>
                <a:ext uri="{FF2B5EF4-FFF2-40B4-BE49-F238E27FC236}">
                  <a16:creationId xmlns:a16="http://schemas.microsoft.com/office/drawing/2014/main" id="{F1518BF5-BF6D-265B-C373-95A422BAF3B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484352" y="5224072"/>
              <a:ext cx="249529" cy="252000"/>
            </a:xfrm>
            <a:custGeom>
              <a:avLst/>
              <a:gdLst>
                <a:gd name="T0" fmla="*/ 696 w 1391"/>
                <a:gd name="T1" fmla="*/ 0 h 1396"/>
                <a:gd name="T2" fmla="*/ 0 w 1391"/>
                <a:gd name="T3" fmla="*/ 614 h 1396"/>
                <a:gd name="T4" fmla="*/ 211 w 1391"/>
                <a:gd name="T5" fmla="*/ 1053 h 1396"/>
                <a:gd name="T6" fmla="*/ 12 w 1391"/>
                <a:gd name="T7" fmla="*/ 1328 h 1396"/>
                <a:gd name="T8" fmla="*/ 548 w 1391"/>
                <a:gd name="T9" fmla="*/ 1214 h 1396"/>
                <a:gd name="T10" fmla="*/ 696 w 1391"/>
                <a:gd name="T11" fmla="*/ 1228 h 1396"/>
                <a:gd name="T12" fmla="*/ 1391 w 1391"/>
                <a:gd name="T13" fmla="*/ 614 h 1396"/>
                <a:gd name="T14" fmla="*/ 696 w 1391"/>
                <a:gd name="T15" fmla="*/ 0 h 1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91" h="1396">
                  <a:moveTo>
                    <a:pt x="696" y="0"/>
                  </a:moveTo>
                  <a:cubicBezTo>
                    <a:pt x="312" y="0"/>
                    <a:pt x="0" y="275"/>
                    <a:pt x="0" y="614"/>
                  </a:cubicBezTo>
                  <a:cubicBezTo>
                    <a:pt x="0" y="786"/>
                    <a:pt x="81" y="942"/>
                    <a:pt x="211" y="1053"/>
                  </a:cubicBezTo>
                  <a:cubicBezTo>
                    <a:pt x="183" y="1217"/>
                    <a:pt x="0" y="1283"/>
                    <a:pt x="12" y="1328"/>
                  </a:cubicBezTo>
                  <a:cubicBezTo>
                    <a:pt x="176" y="1396"/>
                    <a:pt x="499" y="1239"/>
                    <a:pt x="548" y="1214"/>
                  </a:cubicBezTo>
                  <a:cubicBezTo>
                    <a:pt x="596" y="1223"/>
                    <a:pt x="645" y="1228"/>
                    <a:pt x="696" y="1228"/>
                  </a:cubicBezTo>
                  <a:cubicBezTo>
                    <a:pt x="1080" y="1228"/>
                    <a:pt x="1391" y="953"/>
                    <a:pt x="1391" y="614"/>
                  </a:cubicBezTo>
                  <a:cubicBezTo>
                    <a:pt x="1391" y="275"/>
                    <a:pt x="1080" y="0"/>
                    <a:pt x="696" y="0"/>
                  </a:cubicBezTo>
                  <a:close/>
                </a:path>
              </a:pathLst>
            </a:custGeom>
            <a:solidFill>
              <a:srgbClr val="E557D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63" name="타원 62">
            <a:extLst>
              <a:ext uri="{FF2B5EF4-FFF2-40B4-BE49-F238E27FC236}">
                <a16:creationId xmlns:a16="http://schemas.microsoft.com/office/drawing/2014/main" id="{BA5378CC-61D4-4A5F-CF9A-6D7197CBB20E}"/>
              </a:ext>
            </a:extLst>
          </p:cNvPr>
          <p:cNvSpPr/>
          <p:nvPr/>
        </p:nvSpPr>
        <p:spPr>
          <a:xfrm>
            <a:off x="680741" y="1257870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1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8DE9A1B4-7B55-5F53-0F4E-B16D9CC1E6C9}"/>
              </a:ext>
            </a:extLst>
          </p:cNvPr>
          <p:cNvSpPr/>
          <p:nvPr/>
        </p:nvSpPr>
        <p:spPr>
          <a:xfrm>
            <a:off x="98714" y="1256793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2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BABF73AD-35A0-D4F4-CBA8-EAA0EFEB31BD}"/>
              </a:ext>
            </a:extLst>
          </p:cNvPr>
          <p:cNvSpPr/>
          <p:nvPr/>
        </p:nvSpPr>
        <p:spPr>
          <a:xfrm>
            <a:off x="3027523" y="1244724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4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03947730-C6CA-C9E2-0754-1F742AEAA9DB}"/>
              </a:ext>
            </a:extLst>
          </p:cNvPr>
          <p:cNvSpPr/>
          <p:nvPr/>
        </p:nvSpPr>
        <p:spPr>
          <a:xfrm>
            <a:off x="3556227" y="1313184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3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CEBEA0BF-222C-2114-404B-DA5DB35648CD}"/>
              </a:ext>
            </a:extLst>
          </p:cNvPr>
          <p:cNvSpPr/>
          <p:nvPr/>
        </p:nvSpPr>
        <p:spPr>
          <a:xfrm>
            <a:off x="121932" y="2923866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6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8B1468FE-D624-2EE0-256D-84F16A913EE3}"/>
              </a:ext>
            </a:extLst>
          </p:cNvPr>
          <p:cNvSpPr/>
          <p:nvPr/>
        </p:nvSpPr>
        <p:spPr>
          <a:xfrm>
            <a:off x="1828805" y="1682754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5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0D433B73-46EA-5557-5F42-53EE5022BE4E}"/>
              </a:ext>
            </a:extLst>
          </p:cNvPr>
          <p:cNvSpPr/>
          <p:nvPr/>
        </p:nvSpPr>
        <p:spPr>
          <a:xfrm>
            <a:off x="2941735" y="5804466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7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graphicFrame>
        <p:nvGraphicFramePr>
          <p:cNvPr id="71" name="Group 260">
            <a:extLst>
              <a:ext uri="{FF2B5EF4-FFF2-40B4-BE49-F238E27FC236}">
                <a16:creationId xmlns:a16="http://schemas.microsoft.com/office/drawing/2014/main" id="{7836F5CA-9F89-3DD6-E7F0-F3DDCFA563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9530440"/>
              </p:ext>
            </p:extLst>
          </p:nvPr>
        </p:nvGraphicFramePr>
        <p:xfrm>
          <a:off x="6969418" y="2548005"/>
          <a:ext cx="2772114" cy="4273537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기본 페이지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BI</a:t>
                      </a:r>
                      <a:endParaRPr kumimoji="1" lang="ko-KR" altLang="en-US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en-US" altLang="ko-KR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Wizshop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BI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노출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채널별 명칭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or BI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노출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메인 페이지 이동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* </a:t>
                      </a: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사이트 명칭 </a:t>
                      </a:r>
                      <a:r>
                        <a:rPr kumimoji="1" lang="ko-KR" altLang="en-US" sz="7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확정안</a:t>
                      </a: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필요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삼선 메뉴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삼선 메뉴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전체 메뉴 오픈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98225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전체 메뉴 팝업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삼선 메뉴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전체 메뉴 오픈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닫기 버튼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메뉴 닫힘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- 1, 2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뎁스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메뉴 아코디언 방식 적용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- 1,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뎁스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최종 메뉴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페이지 이동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767904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계정 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버튼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로그인 계정 레이어 팝업 노출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512549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로그인 정보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로그인 계정 정보 노출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마이페이지 바로가기 링크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로그아웃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로그아웃 처리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5929651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Footer</a:t>
                      </a: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영역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BI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노출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회사소개 메뉴 노출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회사 정보 텍스트 노출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고객센터 정보 노출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198861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문의하기 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버튼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문의하기 등록 팝업 노출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모든 페이지 우측 하단 고정 노출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4854244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*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사이트 이용 방식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폐쇄형 사이트로 로그인을 해야 접근 가능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최초 접근시는 로그인 페이지로 접근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3202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49728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66CF0-D5FB-8A03-3C4D-A3F3D86BC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97B640-378C-D927-BBA9-17769BCB47A5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 err="1">
                <a:solidFill>
                  <a:prstClr val="black"/>
                </a:solidFill>
              </a:rPr>
              <a:t>와아이프레임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Mo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8E10FC-7CCF-A575-74FC-ECB83A937CD2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와이어프레임 </a:t>
            </a:r>
            <a:r>
              <a:rPr lang="en-US" altLang="ko-KR" sz="900" b="1" dirty="0">
                <a:solidFill>
                  <a:prstClr val="black"/>
                </a:solidFill>
              </a:rPr>
              <a:t>Mo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CF405704-85DB-8AD0-BEBA-9427A657ED40}"/>
              </a:ext>
            </a:extLst>
          </p:cNvPr>
          <p:cNvGrpSpPr/>
          <p:nvPr/>
        </p:nvGrpSpPr>
        <p:grpSpPr>
          <a:xfrm>
            <a:off x="164468" y="1387805"/>
            <a:ext cx="3312000" cy="349007"/>
            <a:chOff x="164468" y="1387805"/>
            <a:chExt cx="3312000" cy="349007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517E1AD-EF42-258B-40CE-A195033BEA53}"/>
                </a:ext>
              </a:extLst>
            </p:cNvPr>
            <p:cNvSpPr txBox="1"/>
            <p:nvPr/>
          </p:nvSpPr>
          <p:spPr>
            <a:xfrm>
              <a:off x="741164" y="1387805"/>
              <a:ext cx="9001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err="1">
                  <a:solidFill>
                    <a:srgbClr val="2858A9"/>
                  </a:solidFill>
                </a:rPr>
                <a:t>wiz</a:t>
              </a:r>
              <a:r>
                <a:rPr lang="en-US" altLang="ko-KR" sz="1200" b="1" dirty="0" err="1">
                  <a:solidFill>
                    <a:srgbClr val="E853A1"/>
                  </a:solidFill>
                </a:rPr>
                <a:t>shop</a:t>
              </a:r>
              <a:endParaRPr lang="ko-KR" altLang="en-US" sz="1200" b="1" dirty="0">
                <a:solidFill>
                  <a:srgbClr val="E853A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7C4BD0D-29DB-061B-C094-BA910804A2DA}"/>
                </a:ext>
              </a:extLst>
            </p:cNvPr>
            <p:cNvSpPr txBox="1"/>
            <p:nvPr/>
          </p:nvSpPr>
          <p:spPr>
            <a:xfrm>
              <a:off x="1424608" y="1418583"/>
              <a:ext cx="144016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/>
                <a:t>서울과학기술대학교</a:t>
              </a:r>
            </a:p>
          </p:txBody>
        </p:sp>
        <p:sp>
          <p:nvSpPr>
            <p:cNvPr id="8" name="Menu">
              <a:extLst>
                <a:ext uri="{FF2B5EF4-FFF2-40B4-BE49-F238E27FC236}">
                  <a16:creationId xmlns:a16="http://schemas.microsoft.com/office/drawing/2014/main" id="{EC4E646A-A502-0EC3-0200-0AC01988D171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08484" y="1481671"/>
              <a:ext cx="161925" cy="111125"/>
            </a:xfrm>
            <a:custGeom>
              <a:avLst/>
              <a:gdLst>
                <a:gd name="T0" fmla="*/ 0 w 1411"/>
                <a:gd name="T1" fmla="*/ 0 h 977"/>
                <a:gd name="T2" fmla="*/ 0 w 1411"/>
                <a:gd name="T3" fmla="*/ 108 h 977"/>
                <a:gd name="T4" fmla="*/ 1411 w 1411"/>
                <a:gd name="T5" fmla="*/ 108 h 977"/>
                <a:gd name="T6" fmla="*/ 1411 w 1411"/>
                <a:gd name="T7" fmla="*/ 0 h 977"/>
                <a:gd name="T8" fmla="*/ 0 w 1411"/>
                <a:gd name="T9" fmla="*/ 0 h 977"/>
                <a:gd name="T10" fmla="*/ 0 w 1411"/>
                <a:gd name="T11" fmla="*/ 434 h 977"/>
                <a:gd name="T12" fmla="*/ 0 w 1411"/>
                <a:gd name="T13" fmla="*/ 542 h 977"/>
                <a:gd name="T14" fmla="*/ 1411 w 1411"/>
                <a:gd name="T15" fmla="*/ 542 h 977"/>
                <a:gd name="T16" fmla="*/ 1411 w 1411"/>
                <a:gd name="T17" fmla="*/ 434 h 977"/>
                <a:gd name="T18" fmla="*/ 0 w 1411"/>
                <a:gd name="T19" fmla="*/ 434 h 977"/>
                <a:gd name="T20" fmla="*/ 0 w 1411"/>
                <a:gd name="T21" fmla="*/ 868 h 977"/>
                <a:gd name="T22" fmla="*/ 0 w 1411"/>
                <a:gd name="T23" fmla="*/ 977 h 977"/>
                <a:gd name="T24" fmla="*/ 1411 w 1411"/>
                <a:gd name="T25" fmla="*/ 977 h 977"/>
                <a:gd name="T26" fmla="*/ 1411 w 1411"/>
                <a:gd name="T27" fmla="*/ 868 h 977"/>
                <a:gd name="T28" fmla="*/ 0 w 1411"/>
                <a:gd name="T29" fmla="*/ 868 h 9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11" h="977">
                  <a:moveTo>
                    <a:pt x="0" y="0"/>
                  </a:moveTo>
                  <a:lnTo>
                    <a:pt x="0" y="108"/>
                  </a:lnTo>
                  <a:lnTo>
                    <a:pt x="1411" y="108"/>
                  </a:lnTo>
                  <a:lnTo>
                    <a:pt x="1411" y="0"/>
                  </a:lnTo>
                  <a:lnTo>
                    <a:pt x="0" y="0"/>
                  </a:lnTo>
                  <a:close/>
                  <a:moveTo>
                    <a:pt x="0" y="434"/>
                  </a:moveTo>
                  <a:lnTo>
                    <a:pt x="0" y="542"/>
                  </a:lnTo>
                  <a:lnTo>
                    <a:pt x="1411" y="542"/>
                  </a:lnTo>
                  <a:lnTo>
                    <a:pt x="1411" y="434"/>
                  </a:lnTo>
                  <a:lnTo>
                    <a:pt x="0" y="434"/>
                  </a:lnTo>
                  <a:close/>
                  <a:moveTo>
                    <a:pt x="0" y="868"/>
                  </a:moveTo>
                  <a:lnTo>
                    <a:pt x="0" y="977"/>
                  </a:lnTo>
                  <a:lnTo>
                    <a:pt x="1411" y="977"/>
                  </a:lnTo>
                  <a:lnTo>
                    <a:pt x="1411" y="868"/>
                  </a:lnTo>
                  <a:lnTo>
                    <a:pt x="0" y="868"/>
                  </a:lnTo>
                  <a:close/>
                </a:path>
              </a:pathLst>
            </a:custGeom>
            <a:solidFill>
              <a:srgbClr val="5F5F5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CBA0F9C9-8664-477B-7EB6-BA96E8F9361E}"/>
                </a:ext>
              </a:extLst>
            </p:cNvPr>
            <p:cNvCxnSpPr/>
            <p:nvPr/>
          </p:nvCxnSpPr>
          <p:spPr>
            <a:xfrm>
              <a:off x="164468" y="1736812"/>
              <a:ext cx="3312000" cy="0"/>
            </a:xfrm>
            <a:prstGeom prst="line">
              <a:avLst/>
            </a:prstGeom>
            <a:ln w="6350" cmpd="sng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9EEE7817-B840-051A-F89A-7114623C25E8}"/>
                </a:ext>
              </a:extLst>
            </p:cNvPr>
            <p:cNvGrpSpPr/>
            <p:nvPr/>
          </p:nvGrpSpPr>
          <p:grpSpPr>
            <a:xfrm>
              <a:off x="3151557" y="1424431"/>
              <a:ext cx="254000" cy="254000"/>
              <a:chOff x="7433374" y="4006664"/>
              <a:chExt cx="254000" cy="254000"/>
            </a:xfrm>
          </p:grpSpPr>
          <p:sp>
            <p:nvSpPr>
              <p:cNvPr id="22" name="Avatar Placeholder">
                <a:extLst>
                  <a:ext uri="{FF2B5EF4-FFF2-40B4-BE49-F238E27FC236}">
                    <a16:creationId xmlns:a16="http://schemas.microsoft.com/office/drawing/2014/main" id="{746CB6CD-DE5B-C8E5-F5CE-0DC5B5F56C9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433374" y="4006664"/>
                <a:ext cx="254000" cy="254000"/>
              </a:xfrm>
              <a:prstGeom prst="ellipse">
                <a:avLst/>
              </a:prstGeom>
              <a:solidFill>
                <a:srgbClr val="E853A1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3" name="User">
                <a:extLst>
                  <a:ext uri="{FF2B5EF4-FFF2-40B4-BE49-F238E27FC236}">
                    <a16:creationId xmlns:a16="http://schemas.microsoft.com/office/drawing/2014/main" id="{A769BA0E-06E0-B784-7F8E-EE4CFFDA793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486867" y="4056798"/>
                <a:ext cx="136525" cy="161925"/>
              </a:xfrm>
              <a:custGeom>
                <a:avLst/>
                <a:gdLst>
                  <a:gd name="T0" fmla="*/ 597 w 1194"/>
                  <a:gd name="T1" fmla="*/ 0 h 1411"/>
                  <a:gd name="T2" fmla="*/ 271 w 1194"/>
                  <a:gd name="T3" fmla="*/ 325 h 1411"/>
                  <a:gd name="T4" fmla="*/ 434 w 1194"/>
                  <a:gd name="T5" fmla="*/ 695 h 1411"/>
                  <a:gd name="T6" fmla="*/ 434 w 1194"/>
                  <a:gd name="T7" fmla="*/ 771 h 1411"/>
                  <a:gd name="T8" fmla="*/ 385 w 1194"/>
                  <a:gd name="T9" fmla="*/ 836 h 1411"/>
                  <a:gd name="T10" fmla="*/ 0 w 1194"/>
                  <a:gd name="T11" fmla="*/ 1124 h 1411"/>
                  <a:gd name="T12" fmla="*/ 0 w 1194"/>
                  <a:gd name="T13" fmla="*/ 1221 h 1411"/>
                  <a:gd name="T14" fmla="*/ 597 w 1194"/>
                  <a:gd name="T15" fmla="*/ 1411 h 1411"/>
                  <a:gd name="T16" fmla="*/ 1194 w 1194"/>
                  <a:gd name="T17" fmla="*/ 1221 h 1411"/>
                  <a:gd name="T18" fmla="*/ 1194 w 1194"/>
                  <a:gd name="T19" fmla="*/ 1124 h 1411"/>
                  <a:gd name="T20" fmla="*/ 809 w 1194"/>
                  <a:gd name="T21" fmla="*/ 836 h 1411"/>
                  <a:gd name="T22" fmla="*/ 760 w 1194"/>
                  <a:gd name="T23" fmla="*/ 771 h 1411"/>
                  <a:gd name="T24" fmla="*/ 760 w 1194"/>
                  <a:gd name="T25" fmla="*/ 695 h 1411"/>
                  <a:gd name="T26" fmla="*/ 923 w 1194"/>
                  <a:gd name="T27" fmla="*/ 325 h 1411"/>
                  <a:gd name="T28" fmla="*/ 597 w 1194"/>
                  <a:gd name="T29" fmla="*/ 0 h 1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94" h="1411">
                    <a:moveTo>
                      <a:pt x="597" y="0"/>
                    </a:moveTo>
                    <a:cubicBezTo>
                      <a:pt x="418" y="0"/>
                      <a:pt x="271" y="113"/>
                      <a:pt x="271" y="325"/>
                    </a:cubicBezTo>
                    <a:cubicBezTo>
                      <a:pt x="271" y="467"/>
                      <a:pt x="337" y="613"/>
                      <a:pt x="434" y="695"/>
                    </a:cubicBezTo>
                    <a:lnTo>
                      <a:pt x="434" y="771"/>
                    </a:lnTo>
                    <a:cubicBezTo>
                      <a:pt x="434" y="804"/>
                      <a:pt x="412" y="830"/>
                      <a:pt x="385" y="836"/>
                    </a:cubicBezTo>
                    <a:cubicBezTo>
                      <a:pt x="173" y="901"/>
                      <a:pt x="0" y="1043"/>
                      <a:pt x="0" y="1124"/>
                    </a:cubicBezTo>
                    <a:lnTo>
                      <a:pt x="0" y="1221"/>
                    </a:lnTo>
                    <a:cubicBezTo>
                      <a:pt x="0" y="1324"/>
                      <a:pt x="266" y="1411"/>
                      <a:pt x="597" y="1411"/>
                    </a:cubicBezTo>
                    <a:cubicBezTo>
                      <a:pt x="928" y="1411"/>
                      <a:pt x="1194" y="1324"/>
                      <a:pt x="1194" y="1221"/>
                    </a:cubicBezTo>
                    <a:lnTo>
                      <a:pt x="1194" y="1124"/>
                    </a:lnTo>
                    <a:cubicBezTo>
                      <a:pt x="1194" y="1048"/>
                      <a:pt x="1026" y="901"/>
                      <a:pt x="809" y="836"/>
                    </a:cubicBezTo>
                    <a:cubicBezTo>
                      <a:pt x="782" y="830"/>
                      <a:pt x="760" y="798"/>
                      <a:pt x="760" y="771"/>
                    </a:cubicBezTo>
                    <a:lnTo>
                      <a:pt x="760" y="695"/>
                    </a:lnTo>
                    <a:cubicBezTo>
                      <a:pt x="857" y="613"/>
                      <a:pt x="923" y="467"/>
                      <a:pt x="923" y="325"/>
                    </a:cubicBezTo>
                    <a:cubicBezTo>
                      <a:pt x="923" y="113"/>
                      <a:pt x="776" y="0"/>
                      <a:pt x="59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6A6E9141-D077-8949-F0E1-7B44A308194A}"/>
              </a:ext>
            </a:extLst>
          </p:cNvPr>
          <p:cNvSpPr txBox="1"/>
          <p:nvPr/>
        </p:nvSpPr>
        <p:spPr>
          <a:xfrm>
            <a:off x="975544" y="1808820"/>
            <a:ext cx="14931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문의하기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05D1E1A-AA6C-E1B7-4B25-CF4BD042AEC2}"/>
              </a:ext>
            </a:extLst>
          </p:cNvPr>
          <p:cNvSpPr txBox="1"/>
          <p:nvPr/>
        </p:nvSpPr>
        <p:spPr>
          <a:xfrm>
            <a:off x="236476" y="2229835"/>
            <a:ext cx="31397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서비스 이용에 궁금한 점이 </a:t>
            </a:r>
            <a:r>
              <a:rPr lang="ko-KR" altLang="en-US" sz="1000" dirty="0" err="1"/>
              <a:t>있으신가요</a:t>
            </a:r>
            <a:r>
              <a:rPr lang="en-US" altLang="ko-KR" sz="1000" dirty="0"/>
              <a:t>? </a:t>
            </a:r>
            <a:r>
              <a:rPr lang="ko-KR" altLang="en-US" sz="1000" dirty="0"/>
              <a:t>언제든 도와드리겠습니다</a:t>
            </a:r>
            <a:r>
              <a:rPr lang="en-US" altLang="ko-KR" sz="1000" dirty="0"/>
              <a:t>.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1CABBF24-68C9-3D87-88CC-06264B17F4D3}"/>
              </a:ext>
            </a:extLst>
          </p:cNvPr>
          <p:cNvSpPr/>
          <p:nvPr/>
        </p:nvSpPr>
        <p:spPr>
          <a:xfrm>
            <a:off x="982497" y="2750732"/>
            <a:ext cx="1503563" cy="246220"/>
          </a:xfrm>
          <a:prstGeom prst="roundRect">
            <a:avLst/>
          </a:prstGeom>
          <a:solidFill>
            <a:srgbClr val="0000CC"/>
          </a:solidFill>
          <a:ln w="63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문의하기</a:t>
            </a:r>
          </a:p>
        </p:txBody>
      </p: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4DEAA342-7DA1-7392-C45B-D2AC72BFD68E}"/>
              </a:ext>
            </a:extLst>
          </p:cNvPr>
          <p:cNvGrpSpPr/>
          <p:nvPr/>
        </p:nvGrpSpPr>
        <p:grpSpPr>
          <a:xfrm>
            <a:off x="213972" y="3248981"/>
            <a:ext cx="3191585" cy="1872208"/>
            <a:chOff x="213972" y="3248981"/>
            <a:chExt cx="3191585" cy="1872208"/>
          </a:xfrm>
        </p:grpSpPr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0299AE8E-B339-7F09-BCDF-537FE036F131}"/>
                </a:ext>
              </a:extLst>
            </p:cNvPr>
            <p:cNvSpPr/>
            <p:nvPr/>
          </p:nvSpPr>
          <p:spPr>
            <a:xfrm>
              <a:off x="213972" y="3248981"/>
              <a:ext cx="3191585" cy="1872208"/>
            </a:xfrm>
            <a:prstGeom prst="roundRect">
              <a:avLst>
                <a:gd name="adj" fmla="val 3091"/>
              </a:avLst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101AA81-9165-96A4-255A-4ED3B2D59F01}"/>
                </a:ext>
              </a:extLst>
            </p:cNvPr>
            <p:cNvSpPr txBox="1"/>
            <p:nvPr/>
          </p:nvSpPr>
          <p:spPr>
            <a:xfrm>
              <a:off x="303867" y="3587298"/>
              <a:ext cx="30723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/>
                <a:t>견적 받은 내용으로 상품을 구매하고 싶습니다</a:t>
              </a:r>
              <a:r>
                <a:rPr lang="en-US" altLang="ko-KR" sz="1200" b="1" dirty="0"/>
                <a:t>.</a:t>
              </a:r>
              <a:endParaRPr lang="ko-KR" altLang="en-US" sz="1200" b="1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220EF48-EFB7-6832-AFCE-4EB9C777F121}"/>
                </a:ext>
              </a:extLst>
            </p:cNvPr>
            <p:cNvSpPr txBox="1"/>
            <p:nvPr/>
          </p:nvSpPr>
          <p:spPr>
            <a:xfrm>
              <a:off x="299146" y="4077072"/>
              <a:ext cx="3083772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안녕하세요</a:t>
              </a:r>
              <a:r>
                <a:rPr lang="en-US" altLang="ko-KR" sz="1000" dirty="0"/>
                <a:t>.</a:t>
              </a:r>
              <a:r>
                <a:rPr lang="ko-KR" altLang="en-US" sz="1000" dirty="0"/>
                <a:t>이번에 견적 받은 내용으로 결제를 진행 하려고 합니다</a:t>
              </a:r>
              <a:r>
                <a:rPr lang="en-US" altLang="ko-KR" sz="1000" dirty="0"/>
                <a:t>.</a:t>
              </a:r>
              <a:r>
                <a:rPr lang="ko-KR" altLang="en-US" sz="1000" dirty="0"/>
                <a:t>어떻게 진행하면 되나요</a:t>
              </a:r>
              <a:r>
                <a:rPr lang="en-US" altLang="ko-KR" sz="1000" dirty="0"/>
                <a:t>? </a:t>
              </a:r>
              <a:r>
                <a:rPr lang="ko-KR" altLang="en-US" sz="1000" dirty="0"/>
                <a:t>첨부파일 참조</a:t>
              </a:r>
              <a:r>
                <a:rPr lang="en-US" altLang="ko-KR" sz="1000" dirty="0"/>
                <a:t>…</a:t>
              </a:r>
            </a:p>
          </p:txBody>
        </p:sp>
        <p:sp>
          <p:nvSpPr>
            <p:cNvPr id="58" name="사각형: 둥근 모서리 57">
              <a:extLst>
                <a:ext uri="{FF2B5EF4-FFF2-40B4-BE49-F238E27FC236}">
                  <a16:creationId xmlns:a16="http://schemas.microsoft.com/office/drawing/2014/main" id="{A86EBB24-0338-EF92-A6BC-52142BC1710B}"/>
                </a:ext>
              </a:extLst>
            </p:cNvPr>
            <p:cNvSpPr/>
            <p:nvPr/>
          </p:nvSpPr>
          <p:spPr>
            <a:xfrm>
              <a:off x="366000" y="3349038"/>
              <a:ext cx="756084" cy="197541"/>
            </a:xfrm>
            <a:prstGeom prst="roundRect">
              <a:avLst/>
            </a:prstGeom>
            <a:solidFill>
              <a:srgbClr val="DBEAFE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900" b="1" dirty="0">
                  <a:solidFill>
                    <a:srgbClr val="2857A9"/>
                  </a:solidFill>
                </a:rPr>
                <a:t>일반 문의</a:t>
              </a:r>
            </a:p>
          </p:txBody>
        </p:sp>
        <p:sp>
          <p:nvSpPr>
            <p:cNvPr id="59" name="사각형: 둥근 모서리 58">
              <a:extLst>
                <a:ext uri="{FF2B5EF4-FFF2-40B4-BE49-F238E27FC236}">
                  <a16:creationId xmlns:a16="http://schemas.microsoft.com/office/drawing/2014/main" id="{1A77DB4D-AA08-A055-E382-D146ECC03BA3}"/>
                </a:ext>
              </a:extLst>
            </p:cNvPr>
            <p:cNvSpPr/>
            <p:nvPr/>
          </p:nvSpPr>
          <p:spPr>
            <a:xfrm>
              <a:off x="1192215" y="3350365"/>
              <a:ext cx="756084" cy="197541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900" b="1" dirty="0">
                  <a:solidFill>
                    <a:schemeClr val="accent6">
                      <a:lumMod val="75000"/>
                    </a:schemeClr>
                  </a:solidFill>
                </a:rPr>
                <a:t>문의접수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8FDFF5D-B07D-D8F7-F682-E637655DABD2}"/>
                </a:ext>
              </a:extLst>
            </p:cNvPr>
            <p:cNvSpPr txBox="1"/>
            <p:nvPr/>
          </p:nvSpPr>
          <p:spPr>
            <a:xfrm>
              <a:off x="2432720" y="3326795"/>
              <a:ext cx="95019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000" dirty="0"/>
                <a:t>2026.03.01</a:t>
              </a:r>
            </a:p>
          </p:txBody>
        </p: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4182C4E9-8F46-63D3-DC3D-1CD307B3A28B}"/>
                </a:ext>
              </a:extLst>
            </p:cNvPr>
            <p:cNvCxnSpPr>
              <a:cxnSpLocks/>
            </p:cNvCxnSpPr>
            <p:nvPr/>
          </p:nvCxnSpPr>
          <p:spPr>
            <a:xfrm>
              <a:off x="308484" y="4741425"/>
              <a:ext cx="298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86C001F5-50AA-8B33-6979-0F18A784D32A}"/>
                </a:ext>
              </a:extLst>
            </p:cNvPr>
            <p:cNvSpPr txBox="1"/>
            <p:nvPr/>
          </p:nvSpPr>
          <p:spPr>
            <a:xfrm>
              <a:off x="320027" y="4813953"/>
              <a:ext cx="298800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solidFill>
                    <a:schemeClr val="bg1">
                      <a:lumMod val="75000"/>
                    </a:schemeClr>
                  </a:solidFill>
                </a:rPr>
                <a:t>담당자 </a:t>
              </a:r>
              <a:r>
                <a:rPr lang="ko-KR" altLang="en-US" sz="1000" dirty="0" err="1">
                  <a:solidFill>
                    <a:schemeClr val="bg1">
                      <a:lumMod val="75000"/>
                    </a:schemeClr>
                  </a:solidFill>
                </a:rPr>
                <a:t>배정중</a:t>
              </a:r>
              <a:r>
                <a:rPr lang="ko-KR" altLang="en-US" sz="1000" dirty="0">
                  <a:solidFill>
                    <a:schemeClr val="bg1">
                      <a:lumMod val="75000"/>
                    </a:schemeClr>
                  </a:solidFill>
                </a:rPr>
                <a:t> 입니다</a:t>
              </a:r>
              <a:r>
                <a:rPr lang="en-US" altLang="ko-KR" sz="1000" dirty="0">
                  <a:solidFill>
                    <a:schemeClr val="bg1">
                      <a:lumMod val="75000"/>
                    </a:schemeClr>
                  </a:solidFill>
                </a:rPr>
                <a:t>.</a:t>
              </a:r>
            </a:p>
          </p:txBody>
        </p:sp>
        <p:sp>
          <p:nvSpPr>
            <p:cNvPr id="63" name="사각형: 둥근 모서리 62">
              <a:extLst>
                <a:ext uri="{FF2B5EF4-FFF2-40B4-BE49-F238E27FC236}">
                  <a16:creationId xmlns:a16="http://schemas.microsoft.com/office/drawing/2014/main" id="{7178092C-7A63-563D-53B0-A4565BA34037}"/>
                </a:ext>
              </a:extLst>
            </p:cNvPr>
            <p:cNvSpPr/>
            <p:nvPr/>
          </p:nvSpPr>
          <p:spPr>
            <a:xfrm>
              <a:off x="2388425" y="4797152"/>
              <a:ext cx="952686" cy="246220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상세보기  </a:t>
              </a:r>
              <a:r>
                <a:rPr lang="en-US" altLang="ko-KR" sz="1000" dirty="0">
                  <a:solidFill>
                    <a:schemeClr val="tx1"/>
                  </a:solidFill>
                </a:rPr>
                <a:t>〉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</p:grp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D3B5C27B-EE8E-7D70-07DF-11E0D7C8ADB7}"/>
              </a:ext>
            </a:extLst>
          </p:cNvPr>
          <p:cNvSpPr/>
          <p:nvPr/>
        </p:nvSpPr>
        <p:spPr>
          <a:xfrm>
            <a:off x="3638669" y="1454587"/>
            <a:ext cx="3191585" cy="1872208"/>
          </a:xfrm>
          <a:prstGeom prst="roundRect">
            <a:avLst>
              <a:gd name="adj" fmla="val 3091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E4506E8-55C4-023E-4EBD-A1FDA73A5435}"/>
              </a:ext>
            </a:extLst>
          </p:cNvPr>
          <p:cNvSpPr txBox="1"/>
          <p:nvPr/>
        </p:nvSpPr>
        <p:spPr>
          <a:xfrm>
            <a:off x="3728564" y="1792904"/>
            <a:ext cx="3072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견적 받은 내용으로 상품을 구매하고 싶습니다</a:t>
            </a:r>
            <a:r>
              <a:rPr lang="en-US" altLang="ko-KR" sz="1200" b="1" dirty="0"/>
              <a:t>.</a:t>
            </a:r>
            <a:endParaRPr lang="ko-KR" altLang="en-US" sz="12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DA21C22-B183-3983-8882-101E800D7703}"/>
              </a:ext>
            </a:extLst>
          </p:cNvPr>
          <p:cNvSpPr txBox="1"/>
          <p:nvPr/>
        </p:nvSpPr>
        <p:spPr>
          <a:xfrm>
            <a:off x="3723843" y="2282678"/>
            <a:ext cx="30837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안녕하세요</a:t>
            </a:r>
            <a:r>
              <a:rPr lang="en-US" altLang="ko-KR" sz="1000" dirty="0"/>
              <a:t>.</a:t>
            </a:r>
            <a:r>
              <a:rPr lang="ko-KR" altLang="en-US" sz="1000" dirty="0"/>
              <a:t>이번에 견적 받은 내용으로 결제를 진행 하려고 합니다</a:t>
            </a:r>
            <a:r>
              <a:rPr lang="en-US" altLang="ko-KR" sz="1000" dirty="0"/>
              <a:t>.</a:t>
            </a:r>
            <a:r>
              <a:rPr lang="ko-KR" altLang="en-US" sz="1000" dirty="0"/>
              <a:t>어떻게 진행하면 되나요</a:t>
            </a:r>
            <a:r>
              <a:rPr lang="en-US" altLang="ko-KR" sz="1000" dirty="0"/>
              <a:t>? </a:t>
            </a:r>
            <a:r>
              <a:rPr lang="ko-KR" altLang="en-US" sz="1000" dirty="0"/>
              <a:t>첨부파일 참조</a:t>
            </a:r>
            <a:r>
              <a:rPr lang="en-US" altLang="ko-KR" sz="1000" dirty="0"/>
              <a:t>…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2DA4EFB5-8F8F-3F40-AB8A-3BD4C82B3B7B}"/>
              </a:ext>
            </a:extLst>
          </p:cNvPr>
          <p:cNvSpPr/>
          <p:nvPr/>
        </p:nvSpPr>
        <p:spPr>
          <a:xfrm>
            <a:off x="3790697" y="1554644"/>
            <a:ext cx="756084" cy="197541"/>
          </a:xfrm>
          <a:prstGeom prst="roundRect">
            <a:avLst/>
          </a:prstGeom>
          <a:solidFill>
            <a:srgbClr val="DBEAFE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dirty="0">
                <a:solidFill>
                  <a:srgbClr val="2857A9"/>
                </a:solidFill>
              </a:rPr>
              <a:t>일반 문의</a:t>
            </a: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FFB6B376-8AC1-F019-92E1-09E6A4166373}"/>
              </a:ext>
            </a:extLst>
          </p:cNvPr>
          <p:cNvSpPr/>
          <p:nvPr/>
        </p:nvSpPr>
        <p:spPr>
          <a:xfrm>
            <a:off x="4616912" y="1555971"/>
            <a:ext cx="756084" cy="197541"/>
          </a:xfrm>
          <a:prstGeom prst="roundRect">
            <a:avLst/>
          </a:prstGeom>
          <a:solidFill>
            <a:srgbClr val="DCFCE7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dirty="0" err="1">
                <a:solidFill>
                  <a:srgbClr val="2CA099"/>
                </a:solidFill>
              </a:rPr>
              <a:t>검토중</a:t>
            </a:r>
            <a:endParaRPr lang="ko-KR" altLang="en-US" sz="900" b="1" dirty="0">
              <a:solidFill>
                <a:srgbClr val="2CA099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F4C486F-797D-EDA2-BC3E-75C656B2BDEB}"/>
              </a:ext>
            </a:extLst>
          </p:cNvPr>
          <p:cNvSpPr txBox="1"/>
          <p:nvPr/>
        </p:nvSpPr>
        <p:spPr>
          <a:xfrm>
            <a:off x="5857417" y="1532401"/>
            <a:ext cx="9501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/>
              <a:t>2026.03.01</a:t>
            </a:r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D1261A6C-3726-0E56-35AC-0C536BE92432}"/>
              </a:ext>
            </a:extLst>
          </p:cNvPr>
          <p:cNvCxnSpPr>
            <a:cxnSpLocks/>
          </p:cNvCxnSpPr>
          <p:nvPr/>
        </p:nvCxnSpPr>
        <p:spPr>
          <a:xfrm>
            <a:off x="3733181" y="2947031"/>
            <a:ext cx="2988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0D2B467A-767D-7DB0-360A-2A8F09F648DB}"/>
              </a:ext>
            </a:extLst>
          </p:cNvPr>
          <p:cNvSpPr txBox="1"/>
          <p:nvPr/>
        </p:nvSpPr>
        <p:spPr>
          <a:xfrm>
            <a:off x="3744724" y="3019559"/>
            <a:ext cx="29880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</a:rPr>
              <a:t>담당자 </a:t>
            </a:r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</a:rPr>
              <a:t>확인중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</a:rPr>
              <a:t> 입니다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A909C7EB-1C39-B55A-2EC9-7CF941F80362}"/>
              </a:ext>
            </a:extLst>
          </p:cNvPr>
          <p:cNvSpPr/>
          <p:nvPr/>
        </p:nvSpPr>
        <p:spPr>
          <a:xfrm>
            <a:off x="5813122" y="3002758"/>
            <a:ext cx="952686" cy="24622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상세보기  </a:t>
            </a:r>
            <a:r>
              <a:rPr lang="en-US" altLang="ko-KR" sz="1000" dirty="0">
                <a:solidFill>
                  <a:schemeClr val="tx1"/>
                </a:solidFill>
              </a:rPr>
              <a:t>〉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581B28B9-5253-53FA-7008-D23B0ACB490A}"/>
              </a:ext>
            </a:extLst>
          </p:cNvPr>
          <p:cNvSpPr/>
          <p:nvPr/>
        </p:nvSpPr>
        <p:spPr>
          <a:xfrm>
            <a:off x="3638669" y="3382521"/>
            <a:ext cx="3191585" cy="1872208"/>
          </a:xfrm>
          <a:prstGeom prst="roundRect">
            <a:avLst>
              <a:gd name="adj" fmla="val 3091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89BCE43-9660-0573-FEA6-43BBD67E1D86}"/>
              </a:ext>
            </a:extLst>
          </p:cNvPr>
          <p:cNvSpPr txBox="1"/>
          <p:nvPr/>
        </p:nvSpPr>
        <p:spPr>
          <a:xfrm>
            <a:off x="3728564" y="3720838"/>
            <a:ext cx="3072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견적 받은 내용으로 상품을 구매하고 싶습니다</a:t>
            </a:r>
            <a:r>
              <a:rPr lang="en-US" altLang="ko-KR" sz="1200" b="1" dirty="0"/>
              <a:t>.</a:t>
            </a:r>
            <a:endParaRPr lang="ko-KR" altLang="en-US" sz="1200" b="1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1FB9527-90FA-1321-77D2-EFA584F8493A}"/>
              </a:ext>
            </a:extLst>
          </p:cNvPr>
          <p:cNvSpPr txBox="1"/>
          <p:nvPr/>
        </p:nvSpPr>
        <p:spPr>
          <a:xfrm>
            <a:off x="3723843" y="4210612"/>
            <a:ext cx="30837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안녕하세요</a:t>
            </a:r>
            <a:r>
              <a:rPr lang="en-US" altLang="ko-KR" sz="1000" dirty="0"/>
              <a:t>.</a:t>
            </a:r>
            <a:r>
              <a:rPr lang="ko-KR" altLang="en-US" sz="1000" dirty="0"/>
              <a:t>이번에 견적 받은 내용으로 결제를 진행 하려고 합니다</a:t>
            </a:r>
            <a:r>
              <a:rPr lang="en-US" altLang="ko-KR" sz="1000" dirty="0"/>
              <a:t>.</a:t>
            </a:r>
            <a:r>
              <a:rPr lang="ko-KR" altLang="en-US" sz="1000" dirty="0"/>
              <a:t>어떻게 진행하면 되나요</a:t>
            </a:r>
            <a:r>
              <a:rPr lang="en-US" altLang="ko-KR" sz="1000" dirty="0"/>
              <a:t>? </a:t>
            </a:r>
            <a:r>
              <a:rPr lang="ko-KR" altLang="en-US" sz="1000" dirty="0"/>
              <a:t>첨부파일 참조</a:t>
            </a:r>
            <a:r>
              <a:rPr lang="en-US" altLang="ko-KR" sz="1000" dirty="0"/>
              <a:t>…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72D564D6-A334-B924-ED28-102A12C24D06}"/>
              </a:ext>
            </a:extLst>
          </p:cNvPr>
          <p:cNvSpPr/>
          <p:nvPr/>
        </p:nvSpPr>
        <p:spPr>
          <a:xfrm>
            <a:off x="3790697" y="3482578"/>
            <a:ext cx="756084" cy="197541"/>
          </a:xfrm>
          <a:prstGeom prst="roundRect">
            <a:avLst/>
          </a:prstGeom>
          <a:solidFill>
            <a:srgbClr val="DBEAFE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dirty="0">
                <a:solidFill>
                  <a:srgbClr val="2857A9"/>
                </a:solidFill>
              </a:rPr>
              <a:t>일반 문의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9AC13224-BA64-5682-0DE8-C12DB99D0E59}"/>
              </a:ext>
            </a:extLst>
          </p:cNvPr>
          <p:cNvSpPr/>
          <p:nvPr/>
        </p:nvSpPr>
        <p:spPr>
          <a:xfrm>
            <a:off x="4616912" y="3483905"/>
            <a:ext cx="756084" cy="19754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dirty="0">
                <a:solidFill>
                  <a:schemeClr val="bg1">
                    <a:lumMod val="50000"/>
                  </a:schemeClr>
                </a:solidFill>
              </a:rPr>
              <a:t>답변완료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487BEB4-7BCB-C4F9-05E2-FF076A245549}"/>
              </a:ext>
            </a:extLst>
          </p:cNvPr>
          <p:cNvSpPr txBox="1"/>
          <p:nvPr/>
        </p:nvSpPr>
        <p:spPr>
          <a:xfrm>
            <a:off x="5857417" y="3460335"/>
            <a:ext cx="9501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/>
              <a:t>2026.03.01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AA247BD1-84F4-D921-BA85-F825C21DC7B9}"/>
              </a:ext>
            </a:extLst>
          </p:cNvPr>
          <p:cNvCxnSpPr>
            <a:cxnSpLocks/>
          </p:cNvCxnSpPr>
          <p:nvPr/>
        </p:nvCxnSpPr>
        <p:spPr>
          <a:xfrm>
            <a:off x="3733181" y="4874965"/>
            <a:ext cx="2988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258C38C8-EEE7-D277-259C-5DF067C06F85}"/>
              </a:ext>
            </a:extLst>
          </p:cNvPr>
          <p:cNvSpPr txBox="1"/>
          <p:nvPr/>
        </p:nvSpPr>
        <p:spPr>
          <a:xfrm>
            <a:off x="3744724" y="4947493"/>
            <a:ext cx="29880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</a:rPr>
              <a:t>답변 완료 되었습니다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1CD49705-DC23-7445-E358-AE1EF17DFD6C}"/>
              </a:ext>
            </a:extLst>
          </p:cNvPr>
          <p:cNvSpPr/>
          <p:nvPr/>
        </p:nvSpPr>
        <p:spPr>
          <a:xfrm>
            <a:off x="5813122" y="4930692"/>
            <a:ext cx="952686" cy="24622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상세보기  </a:t>
            </a:r>
            <a:r>
              <a:rPr lang="en-US" altLang="ko-KR" sz="1000" dirty="0">
                <a:solidFill>
                  <a:schemeClr val="tx1"/>
                </a:solidFill>
              </a:rPr>
              <a:t>〉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5D629B7F-14E0-491E-C9C5-99895C3CEE13}"/>
              </a:ext>
            </a:extLst>
          </p:cNvPr>
          <p:cNvGrpSpPr/>
          <p:nvPr/>
        </p:nvGrpSpPr>
        <p:grpSpPr>
          <a:xfrm>
            <a:off x="3656126" y="5409220"/>
            <a:ext cx="3191585" cy="297079"/>
            <a:chOff x="236476" y="6048245"/>
            <a:chExt cx="6611236" cy="297079"/>
          </a:xfrm>
        </p:grpSpPr>
        <p:sp>
          <p:nvSpPr>
            <p:cNvPr id="84" name="사각형: 둥근 모서리 83">
              <a:extLst>
                <a:ext uri="{FF2B5EF4-FFF2-40B4-BE49-F238E27FC236}">
                  <a16:creationId xmlns:a16="http://schemas.microsoft.com/office/drawing/2014/main" id="{9233EC4A-77D2-A9B2-62C4-A2EC13A29600}"/>
                </a:ext>
              </a:extLst>
            </p:cNvPr>
            <p:cNvSpPr/>
            <p:nvPr/>
          </p:nvSpPr>
          <p:spPr>
            <a:xfrm>
              <a:off x="236476" y="6048245"/>
              <a:ext cx="6611236" cy="297079"/>
            </a:xfrm>
            <a:prstGeom prst="roundRect">
              <a:avLst>
                <a:gd name="adj" fmla="val 13351"/>
              </a:avLst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D3525E04-E50B-3E0E-7084-F3C42F19535E}"/>
                </a:ext>
              </a:extLst>
            </p:cNvPr>
            <p:cNvSpPr txBox="1"/>
            <p:nvPr/>
          </p:nvSpPr>
          <p:spPr>
            <a:xfrm>
              <a:off x="242236" y="6063615"/>
              <a:ext cx="65606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/>
                <a:t>+ </a:t>
              </a:r>
              <a:r>
                <a:rPr lang="ko-KR" altLang="en-US" sz="1200" b="1" dirty="0" err="1"/>
                <a:t>더보기</a:t>
              </a:r>
              <a:endParaRPr lang="ko-KR" altLang="en-US" sz="1200" b="1" dirty="0"/>
            </a:p>
          </p:txBody>
        </p:sp>
      </p:grpSp>
      <p:graphicFrame>
        <p:nvGraphicFramePr>
          <p:cNvPr id="95" name="Group 260">
            <a:extLst>
              <a:ext uri="{FF2B5EF4-FFF2-40B4-BE49-F238E27FC236}">
                <a16:creationId xmlns:a16="http://schemas.microsoft.com/office/drawing/2014/main" id="{E8F3A994-6AEE-10BC-C320-1B8A77D567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4646943"/>
              </p:ext>
            </p:extLst>
          </p:nvPr>
        </p:nvGraphicFramePr>
        <p:xfrm>
          <a:off x="6969418" y="2548005"/>
          <a:ext cx="2772114" cy="647558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게시판 </a:t>
                      </a: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샘플</a:t>
                      </a: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게시판 리스트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게시판 리스트 페이지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7655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AA272-A095-3F5B-8978-06BFD50D1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C766A0D-DA13-F1A9-DA43-7775916CFA3B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 err="1">
                <a:solidFill>
                  <a:prstClr val="black"/>
                </a:solidFill>
              </a:rPr>
              <a:t>와아이프레임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Mo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4CDAAF-90F3-8DE3-7153-88158E1D5920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와이어프레임 </a:t>
            </a:r>
            <a:r>
              <a:rPr lang="en-US" altLang="ko-KR" sz="900" b="1" dirty="0">
                <a:solidFill>
                  <a:prstClr val="black"/>
                </a:solidFill>
              </a:rPr>
              <a:t>Mo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0AF004DC-5F53-2EDE-667E-50BD5C6E9F04}"/>
              </a:ext>
            </a:extLst>
          </p:cNvPr>
          <p:cNvSpPr/>
          <p:nvPr/>
        </p:nvSpPr>
        <p:spPr>
          <a:xfrm>
            <a:off x="236476" y="1448780"/>
            <a:ext cx="3191585" cy="4968552"/>
          </a:xfrm>
          <a:prstGeom prst="roundRect">
            <a:avLst>
              <a:gd name="adj" fmla="val 3091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F7B2FCB-358B-82DA-6095-8D5AF540B2FC}"/>
              </a:ext>
            </a:extLst>
          </p:cNvPr>
          <p:cNvSpPr txBox="1"/>
          <p:nvPr/>
        </p:nvSpPr>
        <p:spPr>
          <a:xfrm>
            <a:off x="326371" y="1787097"/>
            <a:ext cx="3072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견적 받은 내용으로 상품을 구매하고 싶습니다</a:t>
            </a:r>
            <a:r>
              <a:rPr lang="en-US" altLang="ko-KR" sz="1200" b="1" dirty="0"/>
              <a:t>.</a:t>
            </a:r>
            <a:endParaRPr lang="ko-KR" altLang="en-US" sz="1200" b="1" dirty="0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511B1722-B07A-5743-BAB1-55CEA24AA18B}"/>
              </a:ext>
            </a:extLst>
          </p:cNvPr>
          <p:cNvSpPr/>
          <p:nvPr/>
        </p:nvSpPr>
        <p:spPr>
          <a:xfrm>
            <a:off x="388504" y="1548837"/>
            <a:ext cx="756084" cy="197541"/>
          </a:xfrm>
          <a:prstGeom prst="roundRect">
            <a:avLst/>
          </a:prstGeom>
          <a:solidFill>
            <a:srgbClr val="DBEAFE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dirty="0">
                <a:solidFill>
                  <a:srgbClr val="2857A9"/>
                </a:solidFill>
              </a:rPr>
              <a:t>일반 문의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BE06B636-2283-F44A-6A06-126EF623B3ED}"/>
              </a:ext>
            </a:extLst>
          </p:cNvPr>
          <p:cNvSpPr/>
          <p:nvPr/>
        </p:nvSpPr>
        <p:spPr>
          <a:xfrm>
            <a:off x="1214719" y="1550164"/>
            <a:ext cx="756084" cy="19754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dirty="0">
                <a:solidFill>
                  <a:schemeClr val="bg1">
                    <a:lumMod val="50000"/>
                  </a:schemeClr>
                </a:solidFill>
              </a:rPr>
              <a:t>답변완료</a:t>
            </a: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3AE3A8FE-D152-9406-8C7C-7A648E7AAA78}"/>
              </a:ext>
            </a:extLst>
          </p:cNvPr>
          <p:cNvCxnSpPr>
            <a:cxnSpLocks/>
          </p:cNvCxnSpPr>
          <p:nvPr/>
        </p:nvCxnSpPr>
        <p:spPr>
          <a:xfrm>
            <a:off x="330988" y="2528900"/>
            <a:ext cx="2988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3C227FA6-E9FC-E416-1363-AD08F784CA44}"/>
              </a:ext>
            </a:extLst>
          </p:cNvPr>
          <p:cNvSpPr txBox="1"/>
          <p:nvPr/>
        </p:nvSpPr>
        <p:spPr>
          <a:xfrm>
            <a:off x="342531" y="2246675"/>
            <a:ext cx="19038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요청일 </a:t>
            </a:r>
            <a:r>
              <a:rPr lang="en-US" altLang="ko-KR" sz="1000" dirty="0"/>
              <a:t>: 2026.03.01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7FD8089-295B-39C6-289E-3DEB12C2C0F3}"/>
              </a:ext>
            </a:extLst>
          </p:cNvPr>
          <p:cNvSpPr txBox="1"/>
          <p:nvPr/>
        </p:nvSpPr>
        <p:spPr>
          <a:xfrm>
            <a:off x="3080792" y="1412776"/>
            <a:ext cx="278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×</a:t>
            </a:r>
            <a:endParaRPr lang="ko-KR" altLang="en-US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B2EFCAA-97A0-CADC-29AB-410BD26242AD}"/>
              </a:ext>
            </a:extLst>
          </p:cNvPr>
          <p:cNvSpPr txBox="1"/>
          <p:nvPr/>
        </p:nvSpPr>
        <p:spPr>
          <a:xfrm>
            <a:off x="277942" y="2578450"/>
            <a:ext cx="16219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문의</a:t>
            </a:r>
            <a:r>
              <a:rPr lang="en-US" altLang="ko-KR" sz="1000" b="1" dirty="0"/>
              <a:t> </a:t>
            </a:r>
            <a:r>
              <a:rPr lang="ko-KR" altLang="en-US" sz="1000" b="1" dirty="0"/>
              <a:t>요청 상세 내용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7674ABC0-04E6-2A32-A2E3-B29CD61C2253}"/>
              </a:ext>
            </a:extLst>
          </p:cNvPr>
          <p:cNvSpPr/>
          <p:nvPr/>
        </p:nvSpPr>
        <p:spPr>
          <a:xfrm>
            <a:off x="317555" y="2824671"/>
            <a:ext cx="3042126" cy="1448780"/>
          </a:xfrm>
          <a:prstGeom prst="roundRect">
            <a:avLst>
              <a:gd name="adj" fmla="val 4243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591AE31-790A-807A-B4DC-4B1DE9CA84C5}"/>
              </a:ext>
            </a:extLst>
          </p:cNvPr>
          <p:cNvSpPr txBox="1"/>
          <p:nvPr/>
        </p:nvSpPr>
        <p:spPr>
          <a:xfrm>
            <a:off x="346702" y="2935513"/>
            <a:ext cx="2972286" cy="1216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/>
              <a:t>안녕하세요</a:t>
            </a:r>
            <a:r>
              <a:rPr lang="en-US" altLang="ko-KR" sz="10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dirty="0"/>
              <a:t>이번에 견적 받은 내용으로 결제를 진행 하려고 합니다</a:t>
            </a:r>
            <a:r>
              <a:rPr lang="en-US" altLang="ko-KR" sz="10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dirty="0"/>
              <a:t>어떻게 진행하면 되나요</a:t>
            </a:r>
            <a:r>
              <a:rPr lang="en-US" altLang="ko-KR" sz="1000" dirty="0"/>
              <a:t>? </a:t>
            </a:r>
          </a:p>
          <a:p>
            <a:pPr>
              <a:lnSpc>
                <a:spcPct val="150000"/>
              </a:lnSpc>
            </a:pPr>
            <a:r>
              <a:rPr lang="ko-KR" altLang="en-US" sz="1000" dirty="0"/>
              <a:t>첨부파일 확인 부탁 드립니다</a:t>
            </a:r>
            <a:r>
              <a:rPr lang="en-US" altLang="ko-KR" sz="1000" dirty="0"/>
              <a:t>.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6C636CDA-8E38-4563-2431-404A3D53A199}"/>
              </a:ext>
            </a:extLst>
          </p:cNvPr>
          <p:cNvSpPr/>
          <p:nvPr/>
        </p:nvSpPr>
        <p:spPr>
          <a:xfrm>
            <a:off x="320101" y="4941168"/>
            <a:ext cx="2196244" cy="246221"/>
          </a:xfrm>
          <a:prstGeom prst="roundRect">
            <a:avLst>
              <a:gd name="adj" fmla="val 18156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      견적서</a:t>
            </a:r>
            <a:r>
              <a:rPr lang="en-US" altLang="ko-KR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.JPG (</a:t>
            </a:r>
            <a:r>
              <a:rPr lang="en-US" altLang="ko-KR" sz="900" dirty="0">
                <a:solidFill>
                  <a:schemeClr val="tx1"/>
                </a:solidFill>
                <a:latin typeface="맑은 고딕" pitchFamily="50" charset="-127"/>
              </a:rPr>
              <a:t>10MB)</a:t>
            </a:r>
            <a:endParaRPr lang="en-US" altLang="ko-KR" sz="9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4" name="Check File">
            <a:extLst>
              <a:ext uri="{FF2B5EF4-FFF2-40B4-BE49-F238E27FC236}">
                <a16:creationId xmlns:a16="http://schemas.microsoft.com/office/drawing/2014/main" id="{FA4115B3-1CCD-8C2D-68E4-6E7489C50BDB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13571" y="4984726"/>
            <a:ext cx="163513" cy="163512"/>
          </a:xfrm>
          <a:custGeom>
            <a:avLst/>
            <a:gdLst>
              <a:gd name="T0" fmla="*/ 217 w 1417"/>
              <a:gd name="T1" fmla="*/ 0 h 1411"/>
              <a:gd name="T2" fmla="*/ 0 w 1417"/>
              <a:gd name="T3" fmla="*/ 217 h 1411"/>
              <a:gd name="T4" fmla="*/ 0 w 1417"/>
              <a:gd name="T5" fmla="*/ 1194 h 1411"/>
              <a:gd name="T6" fmla="*/ 217 w 1417"/>
              <a:gd name="T7" fmla="*/ 1411 h 1411"/>
              <a:gd name="T8" fmla="*/ 863 w 1417"/>
              <a:gd name="T9" fmla="*/ 1411 h 1411"/>
              <a:gd name="T10" fmla="*/ 754 w 1417"/>
              <a:gd name="T11" fmla="*/ 1302 h 1411"/>
              <a:gd name="T12" fmla="*/ 217 w 1417"/>
              <a:gd name="T13" fmla="*/ 1302 h 1411"/>
              <a:gd name="T14" fmla="*/ 108 w 1417"/>
              <a:gd name="T15" fmla="*/ 1194 h 1411"/>
              <a:gd name="T16" fmla="*/ 108 w 1417"/>
              <a:gd name="T17" fmla="*/ 217 h 1411"/>
              <a:gd name="T18" fmla="*/ 217 w 1417"/>
              <a:gd name="T19" fmla="*/ 108 h 1411"/>
              <a:gd name="T20" fmla="*/ 614 w 1417"/>
              <a:gd name="T21" fmla="*/ 108 h 1411"/>
              <a:gd name="T22" fmla="*/ 651 w 1417"/>
              <a:gd name="T23" fmla="*/ 217 h 1411"/>
              <a:gd name="T24" fmla="*/ 651 w 1417"/>
              <a:gd name="T25" fmla="*/ 380 h 1411"/>
              <a:gd name="T26" fmla="*/ 705 w 1417"/>
              <a:gd name="T27" fmla="*/ 434 h 1411"/>
              <a:gd name="T28" fmla="*/ 868 w 1417"/>
              <a:gd name="T29" fmla="*/ 434 h 1411"/>
              <a:gd name="T30" fmla="*/ 977 w 1417"/>
              <a:gd name="T31" fmla="*/ 488 h 1411"/>
              <a:gd name="T32" fmla="*/ 977 w 1417"/>
              <a:gd name="T33" fmla="*/ 1021 h 1411"/>
              <a:gd name="T34" fmla="*/ 988 w 1417"/>
              <a:gd name="T35" fmla="*/ 1031 h 1411"/>
              <a:gd name="T36" fmla="*/ 1085 w 1417"/>
              <a:gd name="T37" fmla="*/ 885 h 1411"/>
              <a:gd name="T38" fmla="*/ 1085 w 1417"/>
              <a:gd name="T39" fmla="*/ 434 h 1411"/>
              <a:gd name="T40" fmla="*/ 939 w 1417"/>
              <a:gd name="T41" fmla="*/ 229 h 1411"/>
              <a:gd name="T42" fmla="*/ 895 w 1417"/>
              <a:gd name="T43" fmla="*/ 190 h 1411"/>
              <a:gd name="T44" fmla="*/ 858 w 1417"/>
              <a:gd name="T45" fmla="*/ 147 h 1411"/>
              <a:gd name="T46" fmla="*/ 651 w 1417"/>
              <a:gd name="T47" fmla="*/ 0 h 1411"/>
              <a:gd name="T48" fmla="*/ 217 w 1417"/>
              <a:gd name="T49" fmla="*/ 0 h 1411"/>
              <a:gd name="T50" fmla="*/ 1323 w 1417"/>
              <a:gd name="T51" fmla="*/ 760 h 1411"/>
              <a:gd name="T52" fmla="*/ 1287 w 1417"/>
              <a:gd name="T53" fmla="*/ 777 h 1411"/>
              <a:gd name="T54" fmla="*/ 999 w 1417"/>
              <a:gd name="T55" fmla="*/ 1199 h 1411"/>
              <a:gd name="T56" fmla="*/ 868 w 1417"/>
              <a:gd name="T57" fmla="*/ 1063 h 1411"/>
              <a:gd name="T58" fmla="*/ 819 w 1417"/>
              <a:gd name="T59" fmla="*/ 1063 h 1411"/>
              <a:gd name="T60" fmla="*/ 771 w 1417"/>
              <a:gd name="T61" fmla="*/ 1112 h 1411"/>
              <a:gd name="T62" fmla="*/ 771 w 1417"/>
              <a:gd name="T63" fmla="*/ 1162 h 1411"/>
              <a:gd name="T64" fmla="*/ 972 w 1417"/>
              <a:gd name="T65" fmla="*/ 1362 h 1411"/>
              <a:gd name="T66" fmla="*/ 1016 w 1417"/>
              <a:gd name="T67" fmla="*/ 1384 h 1411"/>
              <a:gd name="T68" fmla="*/ 1058 w 1417"/>
              <a:gd name="T69" fmla="*/ 1357 h 1411"/>
              <a:gd name="T70" fmla="*/ 1406 w 1417"/>
              <a:gd name="T71" fmla="*/ 846 h 1411"/>
              <a:gd name="T72" fmla="*/ 1396 w 1417"/>
              <a:gd name="T73" fmla="*/ 804 h 1411"/>
              <a:gd name="T74" fmla="*/ 1334 w 1417"/>
              <a:gd name="T75" fmla="*/ 765 h 1411"/>
              <a:gd name="T76" fmla="*/ 1323 w 1417"/>
              <a:gd name="T77" fmla="*/ 760 h 1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417" h="1411">
                <a:moveTo>
                  <a:pt x="217" y="0"/>
                </a:moveTo>
                <a:cubicBezTo>
                  <a:pt x="97" y="0"/>
                  <a:pt x="0" y="98"/>
                  <a:pt x="0" y="217"/>
                </a:cubicBezTo>
                <a:lnTo>
                  <a:pt x="0" y="1194"/>
                </a:lnTo>
                <a:cubicBezTo>
                  <a:pt x="0" y="1313"/>
                  <a:pt x="97" y="1411"/>
                  <a:pt x="217" y="1411"/>
                </a:cubicBezTo>
                <a:lnTo>
                  <a:pt x="863" y="1411"/>
                </a:lnTo>
                <a:lnTo>
                  <a:pt x="754" y="1302"/>
                </a:lnTo>
                <a:lnTo>
                  <a:pt x="217" y="1302"/>
                </a:lnTo>
                <a:cubicBezTo>
                  <a:pt x="157" y="1302"/>
                  <a:pt x="108" y="1254"/>
                  <a:pt x="108" y="1194"/>
                </a:cubicBezTo>
                <a:lnTo>
                  <a:pt x="108" y="217"/>
                </a:lnTo>
                <a:cubicBezTo>
                  <a:pt x="108" y="157"/>
                  <a:pt x="157" y="108"/>
                  <a:pt x="217" y="108"/>
                </a:cubicBezTo>
                <a:lnTo>
                  <a:pt x="614" y="108"/>
                </a:lnTo>
                <a:cubicBezTo>
                  <a:pt x="652" y="119"/>
                  <a:pt x="651" y="168"/>
                  <a:pt x="651" y="217"/>
                </a:cubicBezTo>
                <a:lnTo>
                  <a:pt x="651" y="380"/>
                </a:lnTo>
                <a:cubicBezTo>
                  <a:pt x="651" y="412"/>
                  <a:pt x="673" y="434"/>
                  <a:pt x="705" y="434"/>
                </a:cubicBezTo>
                <a:lnTo>
                  <a:pt x="868" y="434"/>
                </a:lnTo>
                <a:cubicBezTo>
                  <a:pt x="922" y="434"/>
                  <a:pt x="977" y="434"/>
                  <a:pt x="977" y="488"/>
                </a:cubicBezTo>
                <a:lnTo>
                  <a:pt x="977" y="1021"/>
                </a:lnTo>
                <a:lnTo>
                  <a:pt x="988" y="1031"/>
                </a:lnTo>
                <a:lnTo>
                  <a:pt x="1085" y="885"/>
                </a:lnTo>
                <a:lnTo>
                  <a:pt x="1085" y="434"/>
                </a:lnTo>
                <a:cubicBezTo>
                  <a:pt x="1085" y="374"/>
                  <a:pt x="1032" y="321"/>
                  <a:pt x="939" y="229"/>
                </a:cubicBezTo>
                <a:cubicBezTo>
                  <a:pt x="923" y="218"/>
                  <a:pt x="911" y="201"/>
                  <a:pt x="895" y="190"/>
                </a:cubicBezTo>
                <a:cubicBezTo>
                  <a:pt x="884" y="174"/>
                  <a:pt x="869" y="164"/>
                  <a:pt x="858" y="147"/>
                </a:cubicBezTo>
                <a:cubicBezTo>
                  <a:pt x="766" y="55"/>
                  <a:pt x="711" y="0"/>
                  <a:pt x="651" y="0"/>
                </a:cubicBezTo>
                <a:lnTo>
                  <a:pt x="217" y="0"/>
                </a:lnTo>
                <a:close/>
                <a:moveTo>
                  <a:pt x="1323" y="760"/>
                </a:moveTo>
                <a:cubicBezTo>
                  <a:pt x="1309" y="757"/>
                  <a:pt x="1295" y="764"/>
                  <a:pt x="1287" y="777"/>
                </a:cubicBezTo>
                <a:lnTo>
                  <a:pt x="999" y="1199"/>
                </a:lnTo>
                <a:lnTo>
                  <a:pt x="868" y="1063"/>
                </a:lnTo>
                <a:cubicBezTo>
                  <a:pt x="852" y="1047"/>
                  <a:pt x="830" y="1047"/>
                  <a:pt x="819" y="1063"/>
                </a:cubicBezTo>
                <a:lnTo>
                  <a:pt x="771" y="1112"/>
                </a:lnTo>
                <a:cubicBezTo>
                  <a:pt x="755" y="1129"/>
                  <a:pt x="755" y="1151"/>
                  <a:pt x="771" y="1162"/>
                </a:cubicBezTo>
                <a:lnTo>
                  <a:pt x="972" y="1362"/>
                </a:lnTo>
                <a:cubicBezTo>
                  <a:pt x="982" y="1373"/>
                  <a:pt x="999" y="1384"/>
                  <a:pt x="1016" y="1384"/>
                </a:cubicBezTo>
                <a:cubicBezTo>
                  <a:pt x="1032" y="1384"/>
                  <a:pt x="1047" y="1373"/>
                  <a:pt x="1058" y="1357"/>
                </a:cubicBezTo>
                <a:lnTo>
                  <a:pt x="1406" y="846"/>
                </a:lnTo>
                <a:cubicBezTo>
                  <a:pt x="1417" y="841"/>
                  <a:pt x="1412" y="815"/>
                  <a:pt x="1396" y="804"/>
                </a:cubicBezTo>
                <a:lnTo>
                  <a:pt x="1334" y="765"/>
                </a:lnTo>
                <a:cubicBezTo>
                  <a:pt x="1330" y="762"/>
                  <a:pt x="1327" y="760"/>
                  <a:pt x="1323" y="760"/>
                </a:cubicBezTo>
                <a:close/>
              </a:path>
            </a:pathLst>
          </a:cu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Download">
            <a:extLst>
              <a:ext uri="{FF2B5EF4-FFF2-40B4-BE49-F238E27FC236}">
                <a16:creationId xmlns:a16="http://schemas.microsoft.com/office/drawing/2014/main" id="{21AC3CC5-4907-75A3-1DA2-32F135D202C0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2305211" y="4977447"/>
            <a:ext cx="163513" cy="163512"/>
          </a:xfrm>
          <a:custGeom>
            <a:avLst/>
            <a:gdLst>
              <a:gd name="T0" fmla="*/ 597 w 1411"/>
              <a:gd name="T1" fmla="*/ 0 h 1412"/>
              <a:gd name="T2" fmla="*/ 434 w 1411"/>
              <a:gd name="T3" fmla="*/ 163 h 1412"/>
              <a:gd name="T4" fmla="*/ 434 w 1411"/>
              <a:gd name="T5" fmla="*/ 597 h 1412"/>
              <a:gd name="T6" fmla="*/ 258 w 1411"/>
              <a:gd name="T7" fmla="*/ 597 h 1412"/>
              <a:gd name="T8" fmla="*/ 230 w 1411"/>
              <a:gd name="T9" fmla="*/ 677 h 1412"/>
              <a:gd name="T10" fmla="*/ 588 w 1411"/>
              <a:gd name="T11" fmla="*/ 1033 h 1412"/>
              <a:gd name="T12" fmla="*/ 826 w 1411"/>
              <a:gd name="T13" fmla="*/ 1033 h 1412"/>
              <a:gd name="T14" fmla="*/ 1182 w 1411"/>
              <a:gd name="T15" fmla="*/ 677 h 1412"/>
              <a:gd name="T16" fmla="*/ 1157 w 1411"/>
              <a:gd name="T17" fmla="*/ 597 h 1412"/>
              <a:gd name="T18" fmla="*/ 977 w 1411"/>
              <a:gd name="T19" fmla="*/ 597 h 1412"/>
              <a:gd name="T20" fmla="*/ 977 w 1411"/>
              <a:gd name="T21" fmla="*/ 163 h 1412"/>
              <a:gd name="T22" fmla="*/ 814 w 1411"/>
              <a:gd name="T23" fmla="*/ 0 h 1412"/>
              <a:gd name="T24" fmla="*/ 597 w 1411"/>
              <a:gd name="T25" fmla="*/ 0 h 1412"/>
              <a:gd name="T26" fmla="*/ 0 w 1411"/>
              <a:gd name="T27" fmla="*/ 1032 h 1412"/>
              <a:gd name="T28" fmla="*/ 0 w 1411"/>
              <a:gd name="T29" fmla="*/ 1249 h 1412"/>
              <a:gd name="T30" fmla="*/ 163 w 1411"/>
              <a:gd name="T31" fmla="*/ 1412 h 1412"/>
              <a:gd name="T32" fmla="*/ 1248 w 1411"/>
              <a:gd name="T33" fmla="*/ 1412 h 1412"/>
              <a:gd name="T34" fmla="*/ 1411 w 1411"/>
              <a:gd name="T35" fmla="*/ 1249 h 1412"/>
              <a:gd name="T36" fmla="*/ 1411 w 1411"/>
              <a:gd name="T37" fmla="*/ 1032 h 1412"/>
              <a:gd name="T38" fmla="*/ 1302 w 1411"/>
              <a:gd name="T39" fmla="*/ 1032 h 1412"/>
              <a:gd name="T40" fmla="*/ 1302 w 1411"/>
              <a:gd name="T41" fmla="*/ 1249 h 1412"/>
              <a:gd name="T42" fmla="*/ 1248 w 1411"/>
              <a:gd name="T43" fmla="*/ 1303 h 1412"/>
              <a:gd name="T44" fmla="*/ 163 w 1411"/>
              <a:gd name="T45" fmla="*/ 1303 h 1412"/>
              <a:gd name="T46" fmla="*/ 108 w 1411"/>
              <a:gd name="T47" fmla="*/ 1249 h 1412"/>
              <a:gd name="T48" fmla="*/ 108 w 1411"/>
              <a:gd name="T49" fmla="*/ 1032 h 1412"/>
              <a:gd name="T50" fmla="*/ 0 w 1411"/>
              <a:gd name="T51" fmla="*/ 1032 h 14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411" h="1412">
                <a:moveTo>
                  <a:pt x="597" y="0"/>
                </a:moveTo>
                <a:cubicBezTo>
                  <a:pt x="507" y="0"/>
                  <a:pt x="434" y="73"/>
                  <a:pt x="434" y="163"/>
                </a:cubicBezTo>
                <a:lnTo>
                  <a:pt x="434" y="597"/>
                </a:lnTo>
                <a:lnTo>
                  <a:pt x="258" y="597"/>
                </a:lnTo>
                <a:cubicBezTo>
                  <a:pt x="181" y="597"/>
                  <a:pt x="165" y="611"/>
                  <a:pt x="230" y="677"/>
                </a:cubicBezTo>
                <a:lnTo>
                  <a:pt x="588" y="1033"/>
                </a:lnTo>
                <a:cubicBezTo>
                  <a:pt x="708" y="1153"/>
                  <a:pt x="706" y="1153"/>
                  <a:pt x="826" y="1033"/>
                </a:cubicBezTo>
                <a:lnTo>
                  <a:pt x="1182" y="677"/>
                </a:lnTo>
                <a:cubicBezTo>
                  <a:pt x="1248" y="611"/>
                  <a:pt x="1226" y="597"/>
                  <a:pt x="1157" y="597"/>
                </a:cubicBezTo>
                <a:lnTo>
                  <a:pt x="977" y="597"/>
                </a:lnTo>
                <a:lnTo>
                  <a:pt x="977" y="163"/>
                </a:lnTo>
                <a:cubicBezTo>
                  <a:pt x="977" y="73"/>
                  <a:pt x="904" y="0"/>
                  <a:pt x="814" y="0"/>
                </a:cubicBezTo>
                <a:lnTo>
                  <a:pt x="597" y="0"/>
                </a:lnTo>
                <a:close/>
                <a:moveTo>
                  <a:pt x="0" y="1032"/>
                </a:moveTo>
                <a:lnTo>
                  <a:pt x="0" y="1249"/>
                </a:lnTo>
                <a:cubicBezTo>
                  <a:pt x="0" y="1339"/>
                  <a:pt x="73" y="1412"/>
                  <a:pt x="163" y="1412"/>
                </a:cubicBezTo>
                <a:lnTo>
                  <a:pt x="1248" y="1412"/>
                </a:lnTo>
                <a:cubicBezTo>
                  <a:pt x="1338" y="1412"/>
                  <a:pt x="1411" y="1339"/>
                  <a:pt x="1411" y="1249"/>
                </a:cubicBezTo>
                <a:lnTo>
                  <a:pt x="1411" y="1032"/>
                </a:lnTo>
                <a:lnTo>
                  <a:pt x="1302" y="1032"/>
                </a:lnTo>
                <a:lnTo>
                  <a:pt x="1302" y="1249"/>
                </a:lnTo>
                <a:cubicBezTo>
                  <a:pt x="1302" y="1279"/>
                  <a:pt x="1278" y="1303"/>
                  <a:pt x="1248" y="1303"/>
                </a:cubicBezTo>
                <a:lnTo>
                  <a:pt x="163" y="1303"/>
                </a:lnTo>
                <a:cubicBezTo>
                  <a:pt x="133" y="1303"/>
                  <a:pt x="108" y="1279"/>
                  <a:pt x="108" y="1249"/>
                </a:cubicBezTo>
                <a:lnTo>
                  <a:pt x="108" y="1032"/>
                </a:lnTo>
                <a:lnTo>
                  <a:pt x="0" y="1032"/>
                </a:lnTo>
                <a:close/>
              </a:path>
            </a:pathLst>
          </a:custGeom>
          <a:solidFill>
            <a:srgbClr val="5F5F5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354CB440-AA79-19BB-9890-59FC93875FFB}"/>
              </a:ext>
            </a:extLst>
          </p:cNvPr>
          <p:cNvSpPr/>
          <p:nvPr/>
        </p:nvSpPr>
        <p:spPr>
          <a:xfrm>
            <a:off x="313485" y="4318583"/>
            <a:ext cx="1106031" cy="246221"/>
          </a:xfrm>
          <a:prstGeom prst="roundRect">
            <a:avLst>
              <a:gd name="adj" fmla="val 18156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메인 디자인 제작</a:t>
            </a:r>
            <a:endParaRPr lang="en-US" altLang="ko-KR" sz="9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A8BCA481-0B9D-071A-12FA-6394B4287671}"/>
              </a:ext>
            </a:extLst>
          </p:cNvPr>
          <p:cNvSpPr/>
          <p:nvPr/>
        </p:nvSpPr>
        <p:spPr>
          <a:xfrm>
            <a:off x="312192" y="4635664"/>
            <a:ext cx="1106031" cy="246221"/>
          </a:xfrm>
          <a:prstGeom prst="roundRect">
            <a:avLst>
              <a:gd name="adj" fmla="val 18156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메뉴 및 기능 추가</a:t>
            </a:r>
            <a:endParaRPr lang="en-US" altLang="ko-KR" sz="9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DAC0230-274C-090C-E0AE-59EFBFCCC303}"/>
              </a:ext>
            </a:extLst>
          </p:cNvPr>
          <p:cNvSpPr txBox="1"/>
          <p:nvPr/>
        </p:nvSpPr>
        <p:spPr>
          <a:xfrm>
            <a:off x="242672" y="5277440"/>
            <a:ext cx="16219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rgbClr val="2857A9"/>
                </a:solidFill>
              </a:rPr>
              <a:t>답변 내용</a:t>
            </a: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2BE6EAA5-55A6-AFCA-06EB-3E3FFCA1AE61}"/>
              </a:ext>
            </a:extLst>
          </p:cNvPr>
          <p:cNvSpPr/>
          <p:nvPr/>
        </p:nvSpPr>
        <p:spPr>
          <a:xfrm>
            <a:off x="3651700" y="1448780"/>
            <a:ext cx="3191586" cy="1758389"/>
          </a:xfrm>
          <a:prstGeom prst="roundRect">
            <a:avLst>
              <a:gd name="adj" fmla="val 6081"/>
            </a:avLst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rgbClr val="2857A9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035B189-7FA4-A6DF-3857-2D81A057633F}"/>
              </a:ext>
            </a:extLst>
          </p:cNvPr>
          <p:cNvSpPr txBox="1"/>
          <p:nvPr/>
        </p:nvSpPr>
        <p:spPr>
          <a:xfrm>
            <a:off x="3680847" y="1657388"/>
            <a:ext cx="3123471" cy="1447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/>
              <a:t>안녕하세요</a:t>
            </a:r>
            <a:r>
              <a:rPr lang="en-US" altLang="ko-KR" sz="1000" dirty="0"/>
              <a:t>. </a:t>
            </a:r>
            <a:r>
              <a:rPr lang="ko-KR" altLang="en-US" sz="1000" dirty="0"/>
              <a:t>고객님</a:t>
            </a:r>
            <a:r>
              <a:rPr lang="en-US" altLang="ko-KR" sz="1000" dirty="0"/>
              <a:t>..</a:t>
            </a:r>
            <a:br>
              <a:rPr lang="en-US" altLang="ko-KR" sz="1000" dirty="0"/>
            </a:br>
            <a:r>
              <a:rPr lang="ko-KR" altLang="en-US" sz="1000" dirty="0"/>
              <a:t>요청주신 내용을 바탕으로 견적서를 산출 하였습니다</a:t>
            </a:r>
            <a:r>
              <a:rPr lang="en-US" altLang="ko-KR" sz="10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dirty="0"/>
              <a:t>견적서 내용 그대로 상품이 만들어졌습니다</a:t>
            </a:r>
            <a:r>
              <a:rPr lang="en-US" altLang="ko-KR" sz="10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dirty="0"/>
              <a:t>상품 리스트에서 구매절차를 진행 하시면 됩니다</a:t>
            </a:r>
            <a:r>
              <a:rPr lang="en-US" altLang="ko-KR" sz="10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dirty="0"/>
              <a:t>감사합니다</a:t>
            </a:r>
            <a:r>
              <a:rPr lang="en-US" altLang="ko-KR" sz="1000" dirty="0"/>
              <a:t>.</a:t>
            </a: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7E89AF8C-F5C5-91B8-6E47-E64B42306F1B}"/>
              </a:ext>
            </a:extLst>
          </p:cNvPr>
          <p:cNvSpPr/>
          <p:nvPr/>
        </p:nvSpPr>
        <p:spPr>
          <a:xfrm>
            <a:off x="3643687" y="3284984"/>
            <a:ext cx="2196244" cy="246221"/>
          </a:xfrm>
          <a:prstGeom prst="roundRect">
            <a:avLst>
              <a:gd name="adj" fmla="val 18156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      견적서</a:t>
            </a:r>
            <a:r>
              <a:rPr lang="en-US" altLang="ko-KR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.JPG (</a:t>
            </a:r>
            <a:r>
              <a:rPr lang="en-US" altLang="ko-KR" sz="900" dirty="0">
                <a:solidFill>
                  <a:schemeClr val="tx1"/>
                </a:solidFill>
                <a:latin typeface="맑은 고딕" pitchFamily="50" charset="-127"/>
              </a:rPr>
              <a:t>10MB)</a:t>
            </a:r>
            <a:endParaRPr lang="en-US" altLang="ko-KR" sz="9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2" name="Check File">
            <a:extLst>
              <a:ext uri="{FF2B5EF4-FFF2-40B4-BE49-F238E27FC236}">
                <a16:creationId xmlns:a16="http://schemas.microsoft.com/office/drawing/2014/main" id="{A22825B0-4E9F-7A6A-48BB-BD7F49EC6DBD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737157" y="3328542"/>
            <a:ext cx="163513" cy="163512"/>
          </a:xfrm>
          <a:custGeom>
            <a:avLst/>
            <a:gdLst>
              <a:gd name="T0" fmla="*/ 217 w 1417"/>
              <a:gd name="T1" fmla="*/ 0 h 1411"/>
              <a:gd name="T2" fmla="*/ 0 w 1417"/>
              <a:gd name="T3" fmla="*/ 217 h 1411"/>
              <a:gd name="T4" fmla="*/ 0 w 1417"/>
              <a:gd name="T5" fmla="*/ 1194 h 1411"/>
              <a:gd name="T6" fmla="*/ 217 w 1417"/>
              <a:gd name="T7" fmla="*/ 1411 h 1411"/>
              <a:gd name="T8" fmla="*/ 863 w 1417"/>
              <a:gd name="T9" fmla="*/ 1411 h 1411"/>
              <a:gd name="T10" fmla="*/ 754 w 1417"/>
              <a:gd name="T11" fmla="*/ 1302 h 1411"/>
              <a:gd name="T12" fmla="*/ 217 w 1417"/>
              <a:gd name="T13" fmla="*/ 1302 h 1411"/>
              <a:gd name="T14" fmla="*/ 108 w 1417"/>
              <a:gd name="T15" fmla="*/ 1194 h 1411"/>
              <a:gd name="T16" fmla="*/ 108 w 1417"/>
              <a:gd name="T17" fmla="*/ 217 h 1411"/>
              <a:gd name="T18" fmla="*/ 217 w 1417"/>
              <a:gd name="T19" fmla="*/ 108 h 1411"/>
              <a:gd name="T20" fmla="*/ 614 w 1417"/>
              <a:gd name="T21" fmla="*/ 108 h 1411"/>
              <a:gd name="T22" fmla="*/ 651 w 1417"/>
              <a:gd name="T23" fmla="*/ 217 h 1411"/>
              <a:gd name="T24" fmla="*/ 651 w 1417"/>
              <a:gd name="T25" fmla="*/ 380 h 1411"/>
              <a:gd name="T26" fmla="*/ 705 w 1417"/>
              <a:gd name="T27" fmla="*/ 434 h 1411"/>
              <a:gd name="T28" fmla="*/ 868 w 1417"/>
              <a:gd name="T29" fmla="*/ 434 h 1411"/>
              <a:gd name="T30" fmla="*/ 977 w 1417"/>
              <a:gd name="T31" fmla="*/ 488 h 1411"/>
              <a:gd name="T32" fmla="*/ 977 w 1417"/>
              <a:gd name="T33" fmla="*/ 1021 h 1411"/>
              <a:gd name="T34" fmla="*/ 988 w 1417"/>
              <a:gd name="T35" fmla="*/ 1031 h 1411"/>
              <a:gd name="T36" fmla="*/ 1085 w 1417"/>
              <a:gd name="T37" fmla="*/ 885 h 1411"/>
              <a:gd name="T38" fmla="*/ 1085 w 1417"/>
              <a:gd name="T39" fmla="*/ 434 h 1411"/>
              <a:gd name="T40" fmla="*/ 939 w 1417"/>
              <a:gd name="T41" fmla="*/ 229 h 1411"/>
              <a:gd name="T42" fmla="*/ 895 w 1417"/>
              <a:gd name="T43" fmla="*/ 190 h 1411"/>
              <a:gd name="T44" fmla="*/ 858 w 1417"/>
              <a:gd name="T45" fmla="*/ 147 h 1411"/>
              <a:gd name="T46" fmla="*/ 651 w 1417"/>
              <a:gd name="T47" fmla="*/ 0 h 1411"/>
              <a:gd name="T48" fmla="*/ 217 w 1417"/>
              <a:gd name="T49" fmla="*/ 0 h 1411"/>
              <a:gd name="T50" fmla="*/ 1323 w 1417"/>
              <a:gd name="T51" fmla="*/ 760 h 1411"/>
              <a:gd name="T52" fmla="*/ 1287 w 1417"/>
              <a:gd name="T53" fmla="*/ 777 h 1411"/>
              <a:gd name="T54" fmla="*/ 999 w 1417"/>
              <a:gd name="T55" fmla="*/ 1199 h 1411"/>
              <a:gd name="T56" fmla="*/ 868 w 1417"/>
              <a:gd name="T57" fmla="*/ 1063 h 1411"/>
              <a:gd name="T58" fmla="*/ 819 w 1417"/>
              <a:gd name="T59" fmla="*/ 1063 h 1411"/>
              <a:gd name="T60" fmla="*/ 771 w 1417"/>
              <a:gd name="T61" fmla="*/ 1112 h 1411"/>
              <a:gd name="T62" fmla="*/ 771 w 1417"/>
              <a:gd name="T63" fmla="*/ 1162 h 1411"/>
              <a:gd name="T64" fmla="*/ 972 w 1417"/>
              <a:gd name="T65" fmla="*/ 1362 h 1411"/>
              <a:gd name="T66" fmla="*/ 1016 w 1417"/>
              <a:gd name="T67" fmla="*/ 1384 h 1411"/>
              <a:gd name="T68" fmla="*/ 1058 w 1417"/>
              <a:gd name="T69" fmla="*/ 1357 h 1411"/>
              <a:gd name="T70" fmla="*/ 1406 w 1417"/>
              <a:gd name="T71" fmla="*/ 846 h 1411"/>
              <a:gd name="T72" fmla="*/ 1396 w 1417"/>
              <a:gd name="T73" fmla="*/ 804 h 1411"/>
              <a:gd name="T74" fmla="*/ 1334 w 1417"/>
              <a:gd name="T75" fmla="*/ 765 h 1411"/>
              <a:gd name="T76" fmla="*/ 1323 w 1417"/>
              <a:gd name="T77" fmla="*/ 760 h 1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417" h="1411">
                <a:moveTo>
                  <a:pt x="217" y="0"/>
                </a:moveTo>
                <a:cubicBezTo>
                  <a:pt x="97" y="0"/>
                  <a:pt x="0" y="98"/>
                  <a:pt x="0" y="217"/>
                </a:cubicBezTo>
                <a:lnTo>
                  <a:pt x="0" y="1194"/>
                </a:lnTo>
                <a:cubicBezTo>
                  <a:pt x="0" y="1313"/>
                  <a:pt x="97" y="1411"/>
                  <a:pt x="217" y="1411"/>
                </a:cubicBezTo>
                <a:lnTo>
                  <a:pt x="863" y="1411"/>
                </a:lnTo>
                <a:lnTo>
                  <a:pt x="754" y="1302"/>
                </a:lnTo>
                <a:lnTo>
                  <a:pt x="217" y="1302"/>
                </a:lnTo>
                <a:cubicBezTo>
                  <a:pt x="157" y="1302"/>
                  <a:pt x="108" y="1254"/>
                  <a:pt x="108" y="1194"/>
                </a:cubicBezTo>
                <a:lnTo>
                  <a:pt x="108" y="217"/>
                </a:lnTo>
                <a:cubicBezTo>
                  <a:pt x="108" y="157"/>
                  <a:pt x="157" y="108"/>
                  <a:pt x="217" y="108"/>
                </a:cubicBezTo>
                <a:lnTo>
                  <a:pt x="614" y="108"/>
                </a:lnTo>
                <a:cubicBezTo>
                  <a:pt x="652" y="119"/>
                  <a:pt x="651" y="168"/>
                  <a:pt x="651" y="217"/>
                </a:cubicBezTo>
                <a:lnTo>
                  <a:pt x="651" y="380"/>
                </a:lnTo>
                <a:cubicBezTo>
                  <a:pt x="651" y="412"/>
                  <a:pt x="673" y="434"/>
                  <a:pt x="705" y="434"/>
                </a:cubicBezTo>
                <a:lnTo>
                  <a:pt x="868" y="434"/>
                </a:lnTo>
                <a:cubicBezTo>
                  <a:pt x="922" y="434"/>
                  <a:pt x="977" y="434"/>
                  <a:pt x="977" y="488"/>
                </a:cubicBezTo>
                <a:lnTo>
                  <a:pt x="977" y="1021"/>
                </a:lnTo>
                <a:lnTo>
                  <a:pt x="988" y="1031"/>
                </a:lnTo>
                <a:lnTo>
                  <a:pt x="1085" y="885"/>
                </a:lnTo>
                <a:lnTo>
                  <a:pt x="1085" y="434"/>
                </a:lnTo>
                <a:cubicBezTo>
                  <a:pt x="1085" y="374"/>
                  <a:pt x="1032" y="321"/>
                  <a:pt x="939" y="229"/>
                </a:cubicBezTo>
                <a:cubicBezTo>
                  <a:pt x="923" y="218"/>
                  <a:pt x="911" y="201"/>
                  <a:pt x="895" y="190"/>
                </a:cubicBezTo>
                <a:cubicBezTo>
                  <a:pt x="884" y="174"/>
                  <a:pt x="869" y="164"/>
                  <a:pt x="858" y="147"/>
                </a:cubicBezTo>
                <a:cubicBezTo>
                  <a:pt x="766" y="55"/>
                  <a:pt x="711" y="0"/>
                  <a:pt x="651" y="0"/>
                </a:cubicBezTo>
                <a:lnTo>
                  <a:pt x="217" y="0"/>
                </a:lnTo>
                <a:close/>
                <a:moveTo>
                  <a:pt x="1323" y="760"/>
                </a:moveTo>
                <a:cubicBezTo>
                  <a:pt x="1309" y="757"/>
                  <a:pt x="1295" y="764"/>
                  <a:pt x="1287" y="777"/>
                </a:cubicBezTo>
                <a:lnTo>
                  <a:pt x="999" y="1199"/>
                </a:lnTo>
                <a:lnTo>
                  <a:pt x="868" y="1063"/>
                </a:lnTo>
                <a:cubicBezTo>
                  <a:pt x="852" y="1047"/>
                  <a:pt x="830" y="1047"/>
                  <a:pt x="819" y="1063"/>
                </a:cubicBezTo>
                <a:lnTo>
                  <a:pt x="771" y="1112"/>
                </a:lnTo>
                <a:cubicBezTo>
                  <a:pt x="755" y="1129"/>
                  <a:pt x="755" y="1151"/>
                  <a:pt x="771" y="1162"/>
                </a:cubicBezTo>
                <a:lnTo>
                  <a:pt x="972" y="1362"/>
                </a:lnTo>
                <a:cubicBezTo>
                  <a:pt x="982" y="1373"/>
                  <a:pt x="999" y="1384"/>
                  <a:pt x="1016" y="1384"/>
                </a:cubicBezTo>
                <a:cubicBezTo>
                  <a:pt x="1032" y="1384"/>
                  <a:pt x="1047" y="1373"/>
                  <a:pt x="1058" y="1357"/>
                </a:cubicBezTo>
                <a:lnTo>
                  <a:pt x="1406" y="846"/>
                </a:lnTo>
                <a:cubicBezTo>
                  <a:pt x="1417" y="841"/>
                  <a:pt x="1412" y="815"/>
                  <a:pt x="1396" y="804"/>
                </a:cubicBezTo>
                <a:lnTo>
                  <a:pt x="1334" y="765"/>
                </a:lnTo>
                <a:cubicBezTo>
                  <a:pt x="1330" y="762"/>
                  <a:pt x="1327" y="760"/>
                  <a:pt x="1323" y="760"/>
                </a:cubicBezTo>
                <a:close/>
              </a:path>
            </a:pathLst>
          </a:cu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3" name="Download">
            <a:extLst>
              <a:ext uri="{FF2B5EF4-FFF2-40B4-BE49-F238E27FC236}">
                <a16:creationId xmlns:a16="http://schemas.microsoft.com/office/drawing/2014/main" id="{EBA0DD1A-2DFF-E169-2FDD-C3B439FB8AEE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5628024" y="3321263"/>
            <a:ext cx="163513" cy="163512"/>
          </a:xfrm>
          <a:custGeom>
            <a:avLst/>
            <a:gdLst>
              <a:gd name="T0" fmla="*/ 597 w 1411"/>
              <a:gd name="T1" fmla="*/ 0 h 1412"/>
              <a:gd name="T2" fmla="*/ 434 w 1411"/>
              <a:gd name="T3" fmla="*/ 163 h 1412"/>
              <a:gd name="T4" fmla="*/ 434 w 1411"/>
              <a:gd name="T5" fmla="*/ 597 h 1412"/>
              <a:gd name="T6" fmla="*/ 258 w 1411"/>
              <a:gd name="T7" fmla="*/ 597 h 1412"/>
              <a:gd name="T8" fmla="*/ 230 w 1411"/>
              <a:gd name="T9" fmla="*/ 677 h 1412"/>
              <a:gd name="T10" fmla="*/ 588 w 1411"/>
              <a:gd name="T11" fmla="*/ 1033 h 1412"/>
              <a:gd name="T12" fmla="*/ 826 w 1411"/>
              <a:gd name="T13" fmla="*/ 1033 h 1412"/>
              <a:gd name="T14" fmla="*/ 1182 w 1411"/>
              <a:gd name="T15" fmla="*/ 677 h 1412"/>
              <a:gd name="T16" fmla="*/ 1157 w 1411"/>
              <a:gd name="T17" fmla="*/ 597 h 1412"/>
              <a:gd name="T18" fmla="*/ 977 w 1411"/>
              <a:gd name="T19" fmla="*/ 597 h 1412"/>
              <a:gd name="T20" fmla="*/ 977 w 1411"/>
              <a:gd name="T21" fmla="*/ 163 h 1412"/>
              <a:gd name="T22" fmla="*/ 814 w 1411"/>
              <a:gd name="T23" fmla="*/ 0 h 1412"/>
              <a:gd name="T24" fmla="*/ 597 w 1411"/>
              <a:gd name="T25" fmla="*/ 0 h 1412"/>
              <a:gd name="T26" fmla="*/ 0 w 1411"/>
              <a:gd name="T27" fmla="*/ 1032 h 1412"/>
              <a:gd name="T28" fmla="*/ 0 w 1411"/>
              <a:gd name="T29" fmla="*/ 1249 h 1412"/>
              <a:gd name="T30" fmla="*/ 163 w 1411"/>
              <a:gd name="T31" fmla="*/ 1412 h 1412"/>
              <a:gd name="T32" fmla="*/ 1248 w 1411"/>
              <a:gd name="T33" fmla="*/ 1412 h 1412"/>
              <a:gd name="T34" fmla="*/ 1411 w 1411"/>
              <a:gd name="T35" fmla="*/ 1249 h 1412"/>
              <a:gd name="T36" fmla="*/ 1411 w 1411"/>
              <a:gd name="T37" fmla="*/ 1032 h 1412"/>
              <a:gd name="T38" fmla="*/ 1302 w 1411"/>
              <a:gd name="T39" fmla="*/ 1032 h 1412"/>
              <a:gd name="T40" fmla="*/ 1302 w 1411"/>
              <a:gd name="T41" fmla="*/ 1249 h 1412"/>
              <a:gd name="T42" fmla="*/ 1248 w 1411"/>
              <a:gd name="T43" fmla="*/ 1303 h 1412"/>
              <a:gd name="T44" fmla="*/ 163 w 1411"/>
              <a:gd name="T45" fmla="*/ 1303 h 1412"/>
              <a:gd name="T46" fmla="*/ 108 w 1411"/>
              <a:gd name="T47" fmla="*/ 1249 h 1412"/>
              <a:gd name="T48" fmla="*/ 108 w 1411"/>
              <a:gd name="T49" fmla="*/ 1032 h 1412"/>
              <a:gd name="T50" fmla="*/ 0 w 1411"/>
              <a:gd name="T51" fmla="*/ 1032 h 14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411" h="1412">
                <a:moveTo>
                  <a:pt x="597" y="0"/>
                </a:moveTo>
                <a:cubicBezTo>
                  <a:pt x="507" y="0"/>
                  <a:pt x="434" y="73"/>
                  <a:pt x="434" y="163"/>
                </a:cubicBezTo>
                <a:lnTo>
                  <a:pt x="434" y="597"/>
                </a:lnTo>
                <a:lnTo>
                  <a:pt x="258" y="597"/>
                </a:lnTo>
                <a:cubicBezTo>
                  <a:pt x="181" y="597"/>
                  <a:pt x="165" y="611"/>
                  <a:pt x="230" y="677"/>
                </a:cubicBezTo>
                <a:lnTo>
                  <a:pt x="588" y="1033"/>
                </a:lnTo>
                <a:cubicBezTo>
                  <a:pt x="708" y="1153"/>
                  <a:pt x="706" y="1153"/>
                  <a:pt x="826" y="1033"/>
                </a:cubicBezTo>
                <a:lnTo>
                  <a:pt x="1182" y="677"/>
                </a:lnTo>
                <a:cubicBezTo>
                  <a:pt x="1248" y="611"/>
                  <a:pt x="1226" y="597"/>
                  <a:pt x="1157" y="597"/>
                </a:cubicBezTo>
                <a:lnTo>
                  <a:pt x="977" y="597"/>
                </a:lnTo>
                <a:lnTo>
                  <a:pt x="977" y="163"/>
                </a:lnTo>
                <a:cubicBezTo>
                  <a:pt x="977" y="73"/>
                  <a:pt x="904" y="0"/>
                  <a:pt x="814" y="0"/>
                </a:cubicBezTo>
                <a:lnTo>
                  <a:pt x="597" y="0"/>
                </a:lnTo>
                <a:close/>
                <a:moveTo>
                  <a:pt x="0" y="1032"/>
                </a:moveTo>
                <a:lnTo>
                  <a:pt x="0" y="1249"/>
                </a:lnTo>
                <a:cubicBezTo>
                  <a:pt x="0" y="1339"/>
                  <a:pt x="73" y="1412"/>
                  <a:pt x="163" y="1412"/>
                </a:cubicBezTo>
                <a:lnTo>
                  <a:pt x="1248" y="1412"/>
                </a:lnTo>
                <a:cubicBezTo>
                  <a:pt x="1338" y="1412"/>
                  <a:pt x="1411" y="1339"/>
                  <a:pt x="1411" y="1249"/>
                </a:cubicBezTo>
                <a:lnTo>
                  <a:pt x="1411" y="1032"/>
                </a:lnTo>
                <a:lnTo>
                  <a:pt x="1302" y="1032"/>
                </a:lnTo>
                <a:lnTo>
                  <a:pt x="1302" y="1249"/>
                </a:lnTo>
                <a:cubicBezTo>
                  <a:pt x="1302" y="1279"/>
                  <a:pt x="1278" y="1303"/>
                  <a:pt x="1248" y="1303"/>
                </a:cubicBezTo>
                <a:lnTo>
                  <a:pt x="163" y="1303"/>
                </a:lnTo>
                <a:cubicBezTo>
                  <a:pt x="133" y="1303"/>
                  <a:pt x="108" y="1279"/>
                  <a:pt x="108" y="1249"/>
                </a:cubicBezTo>
                <a:lnTo>
                  <a:pt x="108" y="1032"/>
                </a:lnTo>
                <a:lnTo>
                  <a:pt x="0" y="1032"/>
                </a:lnTo>
                <a:close/>
              </a:path>
            </a:pathLst>
          </a:custGeom>
          <a:solidFill>
            <a:srgbClr val="5F5F5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76DC9A3-4FE2-93B4-9C46-482CDD2E245A}"/>
              </a:ext>
            </a:extLst>
          </p:cNvPr>
          <p:cNvSpPr txBox="1"/>
          <p:nvPr/>
        </p:nvSpPr>
        <p:spPr>
          <a:xfrm>
            <a:off x="5817096" y="1514206"/>
            <a:ext cx="9501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2857A9"/>
                </a:solidFill>
              </a:rPr>
              <a:t>2026.03.01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E5D48FF-8E36-320B-DE49-DC1F039CC889}"/>
              </a:ext>
            </a:extLst>
          </p:cNvPr>
          <p:cNvSpPr txBox="1"/>
          <p:nvPr/>
        </p:nvSpPr>
        <p:spPr>
          <a:xfrm>
            <a:off x="3639792" y="3599950"/>
            <a:ext cx="16219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상담</a:t>
            </a:r>
            <a:r>
              <a:rPr lang="en-US" altLang="ko-KR" sz="1000" b="1" dirty="0"/>
              <a:t> </a:t>
            </a:r>
            <a:r>
              <a:rPr lang="ko-KR" altLang="en-US" sz="1000" b="1" dirty="0"/>
              <a:t>요청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3321C9E9-4A25-CD70-4876-7B21A8D0639A}"/>
              </a:ext>
            </a:extLst>
          </p:cNvPr>
          <p:cNvSpPr/>
          <p:nvPr/>
        </p:nvSpPr>
        <p:spPr>
          <a:xfrm>
            <a:off x="3679405" y="3846171"/>
            <a:ext cx="3163882" cy="733385"/>
          </a:xfrm>
          <a:prstGeom prst="roundRect">
            <a:avLst>
              <a:gd name="adj" fmla="val 9198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567732C-489E-E277-1512-67889C67253A}"/>
              </a:ext>
            </a:extLst>
          </p:cNvPr>
          <p:cNvSpPr txBox="1"/>
          <p:nvPr/>
        </p:nvSpPr>
        <p:spPr>
          <a:xfrm>
            <a:off x="3708552" y="3887982"/>
            <a:ext cx="2972640" cy="622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/>
              <a:t>연락처</a:t>
            </a:r>
            <a:r>
              <a:rPr lang="en-US" altLang="ko-KR" sz="800" dirty="0"/>
              <a:t> : 010-0000-0000</a:t>
            </a:r>
          </a:p>
          <a:p>
            <a:pPr>
              <a:lnSpc>
                <a:spcPct val="150000"/>
              </a:lnSpc>
            </a:pPr>
            <a:r>
              <a:rPr lang="ko-KR" altLang="en-US" sz="800" dirty="0"/>
              <a:t>상담 희망 날짜 </a:t>
            </a:r>
            <a:r>
              <a:rPr lang="en-US" altLang="ko-KR" sz="800" dirty="0"/>
              <a:t>: 2026-03-01</a:t>
            </a:r>
          </a:p>
          <a:p>
            <a:pPr>
              <a:lnSpc>
                <a:spcPct val="150000"/>
              </a:lnSpc>
            </a:pPr>
            <a:r>
              <a:rPr lang="ko-KR" altLang="en-US" sz="800" dirty="0"/>
              <a:t>상담 희망 시간 </a:t>
            </a:r>
            <a:r>
              <a:rPr lang="en-US" altLang="ko-KR" sz="800" dirty="0"/>
              <a:t>: 10:00 ~ 12:00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13A7AE9-8389-5457-4725-BAF225020901}"/>
              </a:ext>
            </a:extLst>
          </p:cNvPr>
          <p:cNvSpPr txBox="1"/>
          <p:nvPr/>
        </p:nvSpPr>
        <p:spPr>
          <a:xfrm>
            <a:off x="3644213" y="4636568"/>
            <a:ext cx="16219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답변 알림 요청</a:t>
            </a: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6C9F6330-9D20-8C38-12E2-C3BBE12A28D1}"/>
              </a:ext>
            </a:extLst>
          </p:cNvPr>
          <p:cNvSpPr/>
          <p:nvPr/>
        </p:nvSpPr>
        <p:spPr>
          <a:xfrm>
            <a:off x="3683825" y="4882790"/>
            <a:ext cx="3159461" cy="556416"/>
          </a:xfrm>
          <a:prstGeom prst="roundRect">
            <a:avLst>
              <a:gd name="adj" fmla="val 9198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E492E2B-F8D2-12FE-88CB-E9B67BCE0AF4}"/>
              </a:ext>
            </a:extLst>
          </p:cNvPr>
          <p:cNvSpPr txBox="1"/>
          <p:nvPr/>
        </p:nvSpPr>
        <p:spPr>
          <a:xfrm>
            <a:off x="3712973" y="4924600"/>
            <a:ext cx="2968219" cy="437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/>
              <a:t>연락처</a:t>
            </a:r>
            <a:r>
              <a:rPr lang="en-US" altLang="ko-KR" sz="800" dirty="0"/>
              <a:t> : 010-0000-0000</a:t>
            </a:r>
          </a:p>
          <a:p>
            <a:pPr>
              <a:lnSpc>
                <a:spcPct val="150000"/>
              </a:lnSpc>
            </a:pPr>
            <a:r>
              <a:rPr lang="ko-KR" altLang="en-US" sz="800" dirty="0"/>
              <a:t>이메일 주소 </a:t>
            </a:r>
            <a:r>
              <a:rPr lang="en-US" altLang="ko-KR" sz="800" dirty="0"/>
              <a:t>: abcde@naver.com</a:t>
            </a:r>
          </a:p>
        </p:txBody>
      </p:sp>
      <p:graphicFrame>
        <p:nvGraphicFramePr>
          <p:cNvPr id="71" name="Group 260">
            <a:extLst>
              <a:ext uri="{FF2B5EF4-FFF2-40B4-BE49-F238E27FC236}">
                <a16:creationId xmlns:a16="http://schemas.microsoft.com/office/drawing/2014/main" id="{80EF7494-15E3-994E-F07E-37D8CED306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7424863"/>
              </p:ext>
            </p:extLst>
          </p:nvPr>
        </p:nvGraphicFramePr>
        <p:xfrm>
          <a:off x="6969418" y="2548005"/>
          <a:ext cx="2772114" cy="647558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게시판 </a:t>
                      </a: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샘플</a:t>
                      </a: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게시판 조회 </a:t>
                      </a:r>
                      <a:r>
                        <a:rPr kumimoji="1" lang="en-US" altLang="ko-KR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답변 완료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게시판 조회 페이지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77051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D90B7-DAC5-202F-CA3C-D7DCA9EE8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9106F7B-2F32-2BD5-135D-350FE804B90F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 err="1">
                <a:solidFill>
                  <a:prstClr val="black"/>
                </a:solidFill>
              </a:rPr>
              <a:t>와아이프레임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Mo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F7E496-8780-43C2-63A9-4243C6F796E5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와이어프레임 </a:t>
            </a:r>
            <a:r>
              <a:rPr lang="en-US" altLang="ko-KR" sz="900" b="1" dirty="0">
                <a:solidFill>
                  <a:prstClr val="black"/>
                </a:solidFill>
              </a:rPr>
              <a:t>Mo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E1CF5EBD-0556-B709-4424-364F43C95DE0}"/>
              </a:ext>
            </a:extLst>
          </p:cNvPr>
          <p:cNvSpPr/>
          <p:nvPr/>
        </p:nvSpPr>
        <p:spPr>
          <a:xfrm>
            <a:off x="236476" y="1448780"/>
            <a:ext cx="3191585" cy="4968552"/>
          </a:xfrm>
          <a:prstGeom prst="roundRect">
            <a:avLst>
              <a:gd name="adj" fmla="val 3091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07C5C67-A3BE-AEE6-405D-854468CC721D}"/>
              </a:ext>
            </a:extLst>
          </p:cNvPr>
          <p:cNvSpPr txBox="1"/>
          <p:nvPr/>
        </p:nvSpPr>
        <p:spPr>
          <a:xfrm>
            <a:off x="326371" y="1787097"/>
            <a:ext cx="3072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견적 받은 내용으로 상품을 구매하고 싶습니다</a:t>
            </a:r>
            <a:r>
              <a:rPr lang="en-US" altLang="ko-KR" sz="1200" b="1" dirty="0"/>
              <a:t>.</a:t>
            </a:r>
            <a:endParaRPr lang="ko-KR" altLang="en-US" sz="1200" b="1" dirty="0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917239D0-8E86-9F4E-3738-E59DBBB114C7}"/>
              </a:ext>
            </a:extLst>
          </p:cNvPr>
          <p:cNvSpPr/>
          <p:nvPr/>
        </p:nvSpPr>
        <p:spPr>
          <a:xfrm>
            <a:off x="388504" y="1548837"/>
            <a:ext cx="756084" cy="197541"/>
          </a:xfrm>
          <a:prstGeom prst="roundRect">
            <a:avLst/>
          </a:prstGeom>
          <a:solidFill>
            <a:srgbClr val="DBEAFE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dirty="0">
                <a:solidFill>
                  <a:srgbClr val="2857A9"/>
                </a:solidFill>
              </a:rPr>
              <a:t>일반 문의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2FB6B559-5586-5E2F-CD5E-05E3257629E1}"/>
              </a:ext>
            </a:extLst>
          </p:cNvPr>
          <p:cNvSpPr/>
          <p:nvPr/>
        </p:nvSpPr>
        <p:spPr>
          <a:xfrm>
            <a:off x="1214719" y="1550164"/>
            <a:ext cx="756084" cy="19754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dirty="0">
                <a:solidFill>
                  <a:schemeClr val="accent6">
                    <a:lumMod val="75000"/>
                  </a:schemeClr>
                </a:solidFill>
              </a:rPr>
              <a:t>문의접수</a:t>
            </a: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6F2E60E7-F10D-B67F-EB11-0520D28C7A6F}"/>
              </a:ext>
            </a:extLst>
          </p:cNvPr>
          <p:cNvCxnSpPr>
            <a:cxnSpLocks/>
          </p:cNvCxnSpPr>
          <p:nvPr/>
        </p:nvCxnSpPr>
        <p:spPr>
          <a:xfrm>
            <a:off x="330988" y="2528900"/>
            <a:ext cx="2988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24B89BED-9B71-8A33-AFD7-5A0D4444DA39}"/>
              </a:ext>
            </a:extLst>
          </p:cNvPr>
          <p:cNvSpPr txBox="1"/>
          <p:nvPr/>
        </p:nvSpPr>
        <p:spPr>
          <a:xfrm>
            <a:off x="342531" y="2246675"/>
            <a:ext cx="19038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요청일 </a:t>
            </a:r>
            <a:r>
              <a:rPr lang="en-US" altLang="ko-KR" sz="1000" dirty="0"/>
              <a:t>: 2026.03.01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D296C14-29FA-54B7-3D41-50ADC1FB8C49}"/>
              </a:ext>
            </a:extLst>
          </p:cNvPr>
          <p:cNvSpPr txBox="1"/>
          <p:nvPr/>
        </p:nvSpPr>
        <p:spPr>
          <a:xfrm>
            <a:off x="3080792" y="1412776"/>
            <a:ext cx="278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×</a:t>
            </a:r>
            <a:endParaRPr lang="ko-KR" altLang="en-US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0BB6A3B-DEE5-44D1-D8A4-E0DC68C0056F}"/>
              </a:ext>
            </a:extLst>
          </p:cNvPr>
          <p:cNvSpPr txBox="1"/>
          <p:nvPr/>
        </p:nvSpPr>
        <p:spPr>
          <a:xfrm>
            <a:off x="277942" y="2578450"/>
            <a:ext cx="16219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문의</a:t>
            </a:r>
            <a:r>
              <a:rPr lang="en-US" altLang="ko-KR" sz="1000" b="1" dirty="0"/>
              <a:t> </a:t>
            </a:r>
            <a:r>
              <a:rPr lang="ko-KR" altLang="en-US" sz="1000" b="1" dirty="0"/>
              <a:t>요청 상세 내용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42B54A9F-4F0E-F1BC-BDE0-CAF43C2C213E}"/>
              </a:ext>
            </a:extLst>
          </p:cNvPr>
          <p:cNvSpPr/>
          <p:nvPr/>
        </p:nvSpPr>
        <p:spPr>
          <a:xfrm>
            <a:off x="317555" y="2824671"/>
            <a:ext cx="3042126" cy="1448780"/>
          </a:xfrm>
          <a:prstGeom prst="roundRect">
            <a:avLst>
              <a:gd name="adj" fmla="val 4243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7461AF3-2659-AD6F-4EA8-F6A7DBC72435}"/>
              </a:ext>
            </a:extLst>
          </p:cNvPr>
          <p:cNvSpPr txBox="1"/>
          <p:nvPr/>
        </p:nvSpPr>
        <p:spPr>
          <a:xfrm>
            <a:off x="346702" y="2935513"/>
            <a:ext cx="2972286" cy="1216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/>
              <a:t>안녕하세요</a:t>
            </a:r>
            <a:r>
              <a:rPr lang="en-US" altLang="ko-KR" sz="10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dirty="0"/>
              <a:t>이번에 견적 받은 내용으로 결제를 진행 하려고 합니다</a:t>
            </a:r>
            <a:r>
              <a:rPr lang="en-US" altLang="ko-KR" sz="10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dirty="0"/>
              <a:t>어떻게 진행하면 되나요</a:t>
            </a:r>
            <a:r>
              <a:rPr lang="en-US" altLang="ko-KR" sz="1000" dirty="0"/>
              <a:t>? </a:t>
            </a:r>
          </a:p>
          <a:p>
            <a:pPr>
              <a:lnSpc>
                <a:spcPct val="150000"/>
              </a:lnSpc>
            </a:pPr>
            <a:r>
              <a:rPr lang="ko-KR" altLang="en-US" sz="1000" dirty="0"/>
              <a:t>첨부파일 확인 부탁 드립니다</a:t>
            </a:r>
            <a:r>
              <a:rPr lang="en-US" altLang="ko-KR" sz="1000" dirty="0"/>
              <a:t>.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9A67149F-E173-9033-3A87-05BAEB02574B}"/>
              </a:ext>
            </a:extLst>
          </p:cNvPr>
          <p:cNvSpPr/>
          <p:nvPr/>
        </p:nvSpPr>
        <p:spPr>
          <a:xfrm>
            <a:off x="320101" y="4941168"/>
            <a:ext cx="2196244" cy="246221"/>
          </a:xfrm>
          <a:prstGeom prst="roundRect">
            <a:avLst>
              <a:gd name="adj" fmla="val 18156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      견적서</a:t>
            </a:r>
            <a:r>
              <a:rPr lang="en-US" altLang="ko-KR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.JPG (</a:t>
            </a:r>
            <a:r>
              <a:rPr lang="en-US" altLang="ko-KR" sz="900" dirty="0">
                <a:solidFill>
                  <a:schemeClr val="tx1"/>
                </a:solidFill>
                <a:latin typeface="맑은 고딕" pitchFamily="50" charset="-127"/>
              </a:rPr>
              <a:t>10MB)</a:t>
            </a:r>
            <a:endParaRPr lang="en-US" altLang="ko-KR" sz="9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4" name="Check File">
            <a:extLst>
              <a:ext uri="{FF2B5EF4-FFF2-40B4-BE49-F238E27FC236}">
                <a16:creationId xmlns:a16="http://schemas.microsoft.com/office/drawing/2014/main" id="{DD875F8B-2FA1-5482-B1E4-AF8559DDD423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13571" y="4984726"/>
            <a:ext cx="163513" cy="163512"/>
          </a:xfrm>
          <a:custGeom>
            <a:avLst/>
            <a:gdLst>
              <a:gd name="T0" fmla="*/ 217 w 1417"/>
              <a:gd name="T1" fmla="*/ 0 h 1411"/>
              <a:gd name="T2" fmla="*/ 0 w 1417"/>
              <a:gd name="T3" fmla="*/ 217 h 1411"/>
              <a:gd name="T4" fmla="*/ 0 w 1417"/>
              <a:gd name="T5" fmla="*/ 1194 h 1411"/>
              <a:gd name="T6" fmla="*/ 217 w 1417"/>
              <a:gd name="T7" fmla="*/ 1411 h 1411"/>
              <a:gd name="T8" fmla="*/ 863 w 1417"/>
              <a:gd name="T9" fmla="*/ 1411 h 1411"/>
              <a:gd name="T10" fmla="*/ 754 w 1417"/>
              <a:gd name="T11" fmla="*/ 1302 h 1411"/>
              <a:gd name="T12" fmla="*/ 217 w 1417"/>
              <a:gd name="T13" fmla="*/ 1302 h 1411"/>
              <a:gd name="T14" fmla="*/ 108 w 1417"/>
              <a:gd name="T15" fmla="*/ 1194 h 1411"/>
              <a:gd name="T16" fmla="*/ 108 w 1417"/>
              <a:gd name="T17" fmla="*/ 217 h 1411"/>
              <a:gd name="T18" fmla="*/ 217 w 1417"/>
              <a:gd name="T19" fmla="*/ 108 h 1411"/>
              <a:gd name="T20" fmla="*/ 614 w 1417"/>
              <a:gd name="T21" fmla="*/ 108 h 1411"/>
              <a:gd name="T22" fmla="*/ 651 w 1417"/>
              <a:gd name="T23" fmla="*/ 217 h 1411"/>
              <a:gd name="T24" fmla="*/ 651 w 1417"/>
              <a:gd name="T25" fmla="*/ 380 h 1411"/>
              <a:gd name="T26" fmla="*/ 705 w 1417"/>
              <a:gd name="T27" fmla="*/ 434 h 1411"/>
              <a:gd name="T28" fmla="*/ 868 w 1417"/>
              <a:gd name="T29" fmla="*/ 434 h 1411"/>
              <a:gd name="T30" fmla="*/ 977 w 1417"/>
              <a:gd name="T31" fmla="*/ 488 h 1411"/>
              <a:gd name="T32" fmla="*/ 977 w 1417"/>
              <a:gd name="T33" fmla="*/ 1021 h 1411"/>
              <a:gd name="T34" fmla="*/ 988 w 1417"/>
              <a:gd name="T35" fmla="*/ 1031 h 1411"/>
              <a:gd name="T36" fmla="*/ 1085 w 1417"/>
              <a:gd name="T37" fmla="*/ 885 h 1411"/>
              <a:gd name="T38" fmla="*/ 1085 w 1417"/>
              <a:gd name="T39" fmla="*/ 434 h 1411"/>
              <a:gd name="T40" fmla="*/ 939 w 1417"/>
              <a:gd name="T41" fmla="*/ 229 h 1411"/>
              <a:gd name="T42" fmla="*/ 895 w 1417"/>
              <a:gd name="T43" fmla="*/ 190 h 1411"/>
              <a:gd name="T44" fmla="*/ 858 w 1417"/>
              <a:gd name="T45" fmla="*/ 147 h 1411"/>
              <a:gd name="T46" fmla="*/ 651 w 1417"/>
              <a:gd name="T47" fmla="*/ 0 h 1411"/>
              <a:gd name="T48" fmla="*/ 217 w 1417"/>
              <a:gd name="T49" fmla="*/ 0 h 1411"/>
              <a:gd name="T50" fmla="*/ 1323 w 1417"/>
              <a:gd name="T51" fmla="*/ 760 h 1411"/>
              <a:gd name="T52" fmla="*/ 1287 w 1417"/>
              <a:gd name="T53" fmla="*/ 777 h 1411"/>
              <a:gd name="T54" fmla="*/ 999 w 1417"/>
              <a:gd name="T55" fmla="*/ 1199 h 1411"/>
              <a:gd name="T56" fmla="*/ 868 w 1417"/>
              <a:gd name="T57" fmla="*/ 1063 h 1411"/>
              <a:gd name="T58" fmla="*/ 819 w 1417"/>
              <a:gd name="T59" fmla="*/ 1063 h 1411"/>
              <a:gd name="T60" fmla="*/ 771 w 1417"/>
              <a:gd name="T61" fmla="*/ 1112 h 1411"/>
              <a:gd name="T62" fmla="*/ 771 w 1417"/>
              <a:gd name="T63" fmla="*/ 1162 h 1411"/>
              <a:gd name="T64" fmla="*/ 972 w 1417"/>
              <a:gd name="T65" fmla="*/ 1362 h 1411"/>
              <a:gd name="T66" fmla="*/ 1016 w 1417"/>
              <a:gd name="T67" fmla="*/ 1384 h 1411"/>
              <a:gd name="T68" fmla="*/ 1058 w 1417"/>
              <a:gd name="T69" fmla="*/ 1357 h 1411"/>
              <a:gd name="T70" fmla="*/ 1406 w 1417"/>
              <a:gd name="T71" fmla="*/ 846 h 1411"/>
              <a:gd name="T72" fmla="*/ 1396 w 1417"/>
              <a:gd name="T73" fmla="*/ 804 h 1411"/>
              <a:gd name="T74" fmla="*/ 1334 w 1417"/>
              <a:gd name="T75" fmla="*/ 765 h 1411"/>
              <a:gd name="T76" fmla="*/ 1323 w 1417"/>
              <a:gd name="T77" fmla="*/ 760 h 1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417" h="1411">
                <a:moveTo>
                  <a:pt x="217" y="0"/>
                </a:moveTo>
                <a:cubicBezTo>
                  <a:pt x="97" y="0"/>
                  <a:pt x="0" y="98"/>
                  <a:pt x="0" y="217"/>
                </a:cubicBezTo>
                <a:lnTo>
                  <a:pt x="0" y="1194"/>
                </a:lnTo>
                <a:cubicBezTo>
                  <a:pt x="0" y="1313"/>
                  <a:pt x="97" y="1411"/>
                  <a:pt x="217" y="1411"/>
                </a:cubicBezTo>
                <a:lnTo>
                  <a:pt x="863" y="1411"/>
                </a:lnTo>
                <a:lnTo>
                  <a:pt x="754" y="1302"/>
                </a:lnTo>
                <a:lnTo>
                  <a:pt x="217" y="1302"/>
                </a:lnTo>
                <a:cubicBezTo>
                  <a:pt x="157" y="1302"/>
                  <a:pt x="108" y="1254"/>
                  <a:pt x="108" y="1194"/>
                </a:cubicBezTo>
                <a:lnTo>
                  <a:pt x="108" y="217"/>
                </a:lnTo>
                <a:cubicBezTo>
                  <a:pt x="108" y="157"/>
                  <a:pt x="157" y="108"/>
                  <a:pt x="217" y="108"/>
                </a:cubicBezTo>
                <a:lnTo>
                  <a:pt x="614" y="108"/>
                </a:lnTo>
                <a:cubicBezTo>
                  <a:pt x="652" y="119"/>
                  <a:pt x="651" y="168"/>
                  <a:pt x="651" y="217"/>
                </a:cubicBezTo>
                <a:lnTo>
                  <a:pt x="651" y="380"/>
                </a:lnTo>
                <a:cubicBezTo>
                  <a:pt x="651" y="412"/>
                  <a:pt x="673" y="434"/>
                  <a:pt x="705" y="434"/>
                </a:cubicBezTo>
                <a:lnTo>
                  <a:pt x="868" y="434"/>
                </a:lnTo>
                <a:cubicBezTo>
                  <a:pt x="922" y="434"/>
                  <a:pt x="977" y="434"/>
                  <a:pt x="977" y="488"/>
                </a:cubicBezTo>
                <a:lnTo>
                  <a:pt x="977" y="1021"/>
                </a:lnTo>
                <a:lnTo>
                  <a:pt x="988" y="1031"/>
                </a:lnTo>
                <a:lnTo>
                  <a:pt x="1085" y="885"/>
                </a:lnTo>
                <a:lnTo>
                  <a:pt x="1085" y="434"/>
                </a:lnTo>
                <a:cubicBezTo>
                  <a:pt x="1085" y="374"/>
                  <a:pt x="1032" y="321"/>
                  <a:pt x="939" y="229"/>
                </a:cubicBezTo>
                <a:cubicBezTo>
                  <a:pt x="923" y="218"/>
                  <a:pt x="911" y="201"/>
                  <a:pt x="895" y="190"/>
                </a:cubicBezTo>
                <a:cubicBezTo>
                  <a:pt x="884" y="174"/>
                  <a:pt x="869" y="164"/>
                  <a:pt x="858" y="147"/>
                </a:cubicBezTo>
                <a:cubicBezTo>
                  <a:pt x="766" y="55"/>
                  <a:pt x="711" y="0"/>
                  <a:pt x="651" y="0"/>
                </a:cubicBezTo>
                <a:lnTo>
                  <a:pt x="217" y="0"/>
                </a:lnTo>
                <a:close/>
                <a:moveTo>
                  <a:pt x="1323" y="760"/>
                </a:moveTo>
                <a:cubicBezTo>
                  <a:pt x="1309" y="757"/>
                  <a:pt x="1295" y="764"/>
                  <a:pt x="1287" y="777"/>
                </a:cubicBezTo>
                <a:lnTo>
                  <a:pt x="999" y="1199"/>
                </a:lnTo>
                <a:lnTo>
                  <a:pt x="868" y="1063"/>
                </a:lnTo>
                <a:cubicBezTo>
                  <a:pt x="852" y="1047"/>
                  <a:pt x="830" y="1047"/>
                  <a:pt x="819" y="1063"/>
                </a:cubicBezTo>
                <a:lnTo>
                  <a:pt x="771" y="1112"/>
                </a:lnTo>
                <a:cubicBezTo>
                  <a:pt x="755" y="1129"/>
                  <a:pt x="755" y="1151"/>
                  <a:pt x="771" y="1162"/>
                </a:cubicBezTo>
                <a:lnTo>
                  <a:pt x="972" y="1362"/>
                </a:lnTo>
                <a:cubicBezTo>
                  <a:pt x="982" y="1373"/>
                  <a:pt x="999" y="1384"/>
                  <a:pt x="1016" y="1384"/>
                </a:cubicBezTo>
                <a:cubicBezTo>
                  <a:pt x="1032" y="1384"/>
                  <a:pt x="1047" y="1373"/>
                  <a:pt x="1058" y="1357"/>
                </a:cubicBezTo>
                <a:lnTo>
                  <a:pt x="1406" y="846"/>
                </a:lnTo>
                <a:cubicBezTo>
                  <a:pt x="1417" y="841"/>
                  <a:pt x="1412" y="815"/>
                  <a:pt x="1396" y="804"/>
                </a:cubicBezTo>
                <a:lnTo>
                  <a:pt x="1334" y="765"/>
                </a:lnTo>
                <a:cubicBezTo>
                  <a:pt x="1330" y="762"/>
                  <a:pt x="1327" y="760"/>
                  <a:pt x="1323" y="760"/>
                </a:cubicBezTo>
                <a:close/>
              </a:path>
            </a:pathLst>
          </a:cu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Download">
            <a:extLst>
              <a:ext uri="{FF2B5EF4-FFF2-40B4-BE49-F238E27FC236}">
                <a16:creationId xmlns:a16="http://schemas.microsoft.com/office/drawing/2014/main" id="{1DD02E5A-A7FB-5E5E-5B89-5114298AA2B5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2305211" y="4977447"/>
            <a:ext cx="163513" cy="163512"/>
          </a:xfrm>
          <a:custGeom>
            <a:avLst/>
            <a:gdLst>
              <a:gd name="T0" fmla="*/ 597 w 1411"/>
              <a:gd name="T1" fmla="*/ 0 h 1412"/>
              <a:gd name="T2" fmla="*/ 434 w 1411"/>
              <a:gd name="T3" fmla="*/ 163 h 1412"/>
              <a:gd name="T4" fmla="*/ 434 w 1411"/>
              <a:gd name="T5" fmla="*/ 597 h 1412"/>
              <a:gd name="T6" fmla="*/ 258 w 1411"/>
              <a:gd name="T7" fmla="*/ 597 h 1412"/>
              <a:gd name="T8" fmla="*/ 230 w 1411"/>
              <a:gd name="T9" fmla="*/ 677 h 1412"/>
              <a:gd name="T10" fmla="*/ 588 w 1411"/>
              <a:gd name="T11" fmla="*/ 1033 h 1412"/>
              <a:gd name="T12" fmla="*/ 826 w 1411"/>
              <a:gd name="T13" fmla="*/ 1033 h 1412"/>
              <a:gd name="T14" fmla="*/ 1182 w 1411"/>
              <a:gd name="T15" fmla="*/ 677 h 1412"/>
              <a:gd name="T16" fmla="*/ 1157 w 1411"/>
              <a:gd name="T17" fmla="*/ 597 h 1412"/>
              <a:gd name="T18" fmla="*/ 977 w 1411"/>
              <a:gd name="T19" fmla="*/ 597 h 1412"/>
              <a:gd name="T20" fmla="*/ 977 w 1411"/>
              <a:gd name="T21" fmla="*/ 163 h 1412"/>
              <a:gd name="T22" fmla="*/ 814 w 1411"/>
              <a:gd name="T23" fmla="*/ 0 h 1412"/>
              <a:gd name="T24" fmla="*/ 597 w 1411"/>
              <a:gd name="T25" fmla="*/ 0 h 1412"/>
              <a:gd name="T26" fmla="*/ 0 w 1411"/>
              <a:gd name="T27" fmla="*/ 1032 h 1412"/>
              <a:gd name="T28" fmla="*/ 0 w 1411"/>
              <a:gd name="T29" fmla="*/ 1249 h 1412"/>
              <a:gd name="T30" fmla="*/ 163 w 1411"/>
              <a:gd name="T31" fmla="*/ 1412 h 1412"/>
              <a:gd name="T32" fmla="*/ 1248 w 1411"/>
              <a:gd name="T33" fmla="*/ 1412 h 1412"/>
              <a:gd name="T34" fmla="*/ 1411 w 1411"/>
              <a:gd name="T35" fmla="*/ 1249 h 1412"/>
              <a:gd name="T36" fmla="*/ 1411 w 1411"/>
              <a:gd name="T37" fmla="*/ 1032 h 1412"/>
              <a:gd name="T38" fmla="*/ 1302 w 1411"/>
              <a:gd name="T39" fmla="*/ 1032 h 1412"/>
              <a:gd name="T40" fmla="*/ 1302 w 1411"/>
              <a:gd name="T41" fmla="*/ 1249 h 1412"/>
              <a:gd name="T42" fmla="*/ 1248 w 1411"/>
              <a:gd name="T43" fmla="*/ 1303 h 1412"/>
              <a:gd name="T44" fmla="*/ 163 w 1411"/>
              <a:gd name="T45" fmla="*/ 1303 h 1412"/>
              <a:gd name="T46" fmla="*/ 108 w 1411"/>
              <a:gd name="T47" fmla="*/ 1249 h 1412"/>
              <a:gd name="T48" fmla="*/ 108 w 1411"/>
              <a:gd name="T49" fmla="*/ 1032 h 1412"/>
              <a:gd name="T50" fmla="*/ 0 w 1411"/>
              <a:gd name="T51" fmla="*/ 1032 h 14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411" h="1412">
                <a:moveTo>
                  <a:pt x="597" y="0"/>
                </a:moveTo>
                <a:cubicBezTo>
                  <a:pt x="507" y="0"/>
                  <a:pt x="434" y="73"/>
                  <a:pt x="434" y="163"/>
                </a:cubicBezTo>
                <a:lnTo>
                  <a:pt x="434" y="597"/>
                </a:lnTo>
                <a:lnTo>
                  <a:pt x="258" y="597"/>
                </a:lnTo>
                <a:cubicBezTo>
                  <a:pt x="181" y="597"/>
                  <a:pt x="165" y="611"/>
                  <a:pt x="230" y="677"/>
                </a:cubicBezTo>
                <a:lnTo>
                  <a:pt x="588" y="1033"/>
                </a:lnTo>
                <a:cubicBezTo>
                  <a:pt x="708" y="1153"/>
                  <a:pt x="706" y="1153"/>
                  <a:pt x="826" y="1033"/>
                </a:cubicBezTo>
                <a:lnTo>
                  <a:pt x="1182" y="677"/>
                </a:lnTo>
                <a:cubicBezTo>
                  <a:pt x="1248" y="611"/>
                  <a:pt x="1226" y="597"/>
                  <a:pt x="1157" y="597"/>
                </a:cubicBezTo>
                <a:lnTo>
                  <a:pt x="977" y="597"/>
                </a:lnTo>
                <a:lnTo>
                  <a:pt x="977" y="163"/>
                </a:lnTo>
                <a:cubicBezTo>
                  <a:pt x="977" y="73"/>
                  <a:pt x="904" y="0"/>
                  <a:pt x="814" y="0"/>
                </a:cubicBezTo>
                <a:lnTo>
                  <a:pt x="597" y="0"/>
                </a:lnTo>
                <a:close/>
                <a:moveTo>
                  <a:pt x="0" y="1032"/>
                </a:moveTo>
                <a:lnTo>
                  <a:pt x="0" y="1249"/>
                </a:lnTo>
                <a:cubicBezTo>
                  <a:pt x="0" y="1339"/>
                  <a:pt x="73" y="1412"/>
                  <a:pt x="163" y="1412"/>
                </a:cubicBezTo>
                <a:lnTo>
                  <a:pt x="1248" y="1412"/>
                </a:lnTo>
                <a:cubicBezTo>
                  <a:pt x="1338" y="1412"/>
                  <a:pt x="1411" y="1339"/>
                  <a:pt x="1411" y="1249"/>
                </a:cubicBezTo>
                <a:lnTo>
                  <a:pt x="1411" y="1032"/>
                </a:lnTo>
                <a:lnTo>
                  <a:pt x="1302" y="1032"/>
                </a:lnTo>
                <a:lnTo>
                  <a:pt x="1302" y="1249"/>
                </a:lnTo>
                <a:cubicBezTo>
                  <a:pt x="1302" y="1279"/>
                  <a:pt x="1278" y="1303"/>
                  <a:pt x="1248" y="1303"/>
                </a:cubicBezTo>
                <a:lnTo>
                  <a:pt x="163" y="1303"/>
                </a:lnTo>
                <a:cubicBezTo>
                  <a:pt x="133" y="1303"/>
                  <a:pt x="108" y="1279"/>
                  <a:pt x="108" y="1249"/>
                </a:cubicBezTo>
                <a:lnTo>
                  <a:pt x="108" y="1032"/>
                </a:lnTo>
                <a:lnTo>
                  <a:pt x="0" y="1032"/>
                </a:lnTo>
                <a:close/>
              </a:path>
            </a:pathLst>
          </a:custGeom>
          <a:solidFill>
            <a:srgbClr val="5F5F5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32D0BF76-C168-C26F-C88A-653BF2E135D2}"/>
              </a:ext>
            </a:extLst>
          </p:cNvPr>
          <p:cNvSpPr/>
          <p:nvPr/>
        </p:nvSpPr>
        <p:spPr>
          <a:xfrm>
            <a:off x="313485" y="4318583"/>
            <a:ext cx="1106031" cy="246221"/>
          </a:xfrm>
          <a:prstGeom prst="roundRect">
            <a:avLst>
              <a:gd name="adj" fmla="val 18156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메인 디자인 제작</a:t>
            </a:r>
            <a:endParaRPr lang="en-US" altLang="ko-KR" sz="9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EF615CA1-7B06-AF8C-EB7E-5C09CE408BF8}"/>
              </a:ext>
            </a:extLst>
          </p:cNvPr>
          <p:cNvSpPr/>
          <p:nvPr/>
        </p:nvSpPr>
        <p:spPr>
          <a:xfrm>
            <a:off x="312192" y="4635664"/>
            <a:ext cx="1106031" cy="246221"/>
          </a:xfrm>
          <a:prstGeom prst="roundRect">
            <a:avLst>
              <a:gd name="adj" fmla="val 18156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메뉴 및 기능 추가</a:t>
            </a:r>
            <a:endParaRPr lang="en-US" altLang="ko-KR" sz="9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A6E3357-43B5-2691-48CE-B1AE4CB439A2}"/>
              </a:ext>
            </a:extLst>
          </p:cNvPr>
          <p:cNvSpPr txBox="1"/>
          <p:nvPr/>
        </p:nvSpPr>
        <p:spPr>
          <a:xfrm>
            <a:off x="242672" y="5277440"/>
            <a:ext cx="16219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rgbClr val="2857A9"/>
                </a:solidFill>
              </a:rPr>
              <a:t>답변 내용</a:t>
            </a: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1A79687F-17F8-3B2E-606D-32D4F20FFFEB}"/>
              </a:ext>
            </a:extLst>
          </p:cNvPr>
          <p:cNvSpPr/>
          <p:nvPr/>
        </p:nvSpPr>
        <p:spPr>
          <a:xfrm>
            <a:off x="277942" y="5561575"/>
            <a:ext cx="3081738" cy="460968"/>
          </a:xfrm>
          <a:prstGeom prst="roundRect">
            <a:avLst>
              <a:gd name="adj" fmla="val 18479"/>
            </a:avLst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rgbClr val="2857A9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1793A5-CEAC-2C34-176F-744299C521D5}"/>
              </a:ext>
            </a:extLst>
          </p:cNvPr>
          <p:cNvSpPr txBox="1"/>
          <p:nvPr/>
        </p:nvSpPr>
        <p:spPr>
          <a:xfrm>
            <a:off x="320258" y="5642952"/>
            <a:ext cx="2998730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담당자 </a:t>
            </a:r>
            <a:r>
              <a:rPr lang="ko-KR" altLang="en-US" sz="1000" dirty="0" err="1">
                <a:solidFill>
                  <a:schemeClr val="bg1">
                    <a:lumMod val="50000"/>
                  </a:schemeClr>
                </a:solidFill>
              </a:rPr>
              <a:t>배정중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 입니다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27B490D-DB38-4D4B-C6D2-29145736AA3B}"/>
              </a:ext>
            </a:extLst>
          </p:cNvPr>
          <p:cNvSpPr/>
          <p:nvPr/>
        </p:nvSpPr>
        <p:spPr>
          <a:xfrm>
            <a:off x="1012782" y="6088984"/>
            <a:ext cx="1503563" cy="246220"/>
          </a:xfrm>
          <a:prstGeom prst="roundRect">
            <a:avLst/>
          </a:prstGeom>
          <a:solidFill>
            <a:srgbClr val="0000CC"/>
          </a:solidFill>
          <a:ln w="63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문의 접수 수정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301B7B8-4B8F-4E0D-D453-6B3CD27CBE89}"/>
              </a:ext>
            </a:extLst>
          </p:cNvPr>
          <p:cNvSpPr/>
          <p:nvPr/>
        </p:nvSpPr>
        <p:spPr>
          <a:xfrm>
            <a:off x="3657876" y="1448780"/>
            <a:ext cx="3191585" cy="4968552"/>
          </a:xfrm>
          <a:prstGeom prst="roundRect">
            <a:avLst>
              <a:gd name="adj" fmla="val 3091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66E418-5871-DD92-7E91-E57FBDEBB91B}"/>
              </a:ext>
            </a:extLst>
          </p:cNvPr>
          <p:cNvSpPr txBox="1"/>
          <p:nvPr/>
        </p:nvSpPr>
        <p:spPr>
          <a:xfrm>
            <a:off x="3747771" y="1787097"/>
            <a:ext cx="3072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견적 받은 내용으로 상품을 구매하고 싶습니다</a:t>
            </a:r>
            <a:r>
              <a:rPr lang="en-US" altLang="ko-KR" sz="1200" b="1" dirty="0"/>
              <a:t>.</a:t>
            </a:r>
            <a:endParaRPr lang="ko-KR" altLang="en-US" sz="1200" b="1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F271E08-0467-06C5-4116-FD324E74B5AF}"/>
              </a:ext>
            </a:extLst>
          </p:cNvPr>
          <p:cNvSpPr/>
          <p:nvPr/>
        </p:nvSpPr>
        <p:spPr>
          <a:xfrm>
            <a:off x="3809904" y="1548837"/>
            <a:ext cx="756084" cy="197541"/>
          </a:xfrm>
          <a:prstGeom prst="roundRect">
            <a:avLst/>
          </a:prstGeom>
          <a:solidFill>
            <a:srgbClr val="DBEAFE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dirty="0">
                <a:solidFill>
                  <a:srgbClr val="2857A9"/>
                </a:solidFill>
              </a:rPr>
              <a:t>일반 문의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02BA31C5-0B3F-A60A-70F9-8606D6B862EA}"/>
              </a:ext>
            </a:extLst>
          </p:cNvPr>
          <p:cNvCxnSpPr>
            <a:cxnSpLocks/>
          </p:cNvCxnSpPr>
          <p:nvPr/>
        </p:nvCxnSpPr>
        <p:spPr>
          <a:xfrm>
            <a:off x="3752388" y="2528900"/>
            <a:ext cx="2988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75DF175-2A70-6B30-32A7-F2B4F69114AE}"/>
              </a:ext>
            </a:extLst>
          </p:cNvPr>
          <p:cNvSpPr txBox="1"/>
          <p:nvPr/>
        </p:nvSpPr>
        <p:spPr>
          <a:xfrm>
            <a:off x="3763931" y="2246675"/>
            <a:ext cx="19038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요청일 </a:t>
            </a:r>
            <a:r>
              <a:rPr lang="en-US" altLang="ko-KR" sz="1000" dirty="0"/>
              <a:t>: 2026.03.01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E004AE-AC0A-4684-13A7-DF66D0576255}"/>
              </a:ext>
            </a:extLst>
          </p:cNvPr>
          <p:cNvSpPr txBox="1"/>
          <p:nvPr/>
        </p:nvSpPr>
        <p:spPr>
          <a:xfrm>
            <a:off x="6502192" y="1412776"/>
            <a:ext cx="278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×</a:t>
            </a:r>
            <a:endParaRPr lang="ko-KR" altLang="en-US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22B223-7162-A0A3-F658-1C0638B61649}"/>
              </a:ext>
            </a:extLst>
          </p:cNvPr>
          <p:cNvSpPr txBox="1"/>
          <p:nvPr/>
        </p:nvSpPr>
        <p:spPr>
          <a:xfrm>
            <a:off x="3699342" y="2578450"/>
            <a:ext cx="16219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문의</a:t>
            </a:r>
            <a:r>
              <a:rPr lang="en-US" altLang="ko-KR" sz="1000" b="1" dirty="0"/>
              <a:t> </a:t>
            </a:r>
            <a:r>
              <a:rPr lang="ko-KR" altLang="en-US" sz="1000" b="1" dirty="0"/>
              <a:t>요청 상세 내용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B90533E6-FB4D-1020-4410-075B671CC216}"/>
              </a:ext>
            </a:extLst>
          </p:cNvPr>
          <p:cNvSpPr/>
          <p:nvPr/>
        </p:nvSpPr>
        <p:spPr>
          <a:xfrm>
            <a:off x="3738955" y="2824671"/>
            <a:ext cx="3042126" cy="1448780"/>
          </a:xfrm>
          <a:prstGeom prst="roundRect">
            <a:avLst>
              <a:gd name="adj" fmla="val 4243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D443A7-D33D-11CF-73DF-FDA72C8B04BB}"/>
              </a:ext>
            </a:extLst>
          </p:cNvPr>
          <p:cNvSpPr txBox="1"/>
          <p:nvPr/>
        </p:nvSpPr>
        <p:spPr>
          <a:xfrm>
            <a:off x="3768102" y="2935513"/>
            <a:ext cx="2972286" cy="1216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/>
              <a:t>안녕하세요</a:t>
            </a:r>
            <a:r>
              <a:rPr lang="en-US" altLang="ko-KR" sz="10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dirty="0"/>
              <a:t>이번에 견적 받은 내용으로 결제를 진행 하려고 합니다</a:t>
            </a:r>
            <a:r>
              <a:rPr lang="en-US" altLang="ko-KR" sz="10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dirty="0"/>
              <a:t>어떻게 진행하면 되나요</a:t>
            </a:r>
            <a:r>
              <a:rPr lang="en-US" altLang="ko-KR" sz="1000" dirty="0"/>
              <a:t>? </a:t>
            </a:r>
          </a:p>
          <a:p>
            <a:pPr>
              <a:lnSpc>
                <a:spcPct val="150000"/>
              </a:lnSpc>
            </a:pPr>
            <a:r>
              <a:rPr lang="ko-KR" altLang="en-US" sz="1000" dirty="0"/>
              <a:t>첨부파일 확인 부탁 드립니다</a:t>
            </a:r>
            <a:r>
              <a:rPr lang="en-US" altLang="ko-KR" sz="1000" dirty="0"/>
              <a:t>.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A3776564-9191-916C-949E-B1444A00DD8B}"/>
              </a:ext>
            </a:extLst>
          </p:cNvPr>
          <p:cNvSpPr/>
          <p:nvPr/>
        </p:nvSpPr>
        <p:spPr>
          <a:xfrm>
            <a:off x="3741501" y="4941168"/>
            <a:ext cx="2196244" cy="246221"/>
          </a:xfrm>
          <a:prstGeom prst="roundRect">
            <a:avLst>
              <a:gd name="adj" fmla="val 18156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      견적서</a:t>
            </a:r>
            <a:r>
              <a:rPr lang="en-US" altLang="ko-KR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.JPG (</a:t>
            </a:r>
            <a:r>
              <a:rPr lang="en-US" altLang="ko-KR" sz="900" dirty="0">
                <a:solidFill>
                  <a:schemeClr val="tx1"/>
                </a:solidFill>
                <a:latin typeface="맑은 고딕" pitchFamily="50" charset="-127"/>
              </a:rPr>
              <a:t>10MB)</a:t>
            </a:r>
            <a:endParaRPr lang="en-US" altLang="ko-KR" sz="9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Check File">
            <a:extLst>
              <a:ext uri="{FF2B5EF4-FFF2-40B4-BE49-F238E27FC236}">
                <a16:creationId xmlns:a16="http://schemas.microsoft.com/office/drawing/2014/main" id="{252271CB-16B2-DF10-74D0-27C0EAF22789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834971" y="4984726"/>
            <a:ext cx="163513" cy="163512"/>
          </a:xfrm>
          <a:custGeom>
            <a:avLst/>
            <a:gdLst>
              <a:gd name="T0" fmla="*/ 217 w 1417"/>
              <a:gd name="T1" fmla="*/ 0 h 1411"/>
              <a:gd name="T2" fmla="*/ 0 w 1417"/>
              <a:gd name="T3" fmla="*/ 217 h 1411"/>
              <a:gd name="T4" fmla="*/ 0 w 1417"/>
              <a:gd name="T5" fmla="*/ 1194 h 1411"/>
              <a:gd name="T6" fmla="*/ 217 w 1417"/>
              <a:gd name="T7" fmla="*/ 1411 h 1411"/>
              <a:gd name="T8" fmla="*/ 863 w 1417"/>
              <a:gd name="T9" fmla="*/ 1411 h 1411"/>
              <a:gd name="T10" fmla="*/ 754 w 1417"/>
              <a:gd name="T11" fmla="*/ 1302 h 1411"/>
              <a:gd name="T12" fmla="*/ 217 w 1417"/>
              <a:gd name="T13" fmla="*/ 1302 h 1411"/>
              <a:gd name="T14" fmla="*/ 108 w 1417"/>
              <a:gd name="T15" fmla="*/ 1194 h 1411"/>
              <a:gd name="T16" fmla="*/ 108 w 1417"/>
              <a:gd name="T17" fmla="*/ 217 h 1411"/>
              <a:gd name="T18" fmla="*/ 217 w 1417"/>
              <a:gd name="T19" fmla="*/ 108 h 1411"/>
              <a:gd name="T20" fmla="*/ 614 w 1417"/>
              <a:gd name="T21" fmla="*/ 108 h 1411"/>
              <a:gd name="T22" fmla="*/ 651 w 1417"/>
              <a:gd name="T23" fmla="*/ 217 h 1411"/>
              <a:gd name="T24" fmla="*/ 651 w 1417"/>
              <a:gd name="T25" fmla="*/ 380 h 1411"/>
              <a:gd name="T26" fmla="*/ 705 w 1417"/>
              <a:gd name="T27" fmla="*/ 434 h 1411"/>
              <a:gd name="T28" fmla="*/ 868 w 1417"/>
              <a:gd name="T29" fmla="*/ 434 h 1411"/>
              <a:gd name="T30" fmla="*/ 977 w 1417"/>
              <a:gd name="T31" fmla="*/ 488 h 1411"/>
              <a:gd name="T32" fmla="*/ 977 w 1417"/>
              <a:gd name="T33" fmla="*/ 1021 h 1411"/>
              <a:gd name="T34" fmla="*/ 988 w 1417"/>
              <a:gd name="T35" fmla="*/ 1031 h 1411"/>
              <a:gd name="T36" fmla="*/ 1085 w 1417"/>
              <a:gd name="T37" fmla="*/ 885 h 1411"/>
              <a:gd name="T38" fmla="*/ 1085 w 1417"/>
              <a:gd name="T39" fmla="*/ 434 h 1411"/>
              <a:gd name="T40" fmla="*/ 939 w 1417"/>
              <a:gd name="T41" fmla="*/ 229 h 1411"/>
              <a:gd name="T42" fmla="*/ 895 w 1417"/>
              <a:gd name="T43" fmla="*/ 190 h 1411"/>
              <a:gd name="T44" fmla="*/ 858 w 1417"/>
              <a:gd name="T45" fmla="*/ 147 h 1411"/>
              <a:gd name="T46" fmla="*/ 651 w 1417"/>
              <a:gd name="T47" fmla="*/ 0 h 1411"/>
              <a:gd name="T48" fmla="*/ 217 w 1417"/>
              <a:gd name="T49" fmla="*/ 0 h 1411"/>
              <a:gd name="T50" fmla="*/ 1323 w 1417"/>
              <a:gd name="T51" fmla="*/ 760 h 1411"/>
              <a:gd name="T52" fmla="*/ 1287 w 1417"/>
              <a:gd name="T53" fmla="*/ 777 h 1411"/>
              <a:gd name="T54" fmla="*/ 999 w 1417"/>
              <a:gd name="T55" fmla="*/ 1199 h 1411"/>
              <a:gd name="T56" fmla="*/ 868 w 1417"/>
              <a:gd name="T57" fmla="*/ 1063 h 1411"/>
              <a:gd name="T58" fmla="*/ 819 w 1417"/>
              <a:gd name="T59" fmla="*/ 1063 h 1411"/>
              <a:gd name="T60" fmla="*/ 771 w 1417"/>
              <a:gd name="T61" fmla="*/ 1112 h 1411"/>
              <a:gd name="T62" fmla="*/ 771 w 1417"/>
              <a:gd name="T63" fmla="*/ 1162 h 1411"/>
              <a:gd name="T64" fmla="*/ 972 w 1417"/>
              <a:gd name="T65" fmla="*/ 1362 h 1411"/>
              <a:gd name="T66" fmla="*/ 1016 w 1417"/>
              <a:gd name="T67" fmla="*/ 1384 h 1411"/>
              <a:gd name="T68" fmla="*/ 1058 w 1417"/>
              <a:gd name="T69" fmla="*/ 1357 h 1411"/>
              <a:gd name="T70" fmla="*/ 1406 w 1417"/>
              <a:gd name="T71" fmla="*/ 846 h 1411"/>
              <a:gd name="T72" fmla="*/ 1396 w 1417"/>
              <a:gd name="T73" fmla="*/ 804 h 1411"/>
              <a:gd name="T74" fmla="*/ 1334 w 1417"/>
              <a:gd name="T75" fmla="*/ 765 h 1411"/>
              <a:gd name="T76" fmla="*/ 1323 w 1417"/>
              <a:gd name="T77" fmla="*/ 760 h 1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417" h="1411">
                <a:moveTo>
                  <a:pt x="217" y="0"/>
                </a:moveTo>
                <a:cubicBezTo>
                  <a:pt x="97" y="0"/>
                  <a:pt x="0" y="98"/>
                  <a:pt x="0" y="217"/>
                </a:cubicBezTo>
                <a:lnTo>
                  <a:pt x="0" y="1194"/>
                </a:lnTo>
                <a:cubicBezTo>
                  <a:pt x="0" y="1313"/>
                  <a:pt x="97" y="1411"/>
                  <a:pt x="217" y="1411"/>
                </a:cubicBezTo>
                <a:lnTo>
                  <a:pt x="863" y="1411"/>
                </a:lnTo>
                <a:lnTo>
                  <a:pt x="754" y="1302"/>
                </a:lnTo>
                <a:lnTo>
                  <a:pt x="217" y="1302"/>
                </a:lnTo>
                <a:cubicBezTo>
                  <a:pt x="157" y="1302"/>
                  <a:pt x="108" y="1254"/>
                  <a:pt x="108" y="1194"/>
                </a:cubicBezTo>
                <a:lnTo>
                  <a:pt x="108" y="217"/>
                </a:lnTo>
                <a:cubicBezTo>
                  <a:pt x="108" y="157"/>
                  <a:pt x="157" y="108"/>
                  <a:pt x="217" y="108"/>
                </a:cubicBezTo>
                <a:lnTo>
                  <a:pt x="614" y="108"/>
                </a:lnTo>
                <a:cubicBezTo>
                  <a:pt x="652" y="119"/>
                  <a:pt x="651" y="168"/>
                  <a:pt x="651" y="217"/>
                </a:cubicBezTo>
                <a:lnTo>
                  <a:pt x="651" y="380"/>
                </a:lnTo>
                <a:cubicBezTo>
                  <a:pt x="651" y="412"/>
                  <a:pt x="673" y="434"/>
                  <a:pt x="705" y="434"/>
                </a:cubicBezTo>
                <a:lnTo>
                  <a:pt x="868" y="434"/>
                </a:lnTo>
                <a:cubicBezTo>
                  <a:pt x="922" y="434"/>
                  <a:pt x="977" y="434"/>
                  <a:pt x="977" y="488"/>
                </a:cubicBezTo>
                <a:lnTo>
                  <a:pt x="977" y="1021"/>
                </a:lnTo>
                <a:lnTo>
                  <a:pt x="988" y="1031"/>
                </a:lnTo>
                <a:lnTo>
                  <a:pt x="1085" y="885"/>
                </a:lnTo>
                <a:lnTo>
                  <a:pt x="1085" y="434"/>
                </a:lnTo>
                <a:cubicBezTo>
                  <a:pt x="1085" y="374"/>
                  <a:pt x="1032" y="321"/>
                  <a:pt x="939" y="229"/>
                </a:cubicBezTo>
                <a:cubicBezTo>
                  <a:pt x="923" y="218"/>
                  <a:pt x="911" y="201"/>
                  <a:pt x="895" y="190"/>
                </a:cubicBezTo>
                <a:cubicBezTo>
                  <a:pt x="884" y="174"/>
                  <a:pt x="869" y="164"/>
                  <a:pt x="858" y="147"/>
                </a:cubicBezTo>
                <a:cubicBezTo>
                  <a:pt x="766" y="55"/>
                  <a:pt x="711" y="0"/>
                  <a:pt x="651" y="0"/>
                </a:cubicBezTo>
                <a:lnTo>
                  <a:pt x="217" y="0"/>
                </a:lnTo>
                <a:close/>
                <a:moveTo>
                  <a:pt x="1323" y="760"/>
                </a:moveTo>
                <a:cubicBezTo>
                  <a:pt x="1309" y="757"/>
                  <a:pt x="1295" y="764"/>
                  <a:pt x="1287" y="777"/>
                </a:cubicBezTo>
                <a:lnTo>
                  <a:pt x="999" y="1199"/>
                </a:lnTo>
                <a:lnTo>
                  <a:pt x="868" y="1063"/>
                </a:lnTo>
                <a:cubicBezTo>
                  <a:pt x="852" y="1047"/>
                  <a:pt x="830" y="1047"/>
                  <a:pt x="819" y="1063"/>
                </a:cubicBezTo>
                <a:lnTo>
                  <a:pt x="771" y="1112"/>
                </a:lnTo>
                <a:cubicBezTo>
                  <a:pt x="755" y="1129"/>
                  <a:pt x="755" y="1151"/>
                  <a:pt x="771" y="1162"/>
                </a:cubicBezTo>
                <a:lnTo>
                  <a:pt x="972" y="1362"/>
                </a:lnTo>
                <a:cubicBezTo>
                  <a:pt x="982" y="1373"/>
                  <a:pt x="999" y="1384"/>
                  <a:pt x="1016" y="1384"/>
                </a:cubicBezTo>
                <a:cubicBezTo>
                  <a:pt x="1032" y="1384"/>
                  <a:pt x="1047" y="1373"/>
                  <a:pt x="1058" y="1357"/>
                </a:cubicBezTo>
                <a:lnTo>
                  <a:pt x="1406" y="846"/>
                </a:lnTo>
                <a:cubicBezTo>
                  <a:pt x="1417" y="841"/>
                  <a:pt x="1412" y="815"/>
                  <a:pt x="1396" y="804"/>
                </a:cubicBezTo>
                <a:lnTo>
                  <a:pt x="1334" y="765"/>
                </a:lnTo>
                <a:cubicBezTo>
                  <a:pt x="1330" y="762"/>
                  <a:pt x="1327" y="760"/>
                  <a:pt x="1323" y="760"/>
                </a:cubicBezTo>
                <a:close/>
              </a:path>
            </a:pathLst>
          </a:cu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Download">
            <a:extLst>
              <a:ext uri="{FF2B5EF4-FFF2-40B4-BE49-F238E27FC236}">
                <a16:creationId xmlns:a16="http://schemas.microsoft.com/office/drawing/2014/main" id="{8666AF88-FDB9-1B73-EDE3-7C7FEB2E037A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5726611" y="4977447"/>
            <a:ext cx="163513" cy="163512"/>
          </a:xfrm>
          <a:custGeom>
            <a:avLst/>
            <a:gdLst>
              <a:gd name="T0" fmla="*/ 597 w 1411"/>
              <a:gd name="T1" fmla="*/ 0 h 1412"/>
              <a:gd name="T2" fmla="*/ 434 w 1411"/>
              <a:gd name="T3" fmla="*/ 163 h 1412"/>
              <a:gd name="T4" fmla="*/ 434 w 1411"/>
              <a:gd name="T5" fmla="*/ 597 h 1412"/>
              <a:gd name="T6" fmla="*/ 258 w 1411"/>
              <a:gd name="T7" fmla="*/ 597 h 1412"/>
              <a:gd name="T8" fmla="*/ 230 w 1411"/>
              <a:gd name="T9" fmla="*/ 677 h 1412"/>
              <a:gd name="T10" fmla="*/ 588 w 1411"/>
              <a:gd name="T11" fmla="*/ 1033 h 1412"/>
              <a:gd name="T12" fmla="*/ 826 w 1411"/>
              <a:gd name="T13" fmla="*/ 1033 h 1412"/>
              <a:gd name="T14" fmla="*/ 1182 w 1411"/>
              <a:gd name="T15" fmla="*/ 677 h 1412"/>
              <a:gd name="T16" fmla="*/ 1157 w 1411"/>
              <a:gd name="T17" fmla="*/ 597 h 1412"/>
              <a:gd name="T18" fmla="*/ 977 w 1411"/>
              <a:gd name="T19" fmla="*/ 597 h 1412"/>
              <a:gd name="T20" fmla="*/ 977 w 1411"/>
              <a:gd name="T21" fmla="*/ 163 h 1412"/>
              <a:gd name="T22" fmla="*/ 814 w 1411"/>
              <a:gd name="T23" fmla="*/ 0 h 1412"/>
              <a:gd name="T24" fmla="*/ 597 w 1411"/>
              <a:gd name="T25" fmla="*/ 0 h 1412"/>
              <a:gd name="T26" fmla="*/ 0 w 1411"/>
              <a:gd name="T27" fmla="*/ 1032 h 1412"/>
              <a:gd name="T28" fmla="*/ 0 w 1411"/>
              <a:gd name="T29" fmla="*/ 1249 h 1412"/>
              <a:gd name="T30" fmla="*/ 163 w 1411"/>
              <a:gd name="T31" fmla="*/ 1412 h 1412"/>
              <a:gd name="T32" fmla="*/ 1248 w 1411"/>
              <a:gd name="T33" fmla="*/ 1412 h 1412"/>
              <a:gd name="T34" fmla="*/ 1411 w 1411"/>
              <a:gd name="T35" fmla="*/ 1249 h 1412"/>
              <a:gd name="T36" fmla="*/ 1411 w 1411"/>
              <a:gd name="T37" fmla="*/ 1032 h 1412"/>
              <a:gd name="T38" fmla="*/ 1302 w 1411"/>
              <a:gd name="T39" fmla="*/ 1032 h 1412"/>
              <a:gd name="T40" fmla="*/ 1302 w 1411"/>
              <a:gd name="T41" fmla="*/ 1249 h 1412"/>
              <a:gd name="T42" fmla="*/ 1248 w 1411"/>
              <a:gd name="T43" fmla="*/ 1303 h 1412"/>
              <a:gd name="T44" fmla="*/ 163 w 1411"/>
              <a:gd name="T45" fmla="*/ 1303 h 1412"/>
              <a:gd name="T46" fmla="*/ 108 w 1411"/>
              <a:gd name="T47" fmla="*/ 1249 h 1412"/>
              <a:gd name="T48" fmla="*/ 108 w 1411"/>
              <a:gd name="T49" fmla="*/ 1032 h 1412"/>
              <a:gd name="T50" fmla="*/ 0 w 1411"/>
              <a:gd name="T51" fmla="*/ 1032 h 14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411" h="1412">
                <a:moveTo>
                  <a:pt x="597" y="0"/>
                </a:moveTo>
                <a:cubicBezTo>
                  <a:pt x="507" y="0"/>
                  <a:pt x="434" y="73"/>
                  <a:pt x="434" y="163"/>
                </a:cubicBezTo>
                <a:lnTo>
                  <a:pt x="434" y="597"/>
                </a:lnTo>
                <a:lnTo>
                  <a:pt x="258" y="597"/>
                </a:lnTo>
                <a:cubicBezTo>
                  <a:pt x="181" y="597"/>
                  <a:pt x="165" y="611"/>
                  <a:pt x="230" y="677"/>
                </a:cubicBezTo>
                <a:lnTo>
                  <a:pt x="588" y="1033"/>
                </a:lnTo>
                <a:cubicBezTo>
                  <a:pt x="708" y="1153"/>
                  <a:pt x="706" y="1153"/>
                  <a:pt x="826" y="1033"/>
                </a:cubicBezTo>
                <a:lnTo>
                  <a:pt x="1182" y="677"/>
                </a:lnTo>
                <a:cubicBezTo>
                  <a:pt x="1248" y="611"/>
                  <a:pt x="1226" y="597"/>
                  <a:pt x="1157" y="597"/>
                </a:cubicBezTo>
                <a:lnTo>
                  <a:pt x="977" y="597"/>
                </a:lnTo>
                <a:lnTo>
                  <a:pt x="977" y="163"/>
                </a:lnTo>
                <a:cubicBezTo>
                  <a:pt x="977" y="73"/>
                  <a:pt x="904" y="0"/>
                  <a:pt x="814" y="0"/>
                </a:cubicBezTo>
                <a:lnTo>
                  <a:pt x="597" y="0"/>
                </a:lnTo>
                <a:close/>
                <a:moveTo>
                  <a:pt x="0" y="1032"/>
                </a:moveTo>
                <a:lnTo>
                  <a:pt x="0" y="1249"/>
                </a:lnTo>
                <a:cubicBezTo>
                  <a:pt x="0" y="1339"/>
                  <a:pt x="73" y="1412"/>
                  <a:pt x="163" y="1412"/>
                </a:cubicBezTo>
                <a:lnTo>
                  <a:pt x="1248" y="1412"/>
                </a:lnTo>
                <a:cubicBezTo>
                  <a:pt x="1338" y="1412"/>
                  <a:pt x="1411" y="1339"/>
                  <a:pt x="1411" y="1249"/>
                </a:cubicBezTo>
                <a:lnTo>
                  <a:pt x="1411" y="1032"/>
                </a:lnTo>
                <a:lnTo>
                  <a:pt x="1302" y="1032"/>
                </a:lnTo>
                <a:lnTo>
                  <a:pt x="1302" y="1249"/>
                </a:lnTo>
                <a:cubicBezTo>
                  <a:pt x="1302" y="1279"/>
                  <a:pt x="1278" y="1303"/>
                  <a:pt x="1248" y="1303"/>
                </a:cubicBezTo>
                <a:lnTo>
                  <a:pt x="163" y="1303"/>
                </a:lnTo>
                <a:cubicBezTo>
                  <a:pt x="133" y="1303"/>
                  <a:pt x="108" y="1279"/>
                  <a:pt x="108" y="1249"/>
                </a:cubicBezTo>
                <a:lnTo>
                  <a:pt x="108" y="1032"/>
                </a:lnTo>
                <a:lnTo>
                  <a:pt x="0" y="1032"/>
                </a:lnTo>
                <a:close/>
              </a:path>
            </a:pathLst>
          </a:custGeom>
          <a:solidFill>
            <a:srgbClr val="5F5F5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990657D9-799E-ED16-963F-920AD65C87A1}"/>
              </a:ext>
            </a:extLst>
          </p:cNvPr>
          <p:cNvSpPr/>
          <p:nvPr/>
        </p:nvSpPr>
        <p:spPr>
          <a:xfrm>
            <a:off x="3734885" y="4318583"/>
            <a:ext cx="1106031" cy="246221"/>
          </a:xfrm>
          <a:prstGeom prst="roundRect">
            <a:avLst>
              <a:gd name="adj" fmla="val 18156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메인 디자인 제작</a:t>
            </a:r>
            <a:endParaRPr lang="en-US" altLang="ko-KR" sz="9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26E57BE-7874-3667-EFB5-E3B1F882751C}"/>
              </a:ext>
            </a:extLst>
          </p:cNvPr>
          <p:cNvSpPr/>
          <p:nvPr/>
        </p:nvSpPr>
        <p:spPr>
          <a:xfrm>
            <a:off x="3733592" y="4635664"/>
            <a:ext cx="1106031" cy="246221"/>
          </a:xfrm>
          <a:prstGeom prst="roundRect">
            <a:avLst>
              <a:gd name="adj" fmla="val 18156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메뉴 및 기능 추가</a:t>
            </a:r>
            <a:endParaRPr lang="en-US" altLang="ko-KR" sz="9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39D392A-E7BB-0EBD-61B1-086B399BD017}"/>
              </a:ext>
            </a:extLst>
          </p:cNvPr>
          <p:cNvSpPr txBox="1"/>
          <p:nvPr/>
        </p:nvSpPr>
        <p:spPr>
          <a:xfrm>
            <a:off x="3664072" y="5277440"/>
            <a:ext cx="16219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rgbClr val="2857A9"/>
                </a:solidFill>
              </a:rPr>
              <a:t>답변 내용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A255219B-BFCB-B69F-3373-F829F6CC79AC}"/>
              </a:ext>
            </a:extLst>
          </p:cNvPr>
          <p:cNvSpPr/>
          <p:nvPr/>
        </p:nvSpPr>
        <p:spPr>
          <a:xfrm>
            <a:off x="3699342" y="5561575"/>
            <a:ext cx="3081738" cy="460968"/>
          </a:xfrm>
          <a:prstGeom prst="roundRect">
            <a:avLst>
              <a:gd name="adj" fmla="val 18479"/>
            </a:avLst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rgbClr val="2857A9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8BEA7C-9C8A-794F-F3D5-E12092736966}"/>
              </a:ext>
            </a:extLst>
          </p:cNvPr>
          <p:cNvSpPr txBox="1"/>
          <p:nvPr/>
        </p:nvSpPr>
        <p:spPr>
          <a:xfrm>
            <a:off x="3741658" y="5642952"/>
            <a:ext cx="2998730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담당자 </a:t>
            </a:r>
            <a:r>
              <a:rPr lang="ko-KR" altLang="en-US" sz="1000" dirty="0" err="1">
                <a:solidFill>
                  <a:schemeClr val="bg1">
                    <a:lumMod val="50000"/>
                  </a:schemeClr>
                </a:solidFill>
              </a:rPr>
              <a:t>확인중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 입니다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42270237-71EE-94AB-AAEF-0AB5C79CD033}"/>
              </a:ext>
            </a:extLst>
          </p:cNvPr>
          <p:cNvSpPr/>
          <p:nvPr/>
        </p:nvSpPr>
        <p:spPr>
          <a:xfrm>
            <a:off x="4616912" y="1555971"/>
            <a:ext cx="756084" cy="197541"/>
          </a:xfrm>
          <a:prstGeom prst="roundRect">
            <a:avLst/>
          </a:prstGeom>
          <a:solidFill>
            <a:srgbClr val="DCFCE7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dirty="0" err="1">
                <a:solidFill>
                  <a:srgbClr val="2CA099"/>
                </a:solidFill>
              </a:rPr>
              <a:t>검토중</a:t>
            </a:r>
            <a:endParaRPr lang="ko-KR" altLang="en-US" sz="900" b="1" dirty="0">
              <a:solidFill>
                <a:srgbClr val="2CA099"/>
              </a:solidFill>
            </a:endParaRPr>
          </a:p>
        </p:txBody>
      </p:sp>
      <p:graphicFrame>
        <p:nvGraphicFramePr>
          <p:cNvPr id="32" name="Group 260">
            <a:extLst>
              <a:ext uri="{FF2B5EF4-FFF2-40B4-BE49-F238E27FC236}">
                <a16:creationId xmlns:a16="http://schemas.microsoft.com/office/drawing/2014/main" id="{5C8B0819-C955-2913-2A40-7A3379C46B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9908610"/>
              </p:ext>
            </p:extLst>
          </p:nvPr>
        </p:nvGraphicFramePr>
        <p:xfrm>
          <a:off x="6969418" y="2548005"/>
          <a:ext cx="2772114" cy="647558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게시판 </a:t>
                      </a: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샘플</a:t>
                      </a: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게시판 조회 </a:t>
                      </a:r>
                      <a:r>
                        <a:rPr kumimoji="1" lang="en-US" altLang="ko-KR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문의접수 </a:t>
                      </a:r>
                      <a:r>
                        <a:rPr kumimoji="1" lang="en-US" altLang="ko-KR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7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검토중</a:t>
                      </a:r>
                      <a:endParaRPr kumimoji="1" lang="ko-KR" altLang="en-US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게시판 조회 페이지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27854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F4229-3990-8931-55A1-3ED61A74B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사각형: 둥근 모서리 113">
            <a:extLst>
              <a:ext uri="{FF2B5EF4-FFF2-40B4-BE49-F238E27FC236}">
                <a16:creationId xmlns:a16="http://schemas.microsoft.com/office/drawing/2014/main" id="{29597B28-5BD2-F98E-9BD2-93A02F0721E9}"/>
              </a:ext>
            </a:extLst>
          </p:cNvPr>
          <p:cNvSpPr/>
          <p:nvPr/>
        </p:nvSpPr>
        <p:spPr>
          <a:xfrm>
            <a:off x="3644103" y="1438903"/>
            <a:ext cx="3191585" cy="4968552"/>
          </a:xfrm>
          <a:prstGeom prst="roundRect">
            <a:avLst>
              <a:gd name="adj" fmla="val 3091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C65A422B-FF53-AD11-E56C-C552B7FB58EB}"/>
              </a:ext>
            </a:extLst>
          </p:cNvPr>
          <p:cNvSpPr/>
          <p:nvPr/>
        </p:nvSpPr>
        <p:spPr>
          <a:xfrm>
            <a:off x="236476" y="1448780"/>
            <a:ext cx="3191585" cy="4968552"/>
          </a:xfrm>
          <a:prstGeom prst="roundRect">
            <a:avLst>
              <a:gd name="adj" fmla="val 3091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8F071F3-E4FF-78F6-CF96-E84028BBE7BA}"/>
              </a:ext>
            </a:extLst>
          </p:cNvPr>
          <p:cNvSpPr txBox="1"/>
          <p:nvPr/>
        </p:nvSpPr>
        <p:spPr>
          <a:xfrm>
            <a:off x="3080792" y="1412776"/>
            <a:ext cx="278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×</a:t>
            </a:r>
            <a:endParaRPr lang="ko-KR" altLang="en-US" b="1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58BD95B-80A1-0199-FA80-5E0105B48088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 err="1">
                <a:solidFill>
                  <a:prstClr val="black"/>
                </a:solidFill>
              </a:rPr>
              <a:t>와아이프레임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Mo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0B75393-3342-74B9-BBF8-76FEF50BEEF4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와이어프레임 </a:t>
            </a:r>
            <a:r>
              <a:rPr lang="en-US" altLang="ko-KR" sz="900" b="1" dirty="0">
                <a:solidFill>
                  <a:prstClr val="black"/>
                </a:solidFill>
              </a:rPr>
              <a:t>Mo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0AFA479-3E05-3B73-E436-863323FD408C}"/>
              </a:ext>
            </a:extLst>
          </p:cNvPr>
          <p:cNvSpPr txBox="1"/>
          <p:nvPr/>
        </p:nvSpPr>
        <p:spPr>
          <a:xfrm>
            <a:off x="542417" y="1512749"/>
            <a:ext cx="11247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문의하기</a:t>
            </a:r>
          </a:p>
        </p:txBody>
      </p:sp>
      <p:sp>
        <p:nvSpPr>
          <p:cNvPr id="79" name="Headset">
            <a:extLst>
              <a:ext uri="{FF2B5EF4-FFF2-40B4-BE49-F238E27FC236}">
                <a16:creationId xmlns:a16="http://schemas.microsoft.com/office/drawing/2014/main" id="{F6C7386C-03DF-F66F-CFD0-F90569AF0A9C}"/>
              </a:ext>
            </a:extLst>
          </p:cNvPr>
          <p:cNvSpPr>
            <a:spLocks noChangeAspect="1"/>
          </p:cNvSpPr>
          <p:nvPr/>
        </p:nvSpPr>
        <p:spPr bwMode="auto">
          <a:xfrm>
            <a:off x="380492" y="1564751"/>
            <a:ext cx="161925" cy="161925"/>
          </a:xfrm>
          <a:custGeom>
            <a:avLst/>
            <a:gdLst>
              <a:gd name="T0" fmla="*/ 705 w 1411"/>
              <a:gd name="T1" fmla="*/ 0 h 1411"/>
              <a:gd name="T2" fmla="*/ 108 w 1411"/>
              <a:gd name="T3" fmla="*/ 465 h 1411"/>
              <a:gd name="T4" fmla="*/ 0 w 1411"/>
              <a:gd name="T5" fmla="*/ 678 h 1411"/>
              <a:gd name="T6" fmla="*/ 217 w 1411"/>
              <a:gd name="T7" fmla="*/ 923 h 1411"/>
              <a:gd name="T8" fmla="*/ 271 w 1411"/>
              <a:gd name="T9" fmla="*/ 868 h 1411"/>
              <a:gd name="T10" fmla="*/ 271 w 1411"/>
              <a:gd name="T11" fmla="*/ 488 h 1411"/>
              <a:gd name="T12" fmla="*/ 232 w 1411"/>
              <a:gd name="T13" fmla="*/ 436 h 1411"/>
              <a:gd name="T14" fmla="*/ 705 w 1411"/>
              <a:gd name="T15" fmla="*/ 107 h 1411"/>
              <a:gd name="T16" fmla="*/ 1180 w 1411"/>
              <a:gd name="T17" fmla="*/ 436 h 1411"/>
              <a:gd name="T18" fmla="*/ 1139 w 1411"/>
              <a:gd name="T19" fmla="*/ 488 h 1411"/>
              <a:gd name="T20" fmla="*/ 1139 w 1411"/>
              <a:gd name="T21" fmla="*/ 868 h 1411"/>
              <a:gd name="T22" fmla="*/ 1194 w 1411"/>
              <a:gd name="T23" fmla="*/ 923 h 1411"/>
              <a:gd name="T24" fmla="*/ 1229 w 1411"/>
              <a:gd name="T25" fmla="*/ 919 h 1411"/>
              <a:gd name="T26" fmla="*/ 1128 w 1411"/>
              <a:gd name="T27" fmla="*/ 1146 h 1411"/>
              <a:gd name="T28" fmla="*/ 1051 w 1411"/>
              <a:gd name="T29" fmla="*/ 1218 h 1411"/>
              <a:gd name="T30" fmla="*/ 1024 w 1411"/>
              <a:gd name="T31" fmla="*/ 1235 h 1411"/>
              <a:gd name="T32" fmla="*/ 1019 w 1411"/>
              <a:gd name="T33" fmla="*/ 1236 h 1411"/>
              <a:gd name="T34" fmla="*/ 916 w 1411"/>
              <a:gd name="T35" fmla="*/ 1236 h 1411"/>
              <a:gd name="T36" fmla="*/ 759 w 1411"/>
              <a:gd name="T37" fmla="*/ 1140 h 1411"/>
              <a:gd name="T38" fmla="*/ 597 w 1411"/>
              <a:gd name="T39" fmla="*/ 1275 h 1411"/>
              <a:gd name="T40" fmla="*/ 759 w 1411"/>
              <a:gd name="T41" fmla="*/ 1411 h 1411"/>
              <a:gd name="T42" fmla="*/ 916 w 1411"/>
              <a:gd name="T43" fmla="*/ 1313 h 1411"/>
              <a:gd name="T44" fmla="*/ 1022 w 1411"/>
              <a:gd name="T45" fmla="*/ 1313 h 1411"/>
              <a:gd name="T46" fmla="*/ 1058 w 1411"/>
              <a:gd name="T47" fmla="*/ 1302 h 1411"/>
              <a:gd name="T48" fmla="*/ 1095 w 1411"/>
              <a:gd name="T49" fmla="*/ 1280 h 1411"/>
              <a:gd name="T50" fmla="*/ 1185 w 1411"/>
              <a:gd name="T51" fmla="*/ 1196 h 1411"/>
              <a:gd name="T52" fmla="*/ 1311 w 1411"/>
              <a:gd name="T53" fmla="*/ 889 h 1411"/>
              <a:gd name="T54" fmla="*/ 1411 w 1411"/>
              <a:gd name="T55" fmla="*/ 678 h 1411"/>
              <a:gd name="T56" fmla="*/ 1302 w 1411"/>
              <a:gd name="T57" fmla="*/ 463 h 1411"/>
              <a:gd name="T58" fmla="*/ 705 w 1411"/>
              <a:gd name="T59" fmla="*/ 0 h 1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411" h="1411">
                <a:moveTo>
                  <a:pt x="705" y="0"/>
                </a:moveTo>
                <a:cubicBezTo>
                  <a:pt x="423" y="0"/>
                  <a:pt x="185" y="198"/>
                  <a:pt x="108" y="465"/>
                </a:cubicBezTo>
                <a:cubicBezTo>
                  <a:pt x="40" y="506"/>
                  <a:pt x="0" y="586"/>
                  <a:pt x="0" y="678"/>
                </a:cubicBezTo>
                <a:cubicBezTo>
                  <a:pt x="0" y="813"/>
                  <a:pt x="82" y="923"/>
                  <a:pt x="217" y="923"/>
                </a:cubicBezTo>
                <a:cubicBezTo>
                  <a:pt x="247" y="923"/>
                  <a:pt x="271" y="898"/>
                  <a:pt x="271" y="868"/>
                </a:cubicBezTo>
                <a:lnTo>
                  <a:pt x="271" y="488"/>
                </a:lnTo>
                <a:cubicBezTo>
                  <a:pt x="271" y="464"/>
                  <a:pt x="255" y="442"/>
                  <a:pt x="232" y="436"/>
                </a:cubicBezTo>
                <a:cubicBezTo>
                  <a:pt x="311" y="242"/>
                  <a:pt x="493" y="107"/>
                  <a:pt x="705" y="107"/>
                </a:cubicBezTo>
                <a:cubicBezTo>
                  <a:pt x="917" y="107"/>
                  <a:pt x="1101" y="242"/>
                  <a:pt x="1180" y="436"/>
                </a:cubicBezTo>
                <a:cubicBezTo>
                  <a:pt x="1157" y="442"/>
                  <a:pt x="1139" y="463"/>
                  <a:pt x="1139" y="488"/>
                </a:cubicBezTo>
                <a:lnTo>
                  <a:pt x="1139" y="868"/>
                </a:lnTo>
                <a:cubicBezTo>
                  <a:pt x="1139" y="898"/>
                  <a:pt x="1164" y="923"/>
                  <a:pt x="1194" y="923"/>
                </a:cubicBezTo>
                <a:cubicBezTo>
                  <a:pt x="1206" y="923"/>
                  <a:pt x="1218" y="921"/>
                  <a:pt x="1229" y="919"/>
                </a:cubicBezTo>
                <a:cubicBezTo>
                  <a:pt x="1212" y="1020"/>
                  <a:pt x="1171" y="1094"/>
                  <a:pt x="1128" y="1146"/>
                </a:cubicBezTo>
                <a:cubicBezTo>
                  <a:pt x="1100" y="1179"/>
                  <a:pt x="1073" y="1203"/>
                  <a:pt x="1051" y="1218"/>
                </a:cubicBezTo>
                <a:cubicBezTo>
                  <a:pt x="1040" y="1225"/>
                  <a:pt x="1030" y="1232"/>
                  <a:pt x="1024" y="1235"/>
                </a:cubicBezTo>
                <a:cubicBezTo>
                  <a:pt x="1022" y="1236"/>
                  <a:pt x="1020" y="1236"/>
                  <a:pt x="1019" y="1236"/>
                </a:cubicBezTo>
                <a:lnTo>
                  <a:pt x="916" y="1236"/>
                </a:lnTo>
                <a:cubicBezTo>
                  <a:pt x="895" y="1181"/>
                  <a:pt x="833" y="1140"/>
                  <a:pt x="759" y="1140"/>
                </a:cubicBezTo>
                <a:cubicBezTo>
                  <a:pt x="670" y="1140"/>
                  <a:pt x="597" y="1200"/>
                  <a:pt x="597" y="1275"/>
                </a:cubicBezTo>
                <a:cubicBezTo>
                  <a:pt x="597" y="1350"/>
                  <a:pt x="670" y="1411"/>
                  <a:pt x="759" y="1411"/>
                </a:cubicBezTo>
                <a:cubicBezTo>
                  <a:pt x="834" y="1411"/>
                  <a:pt x="896" y="1369"/>
                  <a:pt x="916" y="1313"/>
                </a:cubicBezTo>
                <a:lnTo>
                  <a:pt x="1022" y="1313"/>
                </a:lnTo>
                <a:cubicBezTo>
                  <a:pt x="1041" y="1313"/>
                  <a:pt x="1047" y="1308"/>
                  <a:pt x="1058" y="1302"/>
                </a:cubicBezTo>
                <a:cubicBezTo>
                  <a:pt x="1069" y="1297"/>
                  <a:pt x="1082" y="1290"/>
                  <a:pt x="1095" y="1280"/>
                </a:cubicBezTo>
                <a:cubicBezTo>
                  <a:pt x="1122" y="1261"/>
                  <a:pt x="1154" y="1234"/>
                  <a:pt x="1185" y="1196"/>
                </a:cubicBezTo>
                <a:cubicBezTo>
                  <a:pt x="1242" y="1127"/>
                  <a:pt x="1297" y="1025"/>
                  <a:pt x="1311" y="889"/>
                </a:cubicBezTo>
                <a:cubicBezTo>
                  <a:pt x="1375" y="846"/>
                  <a:pt x="1411" y="768"/>
                  <a:pt x="1411" y="678"/>
                </a:cubicBezTo>
                <a:cubicBezTo>
                  <a:pt x="1411" y="585"/>
                  <a:pt x="1372" y="504"/>
                  <a:pt x="1302" y="463"/>
                </a:cubicBezTo>
                <a:cubicBezTo>
                  <a:pt x="1224" y="197"/>
                  <a:pt x="987" y="0"/>
                  <a:pt x="705" y="0"/>
                </a:cubicBezTo>
                <a:close/>
              </a:path>
            </a:pathLst>
          </a:cu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solidFill>
                <a:srgbClr val="0000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E4FB935-2B2A-806F-8E13-921066F87F66}"/>
              </a:ext>
            </a:extLst>
          </p:cNvPr>
          <p:cNvSpPr txBox="1"/>
          <p:nvPr/>
        </p:nvSpPr>
        <p:spPr>
          <a:xfrm>
            <a:off x="380492" y="1894928"/>
            <a:ext cx="29163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서비스 이용에 궁금한 점이 </a:t>
            </a:r>
            <a:r>
              <a:rPr lang="ko-KR" altLang="en-US" sz="1000" dirty="0" err="1"/>
              <a:t>있으신가요</a:t>
            </a:r>
            <a:r>
              <a:rPr lang="en-US" altLang="ko-KR" sz="1000" dirty="0"/>
              <a:t>? </a:t>
            </a:r>
            <a:r>
              <a:rPr lang="ko-KR" altLang="en-US" sz="1000" dirty="0"/>
              <a:t>언제든 도와드리겠습니다</a:t>
            </a:r>
            <a:r>
              <a:rPr lang="en-US" altLang="ko-KR" sz="1000" dirty="0"/>
              <a:t>.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E4C6CC9-20CE-8EF0-BE91-32CE22F7F2F3}"/>
              </a:ext>
            </a:extLst>
          </p:cNvPr>
          <p:cNvSpPr txBox="1"/>
          <p:nvPr/>
        </p:nvSpPr>
        <p:spPr>
          <a:xfrm>
            <a:off x="236476" y="2430443"/>
            <a:ext cx="135692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무엇을</a:t>
            </a:r>
            <a:r>
              <a:rPr lang="en-US" altLang="ko-KR" sz="800" b="1" dirty="0"/>
              <a:t> </a:t>
            </a:r>
            <a:r>
              <a:rPr lang="ko-KR" altLang="en-US" sz="800" b="1" dirty="0"/>
              <a:t>도와드릴까요</a:t>
            </a:r>
            <a:r>
              <a:rPr lang="en-US" altLang="ko-KR" sz="800" b="1" dirty="0"/>
              <a:t>?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61B3E01-227D-1FB7-42DE-C516AC57B963}"/>
              </a:ext>
            </a:extLst>
          </p:cNvPr>
          <p:cNvSpPr txBox="1"/>
          <p:nvPr/>
        </p:nvSpPr>
        <p:spPr>
          <a:xfrm>
            <a:off x="210304" y="4087856"/>
            <a:ext cx="135692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상담이 필요한가요</a:t>
            </a:r>
            <a:r>
              <a:rPr lang="en-US" altLang="ko-KR" sz="800" b="1" dirty="0"/>
              <a:t>?</a:t>
            </a: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C947E7E4-C78D-686B-095A-06C2234825FE}"/>
              </a:ext>
            </a:extLst>
          </p:cNvPr>
          <p:cNvSpPr/>
          <p:nvPr/>
        </p:nvSpPr>
        <p:spPr>
          <a:xfrm>
            <a:off x="281398" y="4365455"/>
            <a:ext cx="1026392" cy="444647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700" b="1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/>
            <a:endParaRPr lang="en-US" altLang="ko-KR" sz="700" b="1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아니요</a:t>
            </a:r>
            <a:r>
              <a:rPr lang="en-US" altLang="ko-KR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7B319A8B-EC22-14BA-B8A1-E7145A1655DF}"/>
              </a:ext>
            </a:extLst>
          </p:cNvPr>
          <p:cNvSpPr/>
          <p:nvPr/>
        </p:nvSpPr>
        <p:spPr>
          <a:xfrm>
            <a:off x="1362475" y="4363127"/>
            <a:ext cx="1026392" cy="444647"/>
          </a:xfrm>
          <a:prstGeom prst="roundRect">
            <a:avLst/>
          </a:prstGeom>
          <a:solidFill>
            <a:srgbClr val="ECFDF5"/>
          </a:solidFill>
          <a:ln w="6350">
            <a:solidFill>
              <a:srgbClr val="4EB595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700" b="1" dirty="0">
              <a:solidFill>
                <a:srgbClr val="28A57D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/>
            <a:endParaRPr lang="en-US" altLang="ko-KR" sz="700" b="1" dirty="0">
              <a:solidFill>
                <a:srgbClr val="28A57D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700" b="1" dirty="0">
                <a:solidFill>
                  <a:srgbClr val="28A57D"/>
                </a:solidFill>
                <a:latin typeface="맑은 고딕" pitchFamily="50" charset="-127"/>
                <a:ea typeface="맑은 고딕" pitchFamily="50" charset="-127"/>
              </a:rPr>
              <a:t>상담이 필요해요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2629A49-0411-4448-0555-9EAA0412DA63}"/>
              </a:ext>
            </a:extLst>
          </p:cNvPr>
          <p:cNvSpPr txBox="1"/>
          <p:nvPr/>
        </p:nvSpPr>
        <p:spPr>
          <a:xfrm>
            <a:off x="263685" y="4938261"/>
            <a:ext cx="30959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sz="700" dirty="0">
                <a:solidFill>
                  <a:srgbClr val="FF0000"/>
                </a:solidFill>
                <a:latin typeface="맑은 고딕" panose="020B0503020000020004" pitchFamily="50" charset="-127"/>
              </a:rPr>
              <a:t>※ </a:t>
            </a:r>
            <a:r>
              <a:rPr lang="ko-KR" altLang="en-US" sz="700" dirty="0">
                <a:solidFill>
                  <a:srgbClr val="FF0000"/>
                </a:solidFill>
                <a:latin typeface="맑은 고딕" panose="020B0503020000020004" pitchFamily="50" charset="-127"/>
              </a:rPr>
              <a:t>상담을 원하실 경우 연락 받으실 휴대폰 번호와 연락 가능한 </a:t>
            </a:r>
            <a:br>
              <a:rPr lang="en-US" altLang="ko-KR" sz="700" dirty="0">
                <a:solidFill>
                  <a:srgbClr val="FF0000"/>
                </a:solidFill>
                <a:latin typeface="맑은 고딕" panose="020B0503020000020004" pitchFamily="50" charset="-127"/>
              </a:rPr>
            </a:br>
            <a:r>
              <a:rPr lang="en-US" altLang="ko-KR" sz="700" dirty="0">
                <a:solidFill>
                  <a:srgbClr val="FF0000"/>
                </a:solidFill>
                <a:latin typeface="맑은 고딕" panose="020B0503020000020004" pitchFamily="50" charset="-127"/>
              </a:rPr>
              <a:t>   </a:t>
            </a:r>
            <a:r>
              <a:rPr lang="ko-KR" altLang="en-US" sz="700" dirty="0">
                <a:solidFill>
                  <a:srgbClr val="FF0000"/>
                </a:solidFill>
                <a:latin typeface="맑은 고딕" panose="020B0503020000020004" pitchFamily="50" charset="-127"/>
              </a:rPr>
              <a:t>시간을 입력해 주시기 바랍니다</a:t>
            </a:r>
            <a:r>
              <a:rPr lang="en-US" altLang="ko-KR" sz="700" dirty="0">
                <a:solidFill>
                  <a:srgbClr val="FF0000"/>
                </a:solidFill>
                <a:latin typeface="맑은 고딕" panose="020B0503020000020004" pitchFamily="50" charset="-127"/>
              </a:rPr>
              <a:t>.</a:t>
            </a:r>
          </a:p>
          <a:p>
            <a:pPr latinLnBrk="0"/>
            <a:r>
              <a:rPr lang="en-US" altLang="ko-KR" sz="700" dirty="0">
                <a:solidFill>
                  <a:srgbClr val="FF0000"/>
                </a:solidFill>
                <a:latin typeface="맑은 고딕" panose="020B0503020000020004" pitchFamily="50" charset="-127"/>
              </a:rPr>
              <a:t>※ </a:t>
            </a:r>
            <a:r>
              <a:rPr lang="ko-KR" altLang="en-US" sz="700" dirty="0">
                <a:solidFill>
                  <a:srgbClr val="FF0000"/>
                </a:solidFill>
                <a:latin typeface="맑은 고딕" panose="020B0503020000020004" pitchFamily="50" charset="-127"/>
              </a:rPr>
              <a:t>상담은 업무시간내에만 가능합니다</a:t>
            </a:r>
            <a:r>
              <a:rPr lang="en-US" altLang="ko-KR" sz="700" dirty="0">
                <a:solidFill>
                  <a:srgbClr val="FF0000"/>
                </a:solidFill>
                <a:latin typeface="맑은 고딕" panose="020B0503020000020004" pitchFamily="50" charset="-127"/>
              </a:rPr>
              <a:t>. </a:t>
            </a:r>
            <a:br>
              <a:rPr lang="en-US" altLang="ko-KR" sz="700" dirty="0">
                <a:solidFill>
                  <a:srgbClr val="FF0000"/>
                </a:solidFill>
                <a:latin typeface="맑은 고딕" panose="020B0503020000020004" pitchFamily="50" charset="-127"/>
              </a:rPr>
            </a:br>
            <a:r>
              <a:rPr lang="en-US" altLang="ko-KR" sz="700" dirty="0">
                <a:solidFill>
                  <a:srgbClr val="FF0000"/>
                </a:solidFill>
                <a:latin typeface="맑은 고딕" panose="020B0503020000020004" pitchFamily="50" charset="-127"/>
              </a:rPr>
              <a:t>   (</a:t>
            </a:r>
            <a:r>
              <a:rPr lang="ko-KR" altLang="en-US" sz="700" dirty="0">
                <a:solidFill>
                  <a:srgbClr val="FF0000"/>
                </a:solidFill>
                <a:latin typeface="맑은 고딕" panose="020B0503020000020004" pitchFamily="50" charset="-127"/>
              </a:rPr>
              <a:t>평일 </a:t>
            </a:r>
            <a:r>
              <a:rPr lang="en-US" altLang="ko-KR" sz="700" dirty="0">
                <a:solidFill>
                  <a:srgbClr val="FF0000"/>
                </a:solidFill>
                <a:latin typeface="맑은 고딕" panose="020B0503020000020004" pitchFamily="50" charset="-127"/>
              </a:rPr>
              <a:t>10:00 ~ 12:00, 13:00 ~ 17:00)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FF08107-6068-BED2-5237-170242DEBBA7}"/>
              </a:ext>
            </a:extLst>
          </p:cNvPr>
          <p:cNvSpPr txBox="1"/>
          <p:nvPr/>
        </p:nvSpPr>
        <p:spPr>
          <a:xfrm>
            <a:off x="293428" y="5497486"/>
            <a:ext cx="135692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연락처 </a:t>
            </a:r>
            <a:r>
              <a:rPr lang="en-US" altLang="ko-KR" sz="800" b="1" dirty="0">
                <a:solidFill>
                  <a:srgbClr val="28A57D"/>
                </a:solidFill>
              </a:rPr>
              <a:t>*</a:t>
            </a: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CF103AC0-9BF8-20A8-3077-5758DB28F78F}"/>
              </a:ext>
            </a:extLst>
          </p:cNvPr>
          <p:cNvSpPr/>
          <p:nvPr/>
        </p:nvSpPr>
        <p:spPr>
          <a:xfrm>
            <a:off x="340736" y="5726946"/>
            <a:ext cx="3018944" cy="215445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010 – 0000 - 0000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5DFC2C7-73FB-6CAB-DACA-643E901643C0}"/>
              </a:ext>
            </a:extLst>
          </p:cNvPr>
          <p:cNvSpPr txBox="1"/>
          <p:nvPr/>
        </p:nvSpPr>
        <p:spPr>
          <a:xfrm>
            <a:off x="3589418" y="1463878"/>
            <a:ext cx="135692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상담 희망 날짜 </a:t>
            </a:r>
            <a:r>
              <a:rPr lang="en-US" altLang="ko-KR" sz="800" b="1" dirty="0">
                <a:solidFill>
                  <a:srgbClr val="28A57D"/>
                </a:solidFill>
              </a:rPr>
              <a:t>*</a:t>
            </a:r>
          </a:p>
        </p:txBody>
      </p: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51B7F006-B89E-2773-DC55-E2AD11CD9114}"/>
              </a:ext>
            </a:extLst>
          </p:cNvPr>
          <p:cNvSpPr/>
          <p:nvPr/>
        </p:nvSpPr>
        <p:spPr>
          <a:xfrm>
            <a:off x="3664537" y="1674385"/>
            <a:ext cx="3133810" cy="215445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년도 </a:t>
            </a:r>
            <a:r>
              <a:rPr lang="en-US" altLang="ko-KR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– </a:t>
            </a:r>
            <a:r>
              <a:rPr lang="ko-KR" altLang="en-US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일</a:t>
            </a:r>
            <a:endParaRPr lang="en-US" altLang="ko-KR" sz="700" b="1" dirty="0">
              <a:solidFill>
                <a:schemeClr val="bg1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90" name="Picture 50" descr="D:\05 문서\02 문서 디자인\아이콘\icon2\9338-200.png">
            <a:extLst>
              <a:ext uri="{FF2B5EF4-FFF2-40B4-BE49-F238E27FC236}">
                <a16:creationId xmlns:a16="http://schemas.microsoft.com/office/drawing/2014/main" id="{3F858FBC-5EEF-3A31-7C86-7536FC8E0C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2853" y="1726257"/>
            <a:ext cx="109049" cy="109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C670F690-12C4-259B-1008-2FDFB27AFD5E}"/>
              </a:ext>
            </a:extLst>
          </p:cNvPr>
          <p:cNvSpPr txBox="1"/>
          <p:nvPr/>
        </p:nvSpPr>
        <p:spPr>
          <a:xfrm>
            <a:off x="3589418" y="1992615"/>
            <a:ext cx="135692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상담 희망 시간</a:t>
            </a:r>
            <a:endParaRPr lang="en-US" altLang="ko-KR" sz="800" b="1" dirty="0">
              <a:solidFill>
                <a:srgbClr val="28A57D"/>
              </a:solidFill>
            </a:endParaRPr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2DF67D9C-9DF2-230B-F3D9-D59E12CA5334}"/>
              </a:ext>
            </a:extLst>
          </p:cNvPr>
          <p:cNvSpPr/>
          <p:nvPr/>
        </p:nvSpPr>
        <p:spPr>
          <a:xfrm>
            <a:off x="3662960" y="2243815"/>
            <a:ext cx="3141990" cy="215445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시간대 선택 </a:t>
            </a:r>
            <a:r>
              <a:rPr lang="en-US" altLang="ko-KR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선택사항</a:t>
            </a:r>
            <a:r>
              <a:rPr lang="en-US" altLang="ko-KR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FEFF552-BCEB-962B-D898-66614C95589F}"/>
              </a:ext>
            </a:extLst>
          </p:cNvPr>
          <p:cNvSpPr txBox="1"/>
          <p:nvPr/>
        </p:nvSpPr>
        <p:spPr>
          <a:xfrm>
            <a:off x="3603627" y="3286629"/>
            <a:ext cx="135692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문의 제목 </a:t>
            </a:r>
            <a:r>
              <a:rPr lang="en-US" altLang="ko-KR" sz="800" b="1" dirty="0">
                <a:solidFill>
                  <a:srgbClr val="28A57D"/>
                </a:solidFill>
              </a:rPr>
              <a:t>*</a:t>
            </a:r>
          </a:p>
        </p:txBody>
      </p: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B673B0AD-215F-E8C7-E876-E7601E0E2F74}"/>
              </a:ext>
            </a:extLst>
          </p:cNvPr>
          <p:cNvSpPr/>
          <p:nvPr/>
        </p:nvSpPr>
        <p:spPr>
          <a:xfrm>
            <a:off x="3662960" y="3537012"/>
            <a:ext cx="3135387" cy="215445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문의 제목을 입력해 주세요</a:t>
            </a:r>
            <a:endParaRPr lang="en-US" altLang="ko-KR" sz="700" b="1" dirty="0">
              <a:solidFill>
                <a:schemeClr val="bg1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9BE8B55C-3B4F-3128-EA10-F124BAAD0577}"/>
              </a:ext>
            </a:extLst>
          </p:cNvPr>
          <p:cNvSpPr/>
          <p:nvPr/>
        </p:nvSpPr>
        <p:spPr>
          <a:xfrm>
            <a:off x="3662960" y="2467860"/>
            <a:ext cx="3141990" cy="70503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시간대 선택 </a:t>
            </a:r>
            <a:r>
              <a:rPr lang="en-US" altLang="ko-KR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선택사항</a:t>
            </a:r>
            <a:r>
              <a:rPr lang="en-US" altLang="ko-KR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algn="ctr">
              <a:lnSpc>
                <a:spcPct val="150000"/>
              </a:lnSpc>
            </a:pPr>
            <a:r>
              <a:rPr lang="en-US" altLang="ko-KR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10:00 ~ 12:00</a:t>
            </a:r>
          </a:p>
          <a:p>
            <a:pPr algn="ctr">
              <a:lnSpc>
                <a:spcPct val="150000"/>
              </a:lnSpc>
            </a:pPr>
            <a:r>
              <a:rPr lang="en-US" altLang="ko-KR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13:00 ~ 15:00</a:t>
            </a:r>
          </a:p>
          <a:p>
            <a:pPr algn="ctr">
              <a:lnSpc>
                <a:spcPct val="150000"/>
              </a:lnSpc>
            </a:pPr>
            <a:r>
              <a:rPr lang="en-US" altLang="ko-KR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15:00 ~ 17:00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A4D414D-CFA4-DA91-C9BB-5ED0AF3E3F7C}"/>
              </a:ext>
            </a:extLst>
          </p:cNvPr>
          <p:cNvSpPr txBox="1"/>
          <p:nvPr/>
        </p:nvSpPr>
        <p:spPr>
          <a:xfrm>
            <a:off x="293428" y="6002218"/>
            <a:ext cx="256374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sz="700" dirty="0">
                <a:solidFill>
                  <a:srgbClr val="FF0000"/>
                </a:solidFill>
                <a:latin typeface="맑은 고딕" panose="020B0503020000020004" pitchFamily="50" charset="-127"/>
              </a:rPr>
              <a:t>※ </a:t>
            </a:r>
            <a:r>
              <a:rPr lang="ko-KR" altLang="en-US" sz="700" dirty="0">
                <a:solidFill>
                  <a:srgbClr val="FF0000"/>
                </a:solidFill>
                <a:latin typeface="맑은 고딕" panose="020B0503020000020004" pitchFamily="50" charset="-127"/>
              </a:rPr>
              <a:t>회원가입시 등록된 연락처가 아닌 경우 수정해 주세요</a:t>
            </a:r>
            <a:r>
              <a:rPr lang="en-US" altLang="ko-KR" sz="700" dirty="0">
                <a:solidFill>
                  <a:srgbClr val="FF0000"/>
                </a:solidFill>
                <a:latin typeface="맑은 고딕" panose="020B0503020000020004" pitchFamily="50" charset="-127"/>
              </a:rPr>
              <a:t>.</a:t>
            </a:r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487911FC-0DE2-A7F9-C2FA-DA37804B6FE5}"/>
              </a:ext>
            </a:extLst>
          </p:cNvPr>
          <p:cNvSpPr/>
          <p:nvPr/>
        </p:nvSpPr>
        <p:spPr>
          <a:xfrm>
            <a:off x="239899" y="2913080"/>
            <a:ext cx="1026392" cy="444647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700" b="1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/>
            <a:endParaRPr lang="en-US" altLang="ko-KR" sz="700" b="1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신규 홈페이지 제작</a:t>
            </a:r>
            <a:endParaRPr lang="en-US" altLang="ko-KR" sz="700" b="1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80C1E18B-BD8C-0E87-8439-6F009D37276E}"/>
              </a:ext>
            </a:extLst>
          </p:cNvPr>
          <p:cNvSpPr/>
          <p:nvPr/>
        </p:nvSpPr>
        <p:spPr>
          <a:xfrm>
            <a:off x="1327652" y="2926946"/>
            <a:ext cx="1026392" cy="444647"/>
          </a:xfrm>
          <a:prstGeom prst="roundRect">
            <a:avLst/>
          </a:prstGeom>
          <a:solidFill>
            <a:srgbClr val="ECFDF5"/>
          </a:solidFill>
          <a:ln w="6350">
            <a:solidFill>
              <a:srgbClr val="4EB595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br>
              <a:rPr lang="en-US" altLang="ko-KR" sz="700" b="1" dirty="0">
                <a:solidFill>
                  <a:srgbClr val="28A57D"/>
                </a:solidFill>
                <a:latin typeface="맑은 고딕" pitchFamily="50" charset="-127"/>
                <a:ea typeface="맑은 고딕" pitchFamily="50" charset="-127"/>
              </a:rPr>
            </a:br>
            <a:endParaRPr lang="en-US" altLang="ko-KR" sz="700" b="1" dirty="0">
              <a:solidFill>
                <a:srgbClr val="28A57D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700" b="1" dirty="0">
                <a:solidFill>
                  <a:srgbClr val="28A57D"/>
                </a:solidFill>
                <a:latin typeface="맑은 고딕" pitchFamily="50" charset="-127"/>
                <a:ea typeface="맑은 고딕" pitchFamily="50" charset="-127"/>
              </a:rPr>
              <a:t>메인 디자인 제작</a:t>
            </a:r>
          </a:p>
        </p:txBody>
      </p:sp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26A3201E-B4D6-8B68-D5AD-9A345600FA00}"/>
              </a:ext>
            </a:extLst>
          </p:cNvPr>
          <p:cNvSpPr/>
          <p:nvPr/>
        </p:nvSpPr>
        <p:spPr>
          <a:xfrm>
            <a:off x="2407772" y="2928483"/>
            <a:ext cx="1026392" cy="444647"/>
          </a:xfrm>
          <a:prstGeom prst="roundRect">
            <a:avLst/>
          </a:prstGeom>
          <a:solidFill>
            <a:srgbClr val="ECFDF5"/>
          </a:solidFill>
          <a:ln w="6350">
            <a:solidFill>
              <a:srgbClr val="4EB595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700" b="1" dirty="0">
              <a:solidFill>
                <a:srgbClr val="28A57D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/>
            <a:endParaRPr lang="en-US" altLang="ko-KR" sz="700" b="1" dirty="0">
              <a:solidFill>
                <a:srgbClr val="28A57D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700" b="1" dirty="0">
                <a:solidFill>
                  <a:srgbClr val="28A57D"/>
                </a:solidFill>
                <a:latin typeface="맑은 고딕" pitchFamily="50" charset="-127"/>
                <a:ea typeface="맑은 고딕" pitchFamily="50" charset="-127"/>
              </a:rPr>
              <a:t>메뉴 및 기능 추가</a:t>
            </a:r>
            <a:endParaRPr lang="en-US" altLang="ko-KR" sz="700" b="1" dirty="0">
              <a:solidFill>
                <a:srgbClr val="28A57D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5515DDCB-61E0-DBE1-B327-7E4D699CEA24}"/>
              </a:ext>
            </a:extLst>
          </p:cNvPr>
          <p:cNvSpPr/>
          <p:nvPr/>
        </p:nvSpPr>
        <p:spPr>
          <a:xfrm>
            <a:off x="227670" y="3452405"/>
            <a:ext cx="1026392" cy="444647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700" b="1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/>
            <a:endParaRPr lang="en-US" altLang="ko-KR" sz="700" b="1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신규 기능 요청</a:t>
            </a:r>
            <a:endParaRPr lang="en-US" altLang="ko-KR" sz="700" b="1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04E5B1A-E162-B1A2-FE96-B904553B59E9}"/>
              </a:ext>
            </a:extLst>
          </p:cNvPr>
          <p:cNvSpPr txBox="1"/>
          <p:nvPr/>
        </p:nvSpPr>
        <p:spPr>
          <a:xfrm>
            <a:off x="236476" y="2632213"/>
            <a:ext cx="256374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sz="700" dirty="0">
                <a:solidFill>
                  <a:srgbClr val="FF0000"/>
                </a:solidFill>
                <a:latin typeface="맑은 고딕" panose="020B0503020000020004" pitchFamily="50" charset="-127"/>
              </a:rPr>
              <a:t>※ </a:t>
            </a:r>
            <a:r>
              <a:rPr lang="ko-KR" altLang="en-US" sz="700" dirty="0">
                <a:solidFill>
                  <a:srgbClr val="FF0000"/>
                </a:solidFill>
                <a:latin typeface="맑은 고딕" panose="020B0503020000020004" pitchFamily="50" charset="-127"/>
              </a:rPr>
              <a:t>어려우시면 선택하지 않으셔도 됩니다</a:t>
            </a:r>
            <a:r>
              <a:rPr lang="en-US" altLang="ko-KR" sz="700" dirty="0">
                <a:solidFill>
                  <a:srgbClr val="FF0000"/>
                </a:solidFill>
                <a:latin typeface="맑은 고딕" panose="020B0503020000020004" pitchFamily="50" charset="-127"/>
              </a:rPr>
              <a:t>.</a:t>
            </a:r>
          </a:p>
        </p:txBody>
      </p:sp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83685433-C918-E943-A5AF-C1AE2CB2B9C3}"/>
              </a:ext>
            </a:extLst>
          </p:cNvPr>
          <p:cNvSpPr/>
          <p:nvPr/>
        </p:nvSpPr>
        <p:spPr>
          <a:xfrm>
            <a:off x="1307790" y="3445724"/>
            <a:ext cx="1026392" cy="444647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700" b="1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/>
            <a:endParaRPr lang="en-US" altLang="ko-KR" sz="700" b="1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기타</a:t>
            </a:r>
            <a:endParaRPr lang="en-US" altLang="ko-KR" sz="700" b="1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3" name="Close">
            <a:extLst>
              <a:ext uri="{FF2B5EF4-FFF2-40B4-BE49-F238E27FC236}">
                <a16:creationId xmlns:a16="http://schemas.microsoft.com/office/drawing/2014/main" id="{6160BCF2-11E9-2528-337B-65A57792E549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08117" y="4434363"/>
            <a:ext cx="160338" cy="160337"/>
          </a:xfrm>
          <a:custGeom>
            <a:avLst/>
            <a:gdLst>
              <a:gd name="T0" fmla="*/ 695 w 1390"/>
              <a:gd name="T1" fmla="*/ 0 h 1391"/>
              <a:gd name="T2" fmla="*/ 0 w 1390"/>
              <a:gd name="T3" fmla="*/ 695 h 1391"/>
              <a:gd name="T4" fmla="*/ 695 w 1390"/>
              <a:gd name="T5" fmla="*/ 1391 h 1391"/>
              <a:gd name="T6" fmla="*/ 1390 w 1390"/>
              <a:gd name="T7" fmla="*/ 695 h 1391"/>
              <a:gd name="T8" fmla="*/ 695 w 1390"/>
              <a:gd name="T9" fmla="*/ 0 h 1391"/>
              <a:gd name="T10" fmla="*/ 1009 w 1390"/>
              <a:gd name="T11" fmla="*/ 934 h 1391"/>
              <a:gd name="T12" fmla="*/ 933 w 1390"/>
              <a:gd name="T13" fmla="*/ 1009 h 1391"/>
              <a:gd name="T14" fmla="*/ 883 w 1390"/>
              <a:gd name="T15" fmla="*/ 1009 h 1391"/>
              <a:gd name="T16" fmla="*/ 695 w 1390"/>
              <a:gd name="T17" fmla="*/ 821 h 1391"/>
              <a:gd name="T18" fmla="*/ 507 w 1390"/>
              <a:gd name="T19" fmla="*/ 1009 h 1391"/>
              <a:gd name="T20" fmla="*/ 457 w 1390"/>
              <a:gd name="T21" fmla="*/ 1009 h 1391"/>
              <a:gd name="T22" fmla="*/ 381 w 1390"/>
              <a:gd name="T23" fmla="*/ 934 h 1391"/>
              <a:gd name="T24" fmla="*/ 381 w 1390"/>
              <a:gd name="T25" fmla="*/ 884 h 1391"/>
              <a:gd name="T26" fmla="*/ 569 w 1390"/>
              <a:gd name="T27" fmla="*/ 695 h 1391"/>
              <a:gd name="T28" fmla="*/ 381 w 1390"/>
              <a:gd name="T29" fmla="*/ 507 h 1391"/>
              <a:gd name="T30" fmla="*/ 381 w 1390"/>
              <a:gd name="T31" fmla="*/ 457 h 1391"/>
              <a:gd name="T32" fmla="*/ 457 w 1390"/>
              <a:gd name="T33" fmla="*/ 382 h 1391"/>
              <a:gd name="T34" fmla="*/ 507 w 1390"/>
              <a:gd name="T35" fmla="*/ 382 h 1391"/>
              <a:gd name="T36" fmla="*/ 695 w 1390"/>
              <a:gd name="T37" fmla="*/ 570 h 1391"/>
              <a:gd name="T38" fmla="*/ 883 w 1390"/>
              <a:gd name="T39" fmla="*/ 382 h 1391"/>
              <a:gd name="T40" fmla="*/ 933 w 1390"/>
              <a:gd name="T41" fmla="*/ 382 h 1391"/>
              <a:gd name="T42" fmla="*/ 1009 w 1390"/>
              <a:gd name="T43" fmla="*/ 457 h 1391"/>
              <a:gd name="T44" fmla="*/ 1009 w 1390"/>
              <a:gd name="T45" fmla="*/ 507 h 1391"/>
              <a:gd name="T46" fmla="*/ 820 w 1390"/>
              <a:gd name="T47" fmla="*/ 695 h 1391"/>
              <a:gd name="T48" fmla="*/ 1009 w 1390"/>
              <a:gd name="T49" fmla="*/ 884 h 1391"/>
              <a:gd name="T50" fmla="*/ 1009 w 1390"/>
              <a:gd name="T51" fmla="*/ 934 h 13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90" h="1391">
                <a:moveTo>
                  <a:pt x="695" y="0"/>
                </a:moveTo>
                <a:cubicBezTo>
                  <a:pt x="311" y="0"/>
                  <a:pt x="0" y="311"/>
                  <a:pt x="0" y="695"/>
                </a:cubicBezTo>
                <a:cubicBezTo>
                  <a:pt x="0" y="1079"/>
                  <a:pt x="311" y="1391"/>
                  <a:pt x="695" y="1391"/>
                </a:cubicBezTo>
                <a:cubicBezTo>
                  <a:pt x="1079" y="1391"/>
                  <a:pt x="1390" y="1079"/>
                  <a:pt x="1390" y="695"/>
                </a:cubicBezTo>
                <a:cubicBezTo>
                  <a:pt x="1390" y="311"/>
                  <a:pt x="1079" y="0"/>
                  <a:pt x="695" y="0"/>
                </a:cubicBezTo>
                <a:close/>
                <a:moveTo>
                  <a:pt x="1009" y="934"/>
                </a:moveTo>
                <a:lnTo>
                  <a:pt x="933" y="1009"/>
                </a:lnTo>
                <a:cubicBezTo>
                  <a:pt x="919" y="1023"/>
                  <a:pt x="897" y="1023"/>
                  <a:pt x="883" y="1009"/>
                </a:cubicBezTo>
                <a:lnTo>
                  <a:pt x="695" y="821"/>
                </a:lnTo>
                <a:lnTo>
                  <a:pt x="507" y="1009"/>
                </a:lnTo>
                <a:cubicBezTo>
                  <a:pt x="493" y="1023"/>
                  <a:pt x="470" y="1023"/>
                  <a:pt x="457" y="1009"/>
                </a:cubicBezTo>
                <a:lnTo>
                  <a:pt x="381" y="934"/>
                </a:lnTo>
                <a:cubicBezTo>
                  <a:pt x="367" y="920"/>
                  <a:pt x="367" y="898"/>
                  <a:pt x="381" y="884"/>
                </a:cubicBezTo>
                <a:lnTo>
                  <a:pt x="569" y="695"/>
                </a:lnTo>
                <a:lnTo>
                  <a:pt x="381" y="507"/>
                </a:lnTo>
                <a:cubicBezTo>
                  <a:pt x="367" y="493"/>
                  <a:pt x="367" y="471"/>
                  <a:pt x="381" y="457"/>
                </a:cubicBezTo>
                <a:lnTo>
                  <a:pt x="457" y="382"/>
                </a:lnTo>
                <a:cubicBezTo>
                  <a:pt x="470" y="368"/>
                  <a:pt x="493" y="368"/>
                  <a:pt x="507" y="382"/>
                </a:cubicBezTo>
                <a:lnTo>
                  <a:pt x="695" y="570"/>
                </a:lnTo>
                <a:lnTo>
                  <a:pt x="883" y="382"/>
                </a:lnTo>
                <a:cubicBezTo>
                  <a:pt x="897" y="368"/>
                  <a:pt x="920" y="368"/>
                  <a:pt x="933" y="382"/>
                </a:cubicBezTo>
                <a:lnTo>
                  <a:pt x="1009" y="457"/>
                </a:lnTo>
                <a:cubicBezTo>
                  <a:pt x="1022" y="471"/>
                  <a:pt x="1022" y="493"/>
                  <a:pt x="1009" y="507"/>
                </a:cubicBezTo>
                <a:lnTo>
                  <a:pt x="820" y="695"/>
                </a:lnTo>
                <a:lnTo>
                  <a:pt x="1009" y="884"/>
                </a:lnTo>
                <a:cubicBezTo>
                  <a:pt x="1022" y="898"/>
                  <a:pt x="1022" y="920"/>
                  <a:pt x="1009" y="934"/>
                </a:cubicBezTo>
                <a:close/>
              </a:path>
            </a:pathLst>
          </a:custGeom>
          <a:solidFill>
            <a:srgbClr val="5F5F5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4" name="Go Home">
            <a:extLst>
              <a:ext uri="{FF2B5EF4-FFF2-40B4-BE49-F238E27FC236}">
                <a16:creationId xmlns:a16="http://schemas.microsoft.com/office/drawing/2014/main" id="{920E01E5-7FA3-6162-27D0-E209C3BF7409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83818" y="2973690"/>
            <a:ext cx="160338" cy="150812"/>
          </a:xfrm>
          <a:custGeom>
            <a:avLst/>
            <a:gdLst>
              <a:gd name="T0" fmla="*/ 1078 w 1396"/>
              <a:gd name="T1" fmla="*/ 0 h 1301"/>
              <a:gd name="T2" fmla="*/ 1024 w 1396"/>
              <a:gd name="T3" fmla="*/ 54 h 1301"/>
              <a:gd name="T4" fmla="*/ 1024 w 1396"/>
              <a:gd name="T5" fmla="*/ 317 h 1301"/>
              <a:gd name="T6" fmla="*/ 735 w 1396"/>
              <a:gd name="T7" fmla="*/ 29 h 1301"/>
              <a:gd name="T8" fmla="*/ 659 w 1396"/>
              <a:gd name="T9" fmla="*/ 29 h 1301"/>
              <a:gd name="T10" fmla="*/ 21 w 1396"/>
              <a:gd name="T11" fmla="*/ 665 h 1301"/>
              <a:gd name="T12" fmla="*/ 21 w 1396"/>
              <a:gd name="T13" fmla="*/ 743 h 1301"/>
              <a:gd name="T14" fmla="*/ 98 w 1396"/>
              <a:gd name="T15" fmla="*/ 743 h 1301"/>
              <a:gd name="T16" fmla="*/ 698 w 1396"/>
              <a:gd name="T17" fmla="*/ 144 h 1301"/>
              <a:gd name="T18" fmla="*/ 1298 w 1396"/>
              <a:gd name="T19" fmla="*/ 744 h 1301"/>
              <a:gd name="T20" fmla="*/ 1336 w 1396"/>
              <a:gd name="T21" fmla="*/ 760 h 1301"/>
              <a:gd name="T22" fmla="*/ 1375 w 1396"/>
              <a:gd name="T23" fmla="*/ 744 h 1301"/>
              <a:gd name="T24" fmla="*/ 1375 w 1396"/>
              <a:gd name="T25" fmla="*/ 666 h 1301"/>
              <a:gd name="T26" fmla="*/ 1186 w 1396"/>
              <a:gd name="T27" fmla="*/ 478 h 1301"/>
              <a:gd name="T28" fmla="*/ 1186 w 1396"/>
              <a:gd name="T29" fmla="*/ 54 h 1301"/>
              <a:gd name="T30" fmla="*/ 1132 w 1396"/>
              <a:gd name="T31" fmla="*/ 0 h 1301"/>
              <a:gd name="T32" fmla="*/ 1078 w 1396"/>
              <a:gd name="T33" fmla="*/ 0 h 1301"/>
              <a:gd name="T34" fmla="*/ 698 w 1396"/>
              <a:gd name="T35" fmla="*/ 242 h 1301"/>
              <a:gd name="T36" fmla="*/ 101 w 1396"/>
              <a:gd name="T37" fmla="*/ 839 h 1301"/>
              <a:gd name="T38" fmla="*/ 101 w 1396"/>
              <a:gd name="T39" fmla="*/ 1138 h 1301"/>
              <a:gd name="T40" fmla="*/ 264 w 1396"/>
              <a:gd name="T41" fmla="*/ 1301 h 1301"/>
              <a:gd name="T42" fmla="*/ 1132 w 1396"/>
              <a:gd name="T43" fmla="*/ 1301 h 1301"/>
              <a:gd name="T44" fmla="*/ 1295 w 1396"/>
              <a:gd name="T45" fmla="*/ 1138 h 1301"/>
              <a:gd name="T46" fmla="*/ 1295 w 1396"/>
              <a:gd name="T47" fmla="*/ 839 h 1301"/>
              <a:gd name="T48" fmla="*/ 698 w 1396"/>
              <a:gd name="T49" fmla="*/ 242 h 1301"/>
              <a:gd name="T50" fmla="*/ 589 w 1396"/>
              <a:gd name="T51" fmla="*/ 758 h 1301"/>
              <a:gd name="T52" fmla="*/ 807 w 1396"/>
              <a:gd name="T53" fmla="*/ 758 h 1301"/>
              <a:gd name="T54" fmla="*/ 861 w 1396"/>
              <a:gd name="T55" fmla="*/ 812 h 1301"/>
              <a:gd name="T56" fmla="*/ 861 w 1396"/>
              <a:gd name="T57" fmla="*/ 1138 h 1301"/>
              <a:gd name="T58" fmla="*/ 807 w 1396"/>
              <a:gd name="T59" fmla="*/ 1192 h 1301"/>
              <a:gd name="T60" fmla="*/ 589 w 1396"/>
              <a:gd name="T61" fmla="*/ 1192 h 1301"/>
              <a:gd name="T62" fmla="*/ 535 w 1396"/>
              <a:gd name="T63" fmla="*/ 1138 h 1301"/>
              <a:gd name="T64" fmla="*/ 535 w 1396"/>
              <a:gd name="T65" fmla="*/ 812 h 1301"/>
              <a:gd name="T66" fmla="*/ 589 w 1396"/>
              <a:gd name="T67" fmla="*/ 758 h 13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396" h="1301">
                <a:moveTo>
                  <a:pt x="1078" y="0"/>
                </a:moveTo>
                <a:cubicBezTo>
                  <a:pt x="1048" y="0"/>
                  <a:pt x="1024" y="24"/>
                  <a:pt x="1024" y="54"/>
                </a:cubicBezTo>
                <a:lnTo>
                  <a:pt x="1024" y="317"/>
                </a:lnTo>
                <a:lnTo>
                  <a:pt x="735" y="29"/>
                </a:lnTo>
                <a:cubicBezTo>
                  <a:pt x="714" y="7"/>
                  <a:pt x="680" y="7"/>
                  <a:pt x="659" y="29"/>
                </a:cubicBezTo>
                <a:lnTo>
                  <a:pt x="21" y="665"/>
                </a:lnTo>
                <a:cubicBezTo>
                  <a:pt x="0" y="686"/>
                  <a:pt x="0" y="722"/>
                  <a:pt x="21" y="743"/>
                </a:cubicBezTo>
                <a:cubicBezTo>
                  <a:pt x="43" y="764"/>
                  <a:pt x="76" y="764"/>
                  <a:pt x="98" y="743"/>
                </a:cubicBezTo>
                <a:lnTo>
                  <a:pt x="698" y="144"/>
                </a:lnTo>
                <a:lnTo>
                  <a:pt x="1298" y="744"/>
                </a:lnTo>
                <a:cubicBezTo>
                  <a:pt x="1309" y="755"/>
                  <a:pt x="1322" y="760"/>
                  <a:pt x="1336" y="760"/>
                </a:cubicBezTo>
                <a:cubicBezTo>
                  <a:pt x="1350" y="760"/>
                  <a:pt x="1364" y="755"/>
                  <a:pt x="1375" y="744"/>
                </a:cubicBezTo>
                <a:cubicBezTo>
                  <a:pt x="1396" y="723"/>
                  <a:pt x="1396" y="688"/>
                  <a:pt x="1375" y="666"/>
                </a:cubicBezTo>
                <a:lnTo>
                  <a:pt x="1186" y="478"/>
                </a:lnTo>
                <a:lnTo>
                  <a:pt x="1186" y="54"/>
                </a:lnTo>
                <a:cubicBezTo>
                  <a:pt x="1186" y="24"/>
                  <a:pt x="1162" y="0"/>
                  <a:pt x="1132" y="0"/>
                </a:cubicBezTo>
                <a:lnTo>
                  <a:pt x="1078" y="0"/>
                </a:lnTo>
                <a:close/>
                <a:moveTo>
                  <a:pt x="698" y="242"/>
                </a:moveTo>
                <a:lnTo>
                  <a:pt x="101" y="839"/>
                </a:lnTo>
                <a:lnTo>
                  <a:pt x="101" y="1138"/>
                </a:lnTo>
                <a:cubicBezTo>
                  <a:pt x="101" y="1228"/>
                  <a:pt x="174" y="1301"/>
                  <a:pt x="264" y="1301"/>
                </a:cubicBezTo>
                <a:lnTo>
                  <a:pt x="1132" y="1301"/>
                </a:lnTo>
                <a:cubicBezTo>
                  <a:pt x="1222" y="1301"/>
                  <a:pt x="1295" y="1228"/>
                  <a:pt x="1295" y="1138"/>
                </a:cubicBezTo>
                <a:lnTo>
                  <a:pt x="1295" y="839"/>
                </a:lnTo>
                <a:lnTo>
                  <a:pt x="698" y="242"/>
                </a:lnTo>
                <a:close/>
                <a:moveTo>
                  <a:pt x="589" y="758"/>
                </a:moveTo>
                <a:lnTo>
                  <a:pt x="807" y="758"/>
                </a:lnTo>
                <a:cubicBezTo>
                  <a:pt x="836" y="758"/>
                  <a:pt x="861" y="782"/>
                  <a:pt x="861" y="812"/>
                </a:cubicBezTo>
                <a:lnTo>
                  <a:pt x="861" y="1138"/>
                </a:lnTo>
                <a:cubicBezTo>
                  <a:pt x="861" y="1168"/>
                  <a:pt x="836" y="1192"/>
                  <a:pt x="807" y="1192"/>
                </a:cubicBezTo>
                <a:lnTo>
                  <a:pt x="589" y="1192"/>
                </a:lnTo>
                <a:cubicBezTo>
                  <a:pt x="560" y="1192"/>
                  <a:pt x="535" y="1168"/>
                  <a:pt x="535" y="1138"/>
                </a:cubicBezTo>
                <a:lnTo>
                  <a:pt x="535" y="812"/>
                </a:lnTo>
                <a:cubicBezTo>
                  <a:pt x="535" y="782"/>
                  <a:pt x="560" y="758"/>
                  <a:pt x="589" y="758"/>
                </a:cubicBezTo>
                <a:close/>
              </a:path>
            </a:pathLst>
          </a:custGeom>
          <a:solidFill>
            <a:srgbClr val="5F5F5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5" name="Search">
            <a:extLst>
              <a:ext uri="{FF2B5EF4-FFF2-40B4-BE49-F238E27FC236}">
                <a16:creationId xmlns:a16="http://schemas.microsoft.com/office/drawing/2014/main" id="{72E97B10-7A71-E6CA-C468-BD305F0C1236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50763" y="3506122"/>
            <a:ext cx="161925" cy="161925"/>
          </a:xfrm>
          <a:custGeom>
            <a:avLst/>
            <a:gdLst>
              <a:gd name="T0" fmla="*/ 533 w 1402"/>
              <a:gd name="T1" fmla="*/ 0 h 1402"/>
              <a:gd name="T2" fmla="*/ 0 w 1402"/>
              <a:gd name="T3" fmla="*/ 532 h 1402"/>
              <a:gd name="T4" fmla="*/ 533 w 1402"/>
              <a:gd name="T5" fmla="*/ 1065 h 1402"/>
              <a:gd name="T6" fmla="*/ 862 w 1402"/>
              <a:gd name="T7" fmla="*/ 950 h 1402"/>
              <a:gd name="T8" fmla="*/ 909 w 1402"/>
              <a:gd name="T9" fmla="*/ 997 h 1402"/>
              <a:gd name="T10" fmla="*/ 928 w 1402"/>
              <a:gd name="T11" fmla="*/ 1113 h 1402"/>
              <a:gd name="T12" fmla="*/ 1177 w 1402"/>
              <a:gd name="T13" fmla="*/ 1364 h 1402"/>
              <a:gd name="T14" fmla="*/ 1318 w 1402"/>
              <a:gd name="T15" fmla="*/ 1364 h 1402"/>
              <a:gd name="T16" fmla="*/ 1364 w 1402"/>
              <a:gd name="T17" fmla="*/ 1318 h 1402"/>
              <a:gd name="T18" fmla="*/ 1364 w 1402"/>
              <a:gd name="T19" fmla="*/ 1177 h 1402"/>
              <a:gd name="T20" fmla="*/ 1114 w 1402"/>
              <a:gd name="T21" fmla="*/ 926 h 1402"/>
              <a:gd name="T22" fmla="*/ 997 w 1402"/>
              <a:gd name="T23" fmla="*/ 909 h 1402"/>
              <a:gd name="T24" fmla="*/ 950 w 1402"/>
              <a:gd name="T25" fmla="*/ 861 h 1402"/>
              <a:gd name="T26" fmla="*/ 1065 w 1402"/>
              <a:gd name="T27" fmla="*/ 532 h 1402"/>
              <a:gd name="T28" fmla="*/ 533 w 1402"/>
              <a:gd name="T29" fmla="*/ 0 h 1402"/>
              <a:gd name="T30" fmla="*/ 533 w 1402"/>
              <a:gd name="T31" fmla="*/ 98 h 1402"/>
              <a:gd name="T32" fmla="*/ 967 w 1402"/>
              <a:gd name="T33" fmla="*/ 532 h 1402"/>
              <a:gd name="T34" fmla="*/ 533 w 1402"/>
              <a:gd name="T35" fmla="*/ 965 h 1402"/>
              <a:gd name="T36" fmla="*/ 98 w 1402"/>
              <a:gd name="T37" fmla="*/ 532 h 1402"/>
              <a:gd name="T38" fmla="*/ 533 w 1402"/>
              <a:gd name="T39" fmla="*/ 98 h 1402"/>
              <a:gd name="T40" fmla="*/ 258 w 1402"/>
              <a:gd name="T41" fmla="*/ 393 h 1402"/>
              <a:gd name="T42" fmla="*/ 214 w 1402"/>
              <a:gd name="T43" fmla="*/ 549 h 1402"/>
              <a:gd name="T44" fmla="*/ 511 w 1402"/>
              <a:gd name="T45" fmla="*/ 848 h 1402"/>
              <a:gd name="T46" fmla="*/ 682 w 1402"/>
              <a:gd name="T47" fmla="*/ 794 h 1402"/>
              <a:gd name="T48" fmla="*/ 641 w 1402"/>
              <a:gd name="T49" fmla="*/ 795 h 1402"/>
              <a:gd name="T50" fmla="*/ 256 w 1402"/>
              <a:gd name="T51" fmla="*/ 410 h 1402"/>
              <a:gd name="T52" fmla="*/ 258 w 1402"/>
              <a:gd name="T53" fmla="*/ 393 h 14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402" h="1402">
                <a:moveTo>
                  <a:pt x="533" y="0"/>
                </a:moveTo>
                <a:cubicBezTo>
                  <a:pt x="238" y="0"/>
                  <a:pt x="0" y="238"/>
                  <a:pt x="0" y="532"/>
                </a:cubicBezTo>
                <a:cubicBezTo>
                  <a:pt x="0" y="827"/>
                  <a:pt x="238" y="1065"/>
                  <a:pt x="533" y="1065"/>
                </a:cubicBezTo>
                <a:cubicBezTo>
                  <a:pt x="657" y="1065"/>
                  <a:pt x="771" y="1021"/>
                  <a:pt x="862" y="950"/>
                </a:cubicBezTo>
                <a:lnTo>
                  <a:pt x="909" y="997"/>
                </a:lnTo>
                <a:cubicBezTo>
                  <a:pt x="890" y="1035"/>
                  <a:pt x="896" y="1081"/>
                  <a:pt x="928" y="1113"/>
                </a:cubicBezTo>
                <a:lnTo>
                  <a:pt x="1177" y="1364"/>
                </a:lnTo>
                <a:cubicBezTo>
                  <a:pt x="1216" y="1402"/>
                  <a:pt x="1279" y="1402"/>
                  <a:pt x="1318" y="1364"/>
                </a:cubicBezTo>
                <a:lnTo>
                  <a:pt x="1364" y="1318"/>
                </a:lnTo>
                <a:cubicBezTo>
                  <a:pt x="1402" y="1279"/>
                  <a:pt x="1402" y="1216"/>
                  <a:pt x="1364" y="1177"/>
                </a:cubicBezTo>
                <a:lnTo>
                  <a:pt x="1114" y="926"/>
                </a:lnTo>
                <a:cubicBezTo>
                  <a:pt x="1083" y="894"/>
                  <a:pt x="1035" y="889"/>
                  <a:pt x="997" y="909"/>
                </a:cubicBezTo>
                <a:lnTo>
                  <a:pt x="950" y="861"/>
                </a:lnTo>
                <a:cubicBezTo>
                  <a:pt x="1022" y="771"/>
                  <a:pt x="1065" y="657"/>
                  <a:pt x="1065" y="532"/>
                </a:cubicBezTo>
                <a:cubicBezTo>
                  <a:pt x="1065" y="238"/>
                  <a:pt x="827" y="0"/>
                  <a:pt x="533" y="0"/>
                </a:cubicBezTo>
                <a:close/>
                <a:moveTo>
                  <a:pt x="533" y="98"/>
                </a:moveTo>
                <a:cubicBezTo>
                  <a:pt x="772" y="98"/>
                  <a:pt x="967" y="293"/>
                  <a:pt x="967" y="532"/>
                </a:cubicBezTo>
                <a:cubicBezTo>
                  <a:pt x="967" y="772"/>
                  <a:pt x="772" y="965"/>
                  <a:pt x="533" y="965"/>
                </a:cubicBezTo>
                <a:cubicBezTo>
                  <a:pt x="293" y="965"/>
                  <a:pt x="98" y="772"/>
                  <a:pt x="98" y="532"/>
                </a:cubicBezTo>
                <a:cubicBezTo>
                  <a:pt x="98" y="293"/>
                  <a:pt x="293" y="98"/>
                  <a:pt x="533" y="98"/>
                </a:cubicBezTo>
                <a:close/>
                <a:moveTo>
                  <a:pt x="258" y="393"/>
                </a:moveTo>
                <a:cubicBezTo>
                  <a:pt x="230" y="439"/>
                  <a:pt x="214" y="492"/>
                  <a:pt x="214" y="549"/>
                </a:cubicBezTo>
                <a:cubicBezTo>
                  <a:pt x="214" y="714"/>
                  <a:pt x="346" y="848"/>
                  <a:pt x="511" y="848"/>
                </a:cubicBezTo>
                <a:cubicBezTo>
                  <a:pt x="574" y="848"/>
                  <a:pt x="634" y="827"/>
                  <a:pt x="682" y="794"/>
                </a:cubicBezTo>
                <a:cubicBezTo>
                  <a:pt x="669" y="795"/>
                  <a:pt x="654" y="795"/>
                  <a:pt x="641" y="795"/>
                </a:cubicBezTo>
                <a:cubicBezTo>
                  <a:pt x="429" y="795"/>
                  <a:pt x="256" y="623"/>
                  <a:pt x="256" y="410"/>
                </a:cubicBezTo>
                <a:cubicBezTo>
                  <a:pt x="256" y="405"/>
                  <a:pt x="258" y="399"/>
                  <a:pt x="258" y="393"/>
                </a:cubicBezTo>
                <a:close/>
              </a:path>
            </a:pathLst>
          </a:custGeom>
          <a:solidFill>
            <a:srgbClr val="5F5F5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6" name="Question">
            <a:extLst>
              <a:ext uri="{FF2B5EF4-FFF2-40B4-BE49-F238E27FC236}">
                <a16:creationId xmlns:a16="http://schemas.microsoft.com/office/drawing/2014/main" id="{AF1AA93F-67ED-5F2B-2206-EB93A4B43DBC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772221" y="3506122"/>
            <a:ext cx="147637" cy="147638"/>
          </a:xfrm>
          <a:custGeom>
            <a:avLst/>
            <a:gdLst>
              <a:gd name="T0" fmla="*/ 641 w 1282"/>
              <a:gd name="T1" fmla="*/ 0 h 1283"/>
              <a:gd name="T2" fmla="*/ 0 w 1282"/>
              <a:gd name="T3" fmla="*/ 641 h 1283"/>
              <a:gd name="T4" fmla="*/ 641 w 1282"/>
              <a:gd name="T5" fmla="*/ 1283 h 1283"/>
              <a:gd name="T6" fmla="*/ 1282 w 1282"/>
              <a:gd name="T7" fmla="*/ 641 h 1283"/>
              <a:gd name="T8" fmla="*/ 641 w 1282"/>
              <a:gd name="T9" fmla="*/ 0 h 1283"/>
              <a:gd name="T10" fmla="*/ 638 w 1282"/>
              <a:gd name="T11" fmla="*/ 1033 h 1283"/>
              <a:gd name="T12" fmla="*/ 546 w 1282"/>
              <a:gd name="T13" fmla="*/ 942 h 1283"/>
              <a:gd name="T14" fmla="*/ 638 w 1282"/>
              <a:gd name="T15" fmla="*/ 850 h 1283"/>
              <a:gd name="T16" fmla="*/ 729 w 1282"/>
              <a:gd name="T17" fmla="*/ 942 h 1283"/>
              <a:gd name="T18" fmla="*/ 638 w 1282"/>
              <a:gd name="T19" fmla="*/ 1033 h 1283"/>
              <a:gd name="T20" fmla="*/ 772 w 1282"/>
              <a:gd name="T21" fmla="*/ 619 h 1283"/>
              <a:gd name="T22" fmla="*/ 713 w 1282"/>
              <a:gd name="T23" fmla="*/ 671 h 1283"/>
              <a:gd name="T24" fmla="*/ 676 w 1282"/>
              <a:gd name="T25" fmla="*/ 753 h 1283"/>
              <a:gd name="T26" fmla="*/ 609 w 1282"/>
              <a:gd name="T27" fmla="*/ 753 h 1283"/>
              <a:gd name="T28" fmla="*/ 609 w 1282"/>
              <a:gd name="T29" fmla="*/ 729 h 1283"/>
              <a:gd name="T30" fmla="*/ 721 w 1282"/>
              <a:gd name="T31" fmla="*/ 417 h 1283"/>
              <a:gd name="T32" fmla="*/ 644 w 1282"/>
              <a:gd name="T33" fmla="*/ 320 h 1283"/>
              <a:gd name="T34" fmla="*/ 577 w 1282"/>
              <a:gd name="T35" fmla="*/ 405 h 1283"/>
              <a:gd name="T36" fmla="*/ 518 w 1282"/>
              <a:gd name="T37" fmla="*/ 458 h 1283"/>
              <a:gd name="T38" fmla="*/ 466 w 1282"/>
              <a:gd name="T39" fmla="*/ 392 h 1283"/>
              <a:gd name="T40" fmla="*/ 652 w 1282"/>
              <a:gd name="T41" fmla="*/ 259 h 1283"/>
              <a:gd name="T42" fmla="*/ 867 w 1282"/>
              <a:gd name="T43" fmla="*/ 436 h 1283"/>
              <a:gd name="T44" fmla="*/ 772 w 1282"/>
              <a:gd name="T45" fmla="*/ 619 h 12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282" h="1283">
                <a:moveTo>
                  <a:pt x="641" y="0"/>
                </a:moveTo>
                <a:cubicBezTo>
                  <a:pt x="287" y="0"/>
                  <a:pt x="0" y="287"/>
                  <a:pt x="0" y="641"/>
                </a:cubicBezTo>
                <a:cubicBezTo>
                  <a:pt x="0" y="996"/>
                  <a:pt x="287" y="1283"/>
                  <a:pt x="641" y="1283"/>
                </a:cubicBezTo>
                <a:cubicBezTo>
                  <a:pt x="995" y="1283"/>
                  <a:pt x="1282" y="996"/>
                  <a:pt x="1282" y="641"/>
                </a:cubicBezTo>
                <a:cubicBezTo>
                  <a:pt x="1282" y="287"/>
                  <a:pt x="995" y="0"/>
                  <a:pt x="641" y="0"/>
                </a:cubicBezTo>
                <a:close/>
                <a:moveTo>
                  <a:pt x="638" y="1033"/>
                </a:moveTo>
                <a:cubicBezTo>
                  <a:pt x="587" y="1033"/>
                  <a:pt x="546" y="993"/>
                  <a:pt x="546" y="942"/>
                </a:cubicBezTo>
                <a:cubicBezTo>
                  <a:pt x="546" y="891"/>
                  <a:pt x="587" y="850"/>
                  <a:pt x="638" y="850"/>
                </a:cubicBezTo>
                <a:cubicBezTo>
                  <a:pt x="689" y="850"/>
                  <a:pt x="729" y="891"/>
                  <a:pt x="729" y="942"/>
                </a:cubicBezTo>
                <a:cubicBezTo>
                  <a:pt x="729" y="993"/>
                  <a:pt x="689" y="1033"/>
                  <a:pt x="638" y="1033"/>
                </a:cubicBezTo>
                <a:close/>
                <a:moveTo>
                  <a:pt x="772" y="619"/>
                </a:moveTo>
                <a:lnTo>
                  <a:pt x="713" y="671"/>
                </a:lnTo>
                <a:cubicBezTo>
                  <a:pt x="668" y="710"/>
                  <a:pt x="676" y="729"/>
                  <a:pt x="676" y="753"/>
                </a:cubicBezTo>
                <a:lnTo>
                  <a:pt x="609" y="753"/>
                </a:lnTo>
                <a:lnTo>
                  <a:pt x="609" y="729"/>
                </a:lnTo>
                <a:cubicBezTo>
                  <a:pt x="609" y="611"/>
                  <a:pt x="721" y="591"/>
                  <a:pt x="721" y="417"/>
                </a:cubicBezTo>
                <a:cubicBezTo>
                  <a:pt x="721" y="350"/>
                  <a:pt x="699" y="320"/>
                  <a:pt x="644" y="320"/>
                </a:cubicBezTo>
                <a:cubicBezTo>
                  <a:pt x="593" y="320"/>
                  <a:pt x="570" y="345"/>
                  <a:pt x="577" y="405"/>
                </a:cubicBezTo>
                <a:cubicBezTo>
                  <a:pt x="582" y="443"/>
                  <a:pt x="543" y="458"/>
                  <a:pt x="518" y="458"/>
                </a:cubicBezTo>
                <a:cubicBezTo>
                  <a:pt x="490" y="458"/>
                  <a:pt x="466" y="430"/>
                  <a:pt x="466" y="392"/>
                </a:cubicBezTo>
                <a:cubicBezTo>
                  <a:pt x="466" y="327"/>
                  <a:pt x="534" y="259"/>
                  <a:pt x="652" y="259"/>
                </a:cubicBezTo>
                <a:cubicBezTo>
                  <a:pt x="767" y="259"/>
                  <a:pt x="867" y="311"/>
                  <a:pt x="867" y="436"/>
                </a:cubicBezTo>
                <a:cubicBezTo>
                  <a:pt x="867" y="514"/>
                  <a:pt x="839" y="560"/>
                  <a:pt x="772" y="619"/>
                </a:cubicBezTo>
                <a:close/>
              </a:path>
            </a:pathLst>
          </a:custGeom>
          <a:solidFill>
            <a:srgbClr val="5F5F5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7" name="Phone">
            <a:extLst>
              <a:ext uri="{FF2B5EF4-FFF2-40B4-BE49-F238E27FC236}">
                <a16:creationId xmlns:a16="http://schemas.microsoft.com/office/drawing/2014/main" id="{866DA91A-D87B-1F2C-CB3F-5B83F604EE3D}"/>
              </a:ext>
            </a:extLst>
          </p:cNvPr>
          <p:cNvSpPr>
            <a:spLocks noChangeAspect="1"/>
          </p:cNvSpPr>
          <p:nvPr/>
        </p:nvSpPr>
        <p:spPr bwMode="auto">
          <a:xfrm>
            <a:off x="1797090" y="4420350"/>
            <a:ext cx="157162" cy="165100"/>
          </a:xfrm>
          <a:custGeom>
            <a:avLst/>
            <a:gdLst>
              <a:gd name="T0" fmla="*/ 1175 w 1361"/>
              <a:gd name="T1" fmla="*/ 1009 h 1433"/>
              <a:gd name="T2" fmla="*/ 923 w 1361"/>
              <a:gd name="T3" fmla="*/ 965 h 1433"/>
              <a:gd name="T4" fmla="*/ 873 w 1361"/>
              <a:gd name="T5" fmla="*/ 1008 h 1433"/>
              <a:gd name="T6" fmla="*/ 509 w 1361"/>
              <a:gd name="T7" fmla="*/ 887 h 1433"/>
              <a:gd name="T8" fmla="*/ 440 w 1361"/>
              <a:gd name="T9" fmla="*/ 510 h 1433"/>
              <a:gd name="T10" fmla="*/ 490 w 1361"/>
              <a:gd name="T11" fmla="*/ 466 h 1433"/>
              <a:gd name="T12" fmla="*/ 481 w 1361"/>
              <a:gd name="T13" fmla="*/ 211 h 1433"/>
              <a:gd name="T14" fmla="*/ 446 w 1361"/>
              <a:gd name="T15" fmla="*/ 154 h 1433"/>
              <a:gd name="T16" fmla="*/ 238 w 1361"/>
              <a:gd name="T17" fmla="*/ 72 h 1433"/>
              <a:gd name="T18" fmla="*/ 193 w 1361"/>
              <a:gd name="T19" fmla="*/ 111 h 1433"/>
              <a:gd name="T20" fmla="*/ 29 w 1361"/>
              <a:gd name="T21" fmla="*/ 389 h 1433"/>
              <a:gd name="T22" fmla="*/ 310 w 1361"/>
              <a:gd name="T23" fmla="*/ 1061 h 1433"/>
              <a:gd name="T24" fmla="*/ 936 w 1361"/>
              <a:gd name="T25" fmla="*/ 1431 h 1433"/>
              <a:gd name="T26" fmla="*/ 1234 w 1361"/>
              <a:gd name="T27" fmla="*/ 1308 h 1433"/>
              <a:gd name="T28" fmla="*/ 1278 w 1361"/>
              <a:gd name="T29" fmla="*/ 1269 h 1433"/>
              <a:gd name="T30" fmla="*/ 1226 w 1361"/>
              <a:gd name="T31" fmla="*/ 1052 h 1433"/>
              <a:gd name="T32" fmla="*/ 1175 w 1361"/>
              <a:gd name="T33" fmla="*/ 1009 h 14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361" h="1433">
                <a:moveTo>
                  <a:pt x="1175" y="1009"/>
                </a:moveTo>
                <a:cubicBezTo>
                  <a:pt x="1091" y="937"/>
                  <a:pt x="1006" y="893"/>
                  <a:pt x="923" y="965"/>
                </a:cubicBezTo>
                <a:lnTo>
                  <a:pt x="873" y="1008"/>
                </a:lnTo>
                <a:cubicBezTo>
                  <a:pt x="837" y="1040"/>
                  <a:pt x="770" y="1187"/>
                  <a:pt x="509" y="887"/>
                </a:cubicBezTo>
                <a:cubicBezTo>
                  <a:pt x="248" y="588"/>
                  <a:pt x="403" y="541"/>
                  <a:pt x="440" y="510"/>
                </a:cubicBezTo>
                <a:lnTo>
                  <a:pt x="490" y="466"/>
                </a:lnTo>
                <a:cubicBezTo>
                  <a:pt x="572" y="394"/>
                  <a:pt x="541" y="304"/>
                  <a:pt x="481" y="211"/>
                </a:cubicBezTo>
                <a:lnTo>
                  <a:pt x="446" y="154"/>
                </a:lnTo>
                <a:cubicBezTo>
                  <a:pt x="386" y="61"/>
                  <a:pt x="321" y="0"/>
                  <a:pt x="238" y="72"/>
                </a:cubicBezTo>
                <a:lnTo>
                  <a:pt x="193" y="111"/>
                </a:lnTo>
                <a:cubicBezTo>
                  <a:pt x="157" y="138"/>
                  <a:pt x="54" y="224"/>
                  <a:pt x="29" y="389"/>
                </a:cubicBezTo>
                <a:cubicBezTo>
                  <a:pt x="0" y="586"/>
                  <a:pt x="94" y="812"/>
                  <a:pt x="310" y="1061"/>
                </a:cubicBezTo>
                <a:cubicBezTo>
                  <a:pt x="525" y="1309"/>
                  <a:pt x="736" y="1433"/>
                  <a:pt x="936" y="1431"/>
                </a:cubicBezTo>
                <a:cubicBezTo>
                  <a:pt x="1102" y="1429"/>
                  <a:pt x="1202" y="1340"/>
                  <a:pt x="1234" y="1308"/>
                </a:cubicBezTo>
                <a:lnTo>
                  <a:pt x="1278" y="1269"/>
                </a:lnTo>
                <a:cubicBezTo>
                  <a:pt x="1361" y="1197"/>
                  <a:pt x="1310" y="1124"/>
                  <a:pt x="1226" y="1052"/>
                </a:cubicBezTo>
                <a:lnTo>
                  <a:pt x="1175" y="1009"/>
                </a:lnTo>
                <a:close/>
              </a:path>
            </a:pathLst>
          </a:custGeom>
          <a:solidFill>
            <a:srgbClr val="00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8" name="HTML File">
            <a:extLst>
              <a:ext uri="{FF2B5EF4-FFF2-40B4-BE49-F238E27FC236}">
                <a16:creationId xmlns:a16="http://schemas.microsoft.com/office/drawing/2014/main" id="{AF14EF1A-1870-4F50-357E-96CCDC9E6A20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2842664" y="2973690"/>
            <a:ext cx="161925" cy="163512"/>
          </a:xfrm>
          <a:custGeom>
            <a:avLst/>
            <a:gdLst>
              <a:gd name="T0" fmla="*/ 0 w 1411"/>
              <a:gd name="T1" fmla="*/ 265 h 1411"/>
              <a:gd name="T2" fmla="*/ 264 w 1411"/>
              <a:gd name="T3" fmla="*/ 1411 h 1411"/>
              <a:gd name="T4" fmla="*/ 1411 w 1411"/>
              <a:gd name="T5" fmla="*/ 1147 h 1411"/>
              <a:gd name="T6" fmla="*/ 1146 w 1411"/>
              <a:gd name="T7" fmla="*/ 0 h 1411"/>
              <a:gd name="T8" fmla="*/ 1144 w 1411"/>
              <a:gd name="T9" fmla="*/ 540 h 1411"/>
              <a:gd name="T10" fmla="*/ 1195 w 1411"/>
              <a:gd name="T11" fmla="*/ 546 h 1411"/>
              <a:gd name="T12" fmla="*/ 1297 w 1411"/>
              <a:gd name="T13" fmla="*/ 813 h 1411"/>
              <a:gd name="T14" fmla="*/ 1304 w 1411"/>
              <a:gd name="T15" fmla="*/ 864 h 1411"/>
              <a:gd name="T16" fmla="*/ 1144 w 1411"/>
              <a:gd name="T17" fmla="*/ 870 h 1411"/>
              <a:gd name="T18" fmla="*/ 1138 w 1411"/>
              <a:gd name="T19" fmla="*/ 546 h 1411"/>
              <a:gd name="T20" fmla="*/ 169 w 1411"/>
              <a:gd name="T21" fmla="*/ 541 h 1411"/>
              <a:gd name="T22" fmla="*/ 218 w 1411"/>
              <a:gd name="T23" fmla="*/ 548 h 1411"/>
              <a:gd name="T24" fmla="*/ 379 w 1411"/>
              <a:gd name="T25" fmla="*/ 704 h 1411"/>
              <a:gd name="T26" fmla="*/ 386 w 1411"/>
              <a:gd name="T27" fmla="*/ 541 h 1411"/>
              <a:gd name="T28" fmla="*/ 435 w 1411"/>
              <a:gd name="T29" fmla="*/ 548 h 1411"/>
              <a:gd name="T30" fmla="*/ 429 w 1411"/>
              <a:gd name="T31" fmla="*/ 872 h 1411"/>
              <a:gd name="T32" fmla="*/ 379 w 1411"/>
              <a:gd name="T33" fmla="*/ 865 h 1411"/>
              <a:gd name="T34" fmla="*/ 218 w 1411"/>
              <a:gd name="T35" fmla="*/ 762 h 1411"/>
              <a:gd name="T36" fmla="*/ 212 w 1411"/>
              <a:gd name="T37" fmla="*/ 872 h 1411"/>
              <a:gd name="T38" fmla="*/ 162 w 1411"/>
              <a:gd name="T39" fmla="*/ 865 h 1411"/>
              <a:gd name="T40" fmla="*/ 169 w 1411"/>
              <a:gd name="T41" fmla="*/ 541 h 1411"/>
              <a:gd name="T42" fmla="*/ 693 w 1411"/>
              <a:gd name="T43" fmla="*/ 541 h 1411"/>
              <a:gd name="T44" fmla="*/ 700 w 1411"/>
              <a:gd name="T45" fmla="*/ 592 h 1411"/>
              <a:gd name="T46" fmla="*/ 600 w 1411"/>
              <a:gd name="T47" fmla="*/ 599 h 1411"/>
              <a:gd name="T48" fmla="*/ 593 w 1411"/>
              <a:gd name="T49" fmla="*/ 872 h 1411"/>
              <a:gd name="T50" fmla="*/ 539 w 1411"/>
              <a:gd name="T51" fmla="*/ 865 h 1411"/>
              <a:gd name="T52" fmla="*/ 451 w 1411"/>
              <a:gd name="T53" fmla="*/ 599 h 1411"/>
              <a:gd name="T54" fmla="*/ 444 w 1411"/>
              <a:gd name="T55" fmla="*/ 548 h 1411"/>
              <a:gd name="T56" fmla="*/ 742 w 1411"/>
              <a:gd name="T57" fmla="*/ 541 h 1411"/>
              <a:gd name="T58" fmla="*/ 807 w 1411"/>
              <a:gd name="T59" fmla="*/ 545 h 1411"/>
              <a:gd name="T60" fmla="*/ 897 w 1411"/>
              <a:gd name="T61" fmla="*/ 786 h 1411"/>
              <a:gd name="T62" fmla="*/ 990 w 1411"/>
              <a:gd name="T63" fmla="*/ 545 h 1411"/>
              <a:gd name="T64" fmla="*/ 1054 w 1411"/>
              <a:gd name="T65" fmla="*/ 541 h 1411"/>
              <a:gd name="T66" fmla="*/ 1083 w 1411"/>
              <a:gd name="T67" fmla="*/ 864 h 1411"/>
              <a:gd name="T68" fmla="*/ 1077 w 1411"/>
              <a:gd name="T69" fmla="*/ 872 h 1411"/>
              <a:gd name="T70" fmla="*/ 1024 w 1411"/>
              <a:gd name="T71" fmla="*/ 867 h 1411"/>
              <a:gd name="T72" fmla="*/ 1010 w 1411"/>
              <a:gd name="T73" fmla="*/ 626 h 1411"/>
              <a:gd name="T74" fmla="*/ 917 w 1411"/>
              <a:gd name="T75" fmla="*/ 867 h 1411"/>
              <a:gd name="T76" fmla="*/ 876 w 1411"/>
              <a:gd name="T77" fmla="*/ 870 h 1411"/>
              <a:gd name="T78" fmla="*/ 812 w 1411"/>
              <a:gd name="T79" fmla="*/ 714 h 1411"/>
              <a:gd name="T80" fmla="*/ 778 w 1411"/>
              <a:gd name="T81" fmla="*/ 730 h 1411"/>
              <a:gd name="T82" fmla="*/ 761 w 1411"/>
              <a:gd name="T83" fmla="*/ 872 h 1411"/>
              <a:gd name="T84" fmla="*/ 714 w 1411"/>
              <a:gd name="T85" fmla="*/ 870 h 1411"/>
              <a:gd name="T86" fmla="*/ 736 w 1411"/>
              <a:gd name="T87" fmla="*/ 546 h 1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411" h="1411">
                <a:moveTo>
                  <a:pt x="264" y="0"/>
                </a:moveTo>
                <a:cubicBezTo>
                  <a:pt x="118" y="0"/>
                  <a:pt x="0" y="119"/>
                  <a:pt x="0" y="265"/>
                </a:cubicBezTo>
                <a:lnTo>
                  <a:pt x="0" y="1147"/>
                </a:lnTo>
                <a:cubicBezTo>
                  <a:pt x="0" y="1293"/>
                  <a:pt x="118" y="1411"/>
                  <a:pt x="264" y="1411"/>
                </a:cubicBezTo>
                <a:lnTo>
                  <a:pt x="1146" y="1411"/>
                </a:lnTo>
                <a:cubicBezTo>
                  <a:pt x="1292" y="1411"/>
                  <a:pt x="1411" y="1293"/>
                  <a:pt x="1411" y="1147"/>
                </a:cubicBezTo>
                <a:lnTo>
                  <a:pt x="1411" y="265"/>
                </a:lnTo>
                <a:cubicBezTo>
                  <a:pt x="1411" y="119"/>
                  <a:pt x="1292" y="0"/>
                  <a:pt x="1146" y="0"/>
                </a:cubicBezTo>
                <a:lnTo>
                  <a:pt x="264" y="0"/>
                </a:lnTo>
                <a:close/>
                <a:moveTo>
                  <a:pt x="1144" y="540"/>
                </a:moveTo>
                <a:lnTo>
                  <a:pt x="1188" y="540"/>
                </a:lnTo>
                <a:cubicBezTo>
                  <a:pt x="1192" y="540"/>
                  <a:pt x="1195" y="543"/>
                  <a:pt x="1195" y="546"/>
                </a:cubicBezTo>
                <a:lnTo>
                  <a:pt x="1195" y="813"/>
                </a:lnTo>
                <a:lnTo>
                  <a:pt x="1297" y="813"/>
                </a:lnTo>
                <a:cubicBezTo>
                  <a:pt x="1301" y="813"/>
                  <a:pt x="1304" y="816"/>
                  <a:pt x="1304" y="820"/>
                </a:cubicBezTo>
                <a:lnTo>
                  <a:pt x="1304" y="864"/>
                </a:lnTo>
                <a:cubicBezTo>
                  <a:pt x="1304" y="867"/>
                  <a:pt x="1301" y="870"/>
                  <a:pt x="1297" y="870"/>
                </a:cubicBezTo>
                <a:lnTo>
                  <a:pt x="1144" y="870"/>
                </a:lnTo>
                <a:cubicBezTo>
                  <a:pt x="1141" y="870"/>
                  <a:pt x="1138" y="867"/>
                  <a:pt x="1138" y="864"/>
                </a:cubicBezTo>
                <a:lnTo>
                  <a:pt x="1138" y="546"/>
                </a:lnTo>
                <a:cubicBezTo>
                  <a:pt x="1138" y="543"/>
                  <a:pt x="1141" y="540"/>
                  <a:pt x="1144" y="540"/>
                </a:cubicBezTo>
                <a:close/>
                <a:moveTo>
                  <a:pt x="169" y="541"/>
                </a:moveTo>
                <a:lnTo>
                  <a:pt x="212" y="541"/>
                </a:lnTo>
                <a:cubicBezTo>
                  <a:pt x="215" y="541"/>
                  <a:pt x="218" y="544"/>
                  <a:pt x="218" y="548"/>
                </a:cubicBezTo>
                <a:lnTo>
                  <a:pt x="218" y="704"/>
                </a:lnTo>
                <a:lnTo>
                  <a:pt x="379" y="704"/>
                </a:lnTo>
                <a:lnTo>
                  <a:pt x="379" y="548"/>
                </a:lnTo>
                <a:cubicBezTo>
                  <a:pt x="379" y="544"/>
                  <a:pt x="382" y="541"/>
                  <a:pt x="386" y="541"/>
                </a:cubicBezTo>
                <a:lnTo>
                  <a:pt x="429" y="541"/>
                </a:lnTo>
                <a:cubicBezTo>
                  <a:pt x="432" y="541"/>
                  <a:pt x="435" y="544"/>
                  <a:pt x="435" y="548"/>
                </a:cubicBezTo>
                <a:lnTo>
                  <a:pt x="435" y="865"/>
                </a:lnTo>
                <a:cubicBezTo>
                  <a:pt x="435" y="869"/>
                  <a:pt x="432" y="872"/>
                  <a:pt x="429" y="872"/>
                </a:cubicBezTo>
                <a:lnTo>
                  <a:pt x="386" y="872"/>
                </a:lnTo>
                <a:cubicBezTo>
                  <a:pt x="382" y="872"/>
                  <a:pt x="379" y="869"/>
                  <a:pt x="379" y="865"/>
                </a:cubicBezTo>
                <a:lnTo>
                  <a:pt x="379" y="762"/>
                </a:lnTo>
                <a:lnTo>
                  <a:pt x="218" y="762"/>
                </a:lnTo>
                <a:lnTo>
                  <a:pt x="218" y="865"/>
                </a:lnTo>
                <a:cubicBezTo>
                  <a:pt x="218" y="869"/>
                  <a:pt x="215" y="872"/>
                  <a:pt x="212" y="872"/>
                </a:cubicBezTo>
                <a:lnTo>
                  <a:pt x="169" y="872"/>
                </a:lnTo>
                <a:cubicBezTo>
                  <a:pt x="165" y="872"/>
                  <a:pt x="162" y="869"/>
                  <a:pt x="162" y="865"/>
                </a:cubicBezTo>
                <a:lnTo>
                  <a:pt x="162" y="548"/>
                </a:lnTo>
                <a:cubicBezTo>
                  <a:pt x="162" y="544"/>
                  <a:pt x="165" y="541"/>
                  <a:pt x="169" y="541"/>
                </a:cubicBezTo>
                <a:close/>
                <a:moveTo>
                  <a:pt x="451" y="541"/>
                </a:moveTo>
                <a:lnTo>
                  <a:pt x="693" y="541"/>
                </a:lnTo>
                <a:cubicBezTo>
                  <a:pt x="697" y="541"/>
                  <a:pt x="700" y="544"/>
                  <a:pt x="700" y="548"/>
                </a:cubicBezTo>
                <a:lnTo>
                  <a:pt x="700" y="592"/>
                </a:lnTo>
                <a:cubicBezTo>
                  <a:pt x="700" y="596"/>
                  <a:pt x="697" y="599"/>
                  <a:pt x="693" y="599"/>
                </a:cubicBezTo>
                <a:lnTo>
                  <a:pt x="600" y="599"/>
                </a:lnTo>
                <a:lnTo>
                  <a:pt x="600" y="865"/>
                </a:lnTo>
                <a:cubicBezTo>
                  <a:pt x="600" y="869"/>
                  <a:pt x="597" y="872"/>
                  <a:pt x="593" y="872"/>
                </a:cubicBezTo>
                <a:lnTo>
                  <a:pt x="546" y="872"/>
                </a:lnTo>
                <a:cubicBezTo>
                  <a:pt x="542" y="872"/>
                  <a:pt x="539" y="869"/>
                  <a:pt x="539" y="865"/>
                </a:cubicBezTo>
                <a:lnTo>
                  <a:pt x="539" y="599"/>
                </a:lnTo>
                <a:lnTo>
                  <a:pt x="451" y="599"/>
                </a:lnTo>
                <a:cubicBezTo>
                  <a:pt x="447" y="599"/>
                  <a:pt x="444" y="596"/>
                  <a:pt x="444" y="592"/>
                </a:cubicBezTo>
                <a:lnTo>
                  <a:pt x="444" y="548"/>
                </a:lnTo>
                <a:cubicBezTo>
                  <a:pt x="444" y="544"/>
                  <a:pt x="447" y="541"/>
                  <a:pt x="451" y="541"/>
                </a:cubicBezTo>
                <a:close/>
                <a:moveTo>
                  <a:pt x="742" y="541"/>
                </a:moveTo>
                <a:lnTo>
                  <a:pt x="800" y="541"/>
                </a:lnTo>
                <a:cubicBezTo>
                  <a:pt x="803" y="541"/>
                  <a:pt x="806" y="542"/>
                  <a:pt x="807" y="545"/>
                </a:cubicBezTo>
                <a:lnTo>
                  <a:pt x="866" y="699"/>
                </a:lnTo>
                <a:cubicBezTo>
                  <a:pt x="879" y="733"/>
                  <a:pt x="889" y="761"/>
                  <a:pt x="897" y="786"/>
                </a:cubicBezTo>
                <a:cubicBezTo>
                  <a:pt x="904" y="762"/>
                  <a:pt x="914" y="734"/>
                  <a:pt x="927" y="699"/>
                </a:cubicBezTo>
                <a:lnTo>
                  <a:pt x="990" y="545"/>
                </a:lnTo>
                <a:cubicBezTo>
                  <a:pt x="991" y="542"/>
                  <a:pt x="994" y="541"/>
                  <a:pt x="997" y="541"/>
                </a:cubicBezTo>
                <a:lnTo>
                  <a:pt x="1054" y="541"/>
                </a:lnTo>
                <a:cubicBezTo>
                  <a:pt x="1058" y="541"/>
                  <a:pt x="1061" y="543"/>
                  <a:pt x="1061" y="546"/>
                </a:cubicBezTo>
                <a:lnTo>
                  <a:pt x="1083" y="864"/>
                </a:lnTo>
                <a:cubicBezTo>
                  <a:pt x="1084" y="864"/>
                  <a:pt x="1083" y="865"/>
                  <a:pt x="1083" y="865"/>
                </a:cubicBezTo>
                <a:cubicBezTo>
                  <a:pt x="1083" y="869"/>
                  <a:pt x="1081" y="872"/>
                  <a:pt x="1077" y="872"/>
                </a:cubicBezTo>
                <a:lnTo>
                  <a:pt x="1031" y="872"/>
                </a:lnTo>
                <a:cubicBezTo>
                  <a:pt x="1027" y="872"/>
                  <a:pt x="1024" y="870"/>
                  <a:pt x="1024" y="867"/>
                </a:cubicBezTo>
                <a:lnTo>
                  <a:pt x="1015" y="726"/>
                </a:lnTo>
                <a:cubicBezTo>
                  <a:pt x="1014" y="695"/>
                  <a:pt x="1011" y="659"/>
                  <a:pt x="1010" y="626"/>
                </a:cubicBezTo>
                <a:cubicBezTo>
                  <a:pt x="1001" y="653"/>
                  <a:pt x="990" y="682"/>
                  <a:pt x="978" y="713"/>
                </a:cubicBezTo>
                <a:lnTo>
                  <a:pt x="917" y="867"/>
                </a:lnTo>
                <a:cubicBezTo>
                  <a:pt x="916" y="870"/>
                  <a:pt x="913" y="870"/>
                  <a:pt x="910" y="870"/>
                </a:cubicBezTo>
                <a:lnTo>
                  <a:pt x="876" y="870"/>
                </a:lnTo>
                <a:cubicBezTo>
                  <a:pt x="873" y="870"/>
                  <a:pt x="871" y="870"/>
                  <a:pt x="870" y="867"/>
                </a:cubicBezTo>
                <a:lnTo>
                  <a:pt x="812" y="714"/>
                </a:lnTo>
                <a:cubicBezTo>
                  <a:pt x="800" y="682"/>
                  <a:pt x="791" y="655"/>
                  <a:pt x="783" y="631"/>
                </a:cubicBezTo>
                <a:cubicBezTo>
                  <a:pt x="782" y="662"/>
                  <a:pt x="780" y="697"/>
                  <a:pt x="778" y="730"/>
                </a:cubicBezTo>
                <a:lnTo>
                  <a:pt x="770" y="867"/>
                </a:lnTo>
                <a:cubicBezTo>
                  <a:pt x="769" y="871"/>
                  <a:pt x="765" y="872"/>
                  <a:pt x="761" y="872"/>
                </a:cubicBezTo>
                <a:lnTo>
                  <a:pt x="719" y="872"/>
                </a:lnTo>
                <a:cubicBezTo>
                  <a:pt x="717" y="872"/>
                  <a:pt x="715" y="872"/>
                  <a:pt x="714" y="870"/>
                </a:cubicBezTo>
                <a:cubicBezTo>
                  <a:pt x="712" y="869"/>
                  <a:pt x="712" y="867"/>
                  <a:pt x="712" y="865"/>
                </a:cubicBezTo>
                <a:lnTo>
                  <a:pt x="736" y="546"/>
                </a:lnTo>
                <a:cubicBezTo>
                  <a:pt x="736" y="543"/>
                  <a:pt x="739" y="541"/>
                  <a:pt x="742" y="541"/>
                </a:cubicBezTo>
                <a:close/>
              </a:path>
            </a:pathLst>
          </a:cu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9" name="Portrait">
            <a:extLst>
              <a:ext uri="{FF2B5EF4-FFF2-40B4-BE49-F238E27FC236}">
                <a16:creationId xmlns:a16="http://schemas.microsoft.com/office/drawing/2014/main" id="{C7C52AF0-06CF-C170-AA20-822142ABF97A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795338" y="2959320"/>
            <a:ext cx="136525" cy="161925"/>
          </a:xfrm>
          <a:custGeom>
            <a:avLst/>
            <a:gdLst>
              <a:gd name="T0" fmla="*/ 168 w 1194"/>
              <a:gd name="T1" fmla="*/ 54 h 1411"/>
              <a:gd name="T2" fmla="*/ 153 w 1194"/>
              <a:gd name="T3" fmla="*/ 54 h 1411"/>
              <a:gd name="T4" fmla="*/ 54 w 1194"/>
              <a:gd name="T5" fmla="*/ 266 h 1411"/>
              <a:gd name="T6" fmla="*/ 0 w 1194"/>
              <a:gd name="T7" fmla="*/ 483 h 1411"/>
              <a:gd name="T8" fmla="*/ 54 w 1194"/>
              <a:gd name="T9" fmla="*/ 700 h 1411"/>
              <a:gd name="T10" fmla="*/ 0 w 1194"/>
              <a:gd name="T11" fmla="*/ 917 h 1411"/>
              <a:gd name="T12" fmla="*/ 54 w 1194"/>
              <a:gd name="T13" fmla="*/ 1134 h 1411"/>
              <a:gd name="T14" fmla="*/ 32 w 1194"/>
              <a:gd name="T15" fmla="*/ 1253 h 1411"/>
              <a:gd name="T16" fmla="*/ 158 w 1194"/>
              <a:gd name="T17" fmla="*/ 1362 h 1411"/>
              <a:gd name="T18" fmla="*/ 375 w 1194"/>
              <a:gd name="T19" fmla="*/ 1411 h 1411"/>
              <a:gd name="T20" fmla="*/ 587 w 1194"/>
              <a:gd name="T21" fmla="*/ 1362 h 1411"/>
              <a:gd name="T22" fmla="*/ 804 w 1194"/>
              <a:gd name="T23" fmla="*/ 1411 h 1411"/>
              <a:gd name="T24" fmla="*/ 1021 w 1194"/>
              <a:gd name="T25" fmla="*/ 1362 h 1411"/>
              <a:gd name="T26" fmla="*/ 1042 w 1194"/>
              <a:gd name="T27" fmla="*/ 1362 h 1411"/>
              <a:gd name="T28" fmla="*/ 1140 w 1194"/>
              <a:gd name="T29" fmla="*/ 1140 h 1411"/>
              <a:gd name="T30" fmla="*/ 1189 w 1194"/>
              <a:gd name="T31" fmla="*/ 928 h 1411"/>
              <a:gd name="T32" fmla="*/ 1140 w 1194"/>
              <a:gd name="T33" fmla="*/ 710 h 1411"/>
              <a:gd name="T34" fmla="*/ 1194 w 1194"/>
              <a:gd name="T35" fmla="*/ 500 h 1411"/>
              <a:gd name="T36" fmla="*/ 1145 w 1194"/>
              <a:gd name="T37" fmla="*/ 266 h 1411"/>
              <a:gd name="T38" fmla="*/ 1167 w 1194"/>
              <a:gd name="T39" fmla="*/ 158 h 1411"/>
              <a:gd name="T40" fmla="*/ 1031 w 1194"/>
              <a:gd name="T41" fmla="*/ 49 h 1411"/>
              <a:gd name="T42" fmla="*/ 809 w 1194"/>
              <a:gd name="T43" fmla="*/ 0 h 1411"/>
              <a:gd name="T44" fmla="*/ 592 w 1194"/>
              <a:gd name="T45" fmla="*/ 54 h 1411"/>
              <a:gd name="T46" fmla="*/ 375 w 1194"/>
              <a:gd name="T47" fmla="*/ 0 h 1411"/>
              <a:gd name="T48" fmla="*/ 999 w 1194"/>
              <a:gd name="T49" fmla="*/ 163 h 1411"/>
              <a:gd name="T50" fmla="*/ 1031 w 1194"/>
              <a:gd name="T51" fmla="*/ 1216 h 1411"/>
              <a:gd name="T52" fmla="*/ 190 w 1194"/>
              <a:gd name="T53" fmla="*/ 1248 h 1411"/>
              <a:gd name="T54" fmla="*/ 163 w 1194"/>
              <a:gd name="T55" fmla="*/ 190 h 1411"/>
              <a:gd name="T56" fmla="*/ 573 w 1194"/>
              <a:gd name="T57" fmla="*/ 322 h 1411"/>
              <a:gd name="T58" fmla="*/ 439 w 1194"/>
              <a:gd name="T59" fmla="*/ 570 h 1411"/>
              <a:gd name="T60" fmla="*/ 451 w 1194"/>
              <a:gd name="T61" fmla="*/ 673 h 1411"/>
              <a:gd name="T62" fmla="*/ 516 w 1194"/>
              <a:gd name="T63" fmla="*/ 777 h 1411"/>
              <a:gd name="T64" fmla="*/ 272 w 1194"/>
              <a:gd name="T65" fmla="*/ 982 h 1411"/>
              <a:gd name="T66" fmla="*/ 945 w 1194"/>
              <a:gd name="T67" fmla="*/ 1189 h 1411"/>
              <a:gd name="T68" fmla="*/ 706 w 1194"/>
              <a:gd name="T69" fmla="*/ 836 h 1411"/>
              <a:gd name="T70" fmla="*/ 728 w 1194"/>
              <a:gd name="T71" fmla="*/ 695 h 1411"/>
              <a:gd name="T72" fmla="*/ 760 w 1194"/>
              <a:gd name="T73" fmla="*/ 570 h 1411"/>
              <a:gd name="T74" fmla="*/ 573 w 1194"/>
              <a:gd name="T75" fmla="*/ 322 h 1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194" h="1411">
                <a:moveTo>
                  <a:pt x="375" y="0"/>
                </a:moveTo>
                <a:lnTo>
                  <a:pt x="168" y="54"/>
                </a:lnTo>
                <a:lnTo>
                  <a:pt x="158" y="54"/>
                </a:lnTo>
                <a:lnTo>
                  <a:pt x="153" y="54"/>
                </a:lnTo>
                <a:cubicBezTo>
                  <a:pt x="88" y="27"/>
                  <a:pt x="16" y="87"/>
                  <a:pt x="32" y="158"/>
                </a:cubicBezTo>
                <a:lnTo>
                  <a:pt x="54" y="266"/>
                </a:lnTo>
                <a:lnTo>
                  <a:pt x="54" y="276"/>
                </a:lnTo>
                <a:lnTo>
                  <a:pt x="0" y="483"/>
                </a:lnTo>
                <a:lnTo>
                  <a:pt x="0" y="493"/>
                </a:lnTo>
                <a:lnTo>
                  <a:pt x="54" y="700"/>
                </a:lnTo>
                <a:lnTo>
                  <a:pt x="54" y="710"/>
                </a:lnTo>
                <a:lnTo>
                  <a:pt x="0" y="917"/>
                </a:lnTo>
                <a:lnTo>
                  <a:pt x="0" y="928"/>
                </a:lnTo>
                <a:lnTo>
                  <a:pt x="54" y="1134"/>
                </a:lnTo>
                <a:lnTo>
                  <a:pt x="54" y="1145"/>
                </a:lnTo>
                <a:lnTo>
                  <a:pt x="32" y="1253"/>
                </a:lnTo>
                <a:cubicBezTo>
                  <a:pt x="16" y="1324"/>
                  <a:pt x="88" y="1383"/>
                  <a:pt x="153" y="1362"/>
                </a:cubicBezTo>
                <a:lnTo>
                  <a:pt x="158" y="1362"/>
                </a:lnTo>
                <a:lnTo>
                  <a:pt x="173" y="1362"/>
                </a:lnTo>
                <a:lnTo>
                  <a:pt x="375" y="1411"/>
                </a:lnTo>
                <a:lnTo>
                  <a:pt x="385" y="1411"/>
                </a:lnTo>
                <a:lnTo>
                  <a:pt x="587" y="1362"/>
                </a:lnTo>
                <a:lnTo>
                  <a:pt x="602" y="1362"/>
                </a:lnTo>
                <a:lnTo>
                  <a:pt x="804" y="1411"/>
                </a:lnTo>
                <a:lnTo>
                  <a:pt x="819" y="1411"/>
                </a:lnTo>
                <a:lnTo>
                  <a:pt x="1021" y="1362"/>
                </a:lnTo>
                <a:lnTo>
                  <a:pt x="1036" y="1362"/>
                </a:lnTo>
                <a:lnTo>
                  <a:pt x="1042" y="1362"/>
                </a:lnTo>
                <a:cubicBezTo>
                  <a:pt x="1107" y="1383"/>
                  <a:pt x="1178" y="1324"/>
                  <a:pt x="1162" y="1253"/>
                </a:cubicBezTo>
                <a:lnTo>
                  <a:pt x="1140" y="1140"/>
                </a:lnTo>
                <a:lnTo>
                  <a:pt x="1140" y="1129"/>
                </a:lnTo>
                <a:lnTo>
                  <a:pt x="1189" y="928"/>
                </a:lnTo>
                <a:lnTo>
                  <a:pt x="1189" y="912"/>
                </a:lnTo>
                <a:lnTo>
                  <a:pt x="1140" y="710"/>
                </a:lnTo>
                <a:lnTo>
                  <a:pt x="1140" y="695"/>
                </a:lnTo>
                <a:lnTo>
                  <a:pt x="1194" y="500"/>
                </a:lnTo>
                <a:lnTo>
                  <a:pt x="1194" y="483"/>
                </a:lnTo>
                <a:lnTo>
                  <a:pt x="1145" y="266"/>
                </a:lnTo>
                <a:lnTo>
                  <a:pt x="1145" y="256"/>
                </a:lnTo>
                <a:lnTo>
                  <a:pt x="1167" y="158"/>
                </a:lnTo>
                <a:cubicBezTo>
                  <a:pt x="1183" y="87"/>
                  <a:pt x="1113" y="27"/>
                  <a:pt x="1048" y="49"/>
                </a:cubicBezTo>
                <a:lnTo>
                  <a:pt x="1031" y="49"/>
                </a:lnTo>
                <a:lnTo>
                  <a:pt x="819" y="0"/>
                </a:lnTo>
                <a:lnTo>
                  <a:pt x="809" y="0"/>
                </a:lnTo>
                <a:lnTo>
                  <a:pt x="602" y="54"/>
                </a:lnTo>
                <a:lnTo>
                  <a:pt x="592" y="54"/>
                </a:lnTo>
                <a:lnTo>
                  <a:pt x="385" y="0"/>
                </a:lnTo>
                <a:lnTo>
                  <a:pt x="375" y="0"/>
                </a:lnTo>
                <a:close/>
                <a:moveTo>
                  <a:pt x="190" y="163"/>
                </a:moveTo>
                <a:lnTo>
                  <a:pt x="999" y="163"/>
                </a:lnTo>
                <a:cubicBezTo>
                  <a:pt x="1021" y="163"/>
                  <a:pt x="1031" y="173"/>
                  <a:pt x="1031" y="190"/>
                </a:cubicBezTo>
                <a:lnTo>
                  <a:pt x="1031" y="1216"/>
                </a:lnTo>
                <a:cubicBezTo>
                  <a:pt x="1031" y="1238"/>
                  <a:pt x="1020" y="1248"/>
                  <a:pt x="1004" y="1248"/>
                </a:cubicBezTo>
                <a:lnTo>
                  <a:pt x="190" y="1248"/>
                </a:lnTo>
                <a:cubicBezTo>
                  <a:pt x="174" y="1248"/>
                  <a:pt x="163" y="1237"/>
                  <a:pt x="163" y="1221"/>
                </a:cubicBezTo>
                <a:lnTo>
                  <a:pt x="163" y="190"/>
                </a:lnTo>
                <a:cubicBezTo>
                  <a:pt x="163" y="173"/>
                  <a:pt x="174" y="163"/>
                  <a:pt x="190" y="163"/>
                </a:cubicBezTo>
                <a:close/>
                <a:moveTo>
                  <a:pt x="573" y="322"/>
                </a:moveTo>
                <a:cubicBezTo>
                  <a:pt x="532" y="322"/>
                  <a:pt x="486" y="340"/>
                  <a:pt x="456" y="392"/>
                </a:cubicBezTo>
                <a:cubicBezTo>
                  <a:pt x="429" y="446"/>
                  <a:pt x="418" y="515"/>
                  <a:pt x="439" y="570"/>
                </a:cubicBezTo>
                <a:cubicBezTo>
                  <a:pt x="439" y="575"/>
                  <a:pt x="435" y="565"/>
                  <a:pt x="429" y="592"/>
                </a:cubicBezTo>
                <a:cubicBezTo>
                  <a:pt x="429" y="619"/>
                  <a:pt x="440" y="657"/>
                  <a:pt x="451" y="673"/>
                </a:cubicBezTo>
                <a:cubicBezTo>
                  <a:pt x="457" y="679"/>
                  <a:pt x="466" y="685"/>
                  <a:pt x="472" y="690"/>
                </a:cubicBezTo>
                <a:cubicBezTo>
                  <a:pt x="472" y="690"/>
                  <a:pt x="478" y="733"/>
                  <a:pt x="516" y="777"/>
                </a:cubicBezTo>
                <a:cubicBezTo>
                  <a:pt x="527" y="809"/>
                  <a:pt x="489" y="831"/>
                  <a:pt x="489" y="831"/>
                </a:cubicBezTo>
                <a:cubicBezTo>
                  <a:pt x="375" y="853"/>
                  <a:pt x="282" y="917"/>
                  <a:pt x="272" y="982"/>
                </a:cubicBezTo>
                <a:cubicBezTo>
                  <a:pt x="255" y="1080"/>
                  <a:pt x="249" y="1145"/>
                  <a:pt x="249" y="1189"/>
                </a:cubicBezTo>
                <a:lnTo>
                  <a:pt x="945" y="1189"/>
                </a:lnTo>
                <a:cubicBezTo>
                  <a:pt x="945" y="1140"/>
                  <a:pt x="939" y="1068"/>
                  <a:pt x="923" y="989"/>
                </a:cubicBezTo>
                <a:cubicBezTo>
                  <a:pt x="907" y="923"/>
                  <a:pt x="820" y="858"/>
                  <a:pt x="706" y="836"/>
                </a:cubicBezTo>
                <a:cubicBezTo>
                  <a:pt x="706" y="836"/>
                  <a:pt x="662" y="825"/>
                  <a:pt x="684" y="782"/>
                </a:cubicBezTo>
                <a:cubicBezTo>
                  <a:pt x="711" y="749"/>
                  <a:pt x="722" y="711"/>
                  <a:pt x="728" y="695"/>
                </a:cubicBezTo>
                <a:cubicBezTo>
                  <a:pt x="728" y="695"/>
                  <a:pt x="765" y="662"/>
                  <a:pt x="770" y="619"/>
                </a:cubicBezTo>
                <a:cubicBezTo>
                  <a:pt x="770" y="575"/>
                  <a:pt x="760" y="570"/>
                  <a:pt x="760" y="570"/>
                </a:cubicBezTo>
                <a:cubicBezTo>
                  <a:pt x="776" y="521"/>
                  <a:pt x="781" y="331"/>
                  <a:pt x="662" y="358"/>
                </a:cubicBezTo>
                <a:cubicBezTo>
                  <a:pt x="651" y="339"/>
                  <a:pt x="615" y="322"/>
                  <a:pt x="573" y="322"/>
                </a:cubicBezTo>
                <a:close/>
              </a:path>
            </a:pathLst>
          </a:cu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392EFEF-F99C-9B3C-FEDD-9A4751628D6A}"/>
              </a:ext>
            </a:extLst>
          </p:cNvPr>
          <p:cNvSpPr txBox="1"/>
          <p:nvPr/>
        </p:nvSpPr>
        <p:spPr>
          <a:xfrm>
            <a:off x="3576061" y="3828980"/>
            <a:ext cx="135692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문의 내용 </a:t>
            </a:r>
            <a:r>
              <a:rPr lang="en-US" altLang="ko-KR" sz="800" b="1" dirty="0">
                <a:solidFill>
                  <a:srgbClr val="28A57D"/>
                </a:solidFill>
              </a:rPr>
              <a:t>*</a:t>
            </a:r>
          </a:p>
        </p:txBody>
      </p:sp>
      <p:sp>
        <p:nvSpPr>
          <p:cNvPr id="111" name="사각형: 둥근 모서리 110">
            <a:extLst>
              <a:ext uri="{FF2B5EF4-FFF2-40B4-BE49-F238E27FC236}">
                <a16:creationId xmlns:a16="http://schemas.microsoft.com/office/drawing/2014/main" id="{F0F84261-01A4-8C88-2ACA-8B9FCCA6FB37}"/>
              </a:ext>
            </a:extLst>
          </p:cNvPr>
          <p:cNvSpPr/>
          <p:nvPr/>
        </p:nvSpPr>
        <p:spPr>
          <a:xfrm>
            <a:off x="3662960" y="4114492"/>
            <a:ext cx="3135387" cy="646686"/>
          </a:xfrm>
          <a:prstGeom prst="roundRect">
            <a:avLst>
              <a:gd name="adj" fmla="val 5395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문의하실 내용을 입력해 주세요</a:t>
            </a:r>
            <a:r>
              <a:rPr lang="en-US" altLang="ko-KR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br>
              <a:rPr lang="en-US" altLang="ko-KR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문의하실 내용을 상세히 입력해 주시면 좀 더 빠른 답변이 가능합니다</a:t>
            </a:r>
            <a:r>
              <a:rPr lang="en-US" altLang="ko-KR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E37703A4-035B-EDB5-4EDC-803326E0D739}"/>
              </a:ext>
            </a:extLst>
          </p:cNvPr>
          <p:cNvSpPr txBox="1"/>
          <p:nvPr/>
        </p:nvSpPr>
        <p:spPr>
          <a:xfrm>
            <a:off x="3559327" y="4823521"/>
            <a:ext cx="135692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첨부 자료</a:t>
            </a:r>
            <a:endParaRPr lang="en-US" altLang="ko-KR" sz="800" b="1" dirty="0">
              <a:solidFill>
                <a:srgbClr val="28A57D"/>
              </a:solidFill>
            </a:endParaRPr>
          </a:p>
        </p:txBody>
      </p:sp>
      <p:sp>
        <p:nvSpPr>
          <p:cNvPr id="113" name="사각형: 둥근 모서리 112">
            <a:extLst>
              <a:ext uri="{FF2B5EF4-FFF2-40B4-BE49-F238E27FC236}">
                <a16:creationId xmlns:a16="http://schemas.microsoft.com/office/drawing/2014/main" id="{B48718FC-6450-0B61-7E4F-60E453AFA052}"/>
              </a:ext>
            </a:extLst>
          </p:cNvPr>
          <p:cNvSpPr/>
          <p:nvPr/>
        </p:nvSpPr>
        <p:spPr>
          <a:xfrm>
            <a:off x="3635394" y="5039545"/>
            <a:ext cx="3162953" cy="1009849"/>
          </a:xfrm>
          <a:prstGeom prst="roundRect">
            <a:avLst>
              <a:gd name="adj" fmla="val 7840"/>
            </a:avLst>
          </a:prstGeom>
          <a:solidFill>
            <a:schemeClr val="bg1"/>
          </a:solidFill>
          <a:ln w="6350">
            <a:solidFill>
              <a:srgbClr val="0000FF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50000"/>
              </a:lnSpc>
            </a:pPr>
            <a:endParaRPr lang="en-US" altLang="ko-KR" sz="700" b="1" dirty="0">
              <a:solidFill>
                <a:schemeClr val="bg1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700" b="1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</a:rPr>
              <a:t>파일 선택</a:t>
            </a:r>
            <a:r>
              <a:rPr lang="ko-KR" altLang="en-US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을 첨부해 주세요</a:t>
            </a:r>
            <a:r>
              <a:rPr lang="en-US" altLang="ko-KR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algn="ctr">
              <a:lnSpc>
                <a:spcPct val="150000"/>
              </a:lnSpc>
            </a:pPr>
            <a:r>
              <a:rPr lang="en-US" altLang="ko-KR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PNG, JPG,</a:t>
            </a:r>
            <a:r>
              <a:rPr lang="ko-KR" altLang="en-US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PDF (</a:t>
            </a:r>
            <a:r>
              <a:rPr lang="ko-KR" altLang="en-US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파일당 최대 </a:t>
            </a:r>
            <a:r>
              <a:rPr lang="en-US" altLang="ko-KR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10MB, 3</a:t>
            </a:r>
            <a:r>
              <a:rPr lang="ko-KR" altLang="en-US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개까지</a:t>
            </a:r>
            <a:r>
              <a:rPr lang="en-US" altLang="ko-KR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sp>
        <p:nvSpPr>
          <p:cNvPr id="115" name="사각형: 둥근 모서리 114">
            <a:extLst>
              <a:ext uri="{FF2B5EF4-FFF2-40B4-BE49-F238E27FC236}">
                <a16:creationId xmlns:a16="http://schemas.microsoft.com/office/drawing/2014/main" id="{E0EB18C9-FE8A-497A-EC36-2B10C5351FF7}"/>
              </a:ext>
            </a:extLst>
          </p:cNvPr>
          <p:cNvSpPr/>
          <p:nvPr/>
        </p:nvSpPr>
        <p:spPr>
          <a:xfrm>
            <a:off x="3705107" y="6108199"/>
            <a:ext cx="3099843" cy="246221"/>
          </a:xfrm>
          <a:prstGeom prst="roundRect">
            <a:avLst>
              <a:gd name="adj" fmla="val 18156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      </a:t>
            </a:r>
            <a:r>
              <a:rPr lang="ko-KR" altLang="en-US" sz="700" b="1" dirty="0" err="1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메인페이지</a:t>
            </a:r>
            <a:r>
              <a:rPr lang="en-US" altLang="ko-KR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.JPG (</a:t>
            </a:r>
            <a:r>
              <a:rPr lang="en-US" altLang="ko-KR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</a:rPr>
              <a:t>10MB)                                                    </a:t>
            </a:r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</a:rPr>
              <a:t>×</a:t>
            </a:r>
            <a:endParaRPr lang="en-US" altLang="ko-KR" sz="10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6" name="Check File">
            <a:extLst>
              <a:ext uri="{FF2B5EF4-FFF2-40B4-BE49-F238E27FC236}">
                <a16:creationId xmlns:a16="http://schemas.microsoft.com/office/drawing/2014/main" id="{061830A0-5081-1B54-301A-2B539574AA38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798577" y="6151757"/>
            <a:ext cx="163513" cy="163512"/>
          </a:xfrm>
          <a:custGeom>
            <a:avLst/>
            <a:gdLst>
              <a:gd name="T0" fmla="*/ 217 w 1417"/>
              <a:gd name="T1" fmla="*/ 0 h 1411"/>
              <a:gd name="T2" fmla="*/ 0 w 1417"/>
              <a:gd name="T3" fmla="*/ 217 h 1411"/>
              <a:gd name="T4" fmla="*/ 0 w 1417"/>
              <a:gd name="T5" fmla="*/ 1194 h 1411"/>
              <a:gd name="T6" fmla="*/ 217 w 1417"/>
              <a:gd name="T7" fmla="*/ 1411 h 1411"/>
              <a:gd name="T8" fmla="*/ 863 w 1417"/>
              <a:gd name="T9" fmla="*/ 1411 h 1411"/>
              <a:gd name="T10" fmla="*/ 754 w 1417"/>
              <a:gd name="T11" fmla="*/ 1302 h 1411"/>
              <a:gd name="T12" fmla="*/ 217 w 1417"/>
              <a:gd name="T13" fmla="*/ 1302 h 1411"/>
              <a:gd name="T14" fmla="*/ 108 w 1417"/>
              <a:gd name="T15" fmla="*/ 1194 h 1411"/>
              <a:gd name="T16" fmla="*/ 108 w 1417"/>
              <a:gd name="T17" fmla="*/ 217 h 1411"/>
              <a:gd name="T18" fmla="*/ 217 w 1417"/>
              <a:gd name="T19" fmla="*/ 108 h 1411"/>
              <a:gd name="T20" fmla="*/ 614 w 1417"/>
              <a:gd name="T21" fmla="*/ 108 h 1411"/>
              <a:gd name="T22" fmla="*/ 651 w 1417"/>
              <a:gd name="T23" fmla="*/ 217 h 1411"/>
              <a:gd name="T24" fmla="*/ 651 w 1417"/>
              <a:gd name="T25" fmla="*/ 380 h 1411"/>
              <a:gd name="T26" fmla="*/ 705 w 1417"/>
              <a:gd name="T27" fmla="*/ 434 h 1411"/>
              <a:gd name="T28" fmla="*/ 868 w 1417"/>
              <a:gd name="T29" fmla="*/ 434 h 1411"/>
              <a:gd name="T30" fmla="*/ 977 w 1417"/>
              <a:gd name="T31" fmla="*/ 488 h 1411"/>
              <a:gd name="T32" fmla="*/ 977 w 1417"/>
              <a:gd name="T33" fmla="*/ 1021 h 1411"/>
              <a:gd name="T34" fmla="*/ 988 w 1417"/>
              <a:gd name="T35" fmla="*/ 1031 h 1411"/>
              <a:gd name="T36" fmla="*/ 1085 w 1417"/>
              <a:gd name="T37" fmla="*/ 885 h 1411"/>
              <a:gd name="T38" fmla="*/ 1085 w 1417"/>
              <a:gd name="T39" fmla="*/ 434 h 1411"/>
              <a:gd name="T40" fmla="*/ 939 w 1417"/>
              <a:gd name="T41" fmla="*/ 229 h 1411"/>
              <a:gd name="T42" fmla="*/ 895 w 1417"/>
              <a:gd name="T43" fmla="*/ 190 h 1411"/>
              <a:gd name="T44" fmla="*/ 858 w 1417"/>
              <a:gd name="T45" fmla="*/ 147 h 1411"/>
              <a:gd name="T46" fmla="*/ 651 w 1417"/>
              <a:gd name="T47" fmla="*/ 0 h 1411"/>
              <a:gd name="T48" fmla="*/ 217 w 1417"/>
              <a:gd name="T49" fmla="*/ 0 h 1411"/>
              <a:gd name="T50" fmla="*/ 1323 w 1417"/>
              <a:gd name="T51" fmla="*/ 760 h 1411"/>
              <a:gd name="T52" fmla="*/ 1287 w 1417"/>
              <a:gd name="T53" fmla="*/ 777 h 1411"/>
              <a:gd name="T54" fmla="*/ 999 w 1417"/>
              <a:gd name="T55" fmla="*/ 1199 h 1411"/>
              <a:gd name="T56" fmla="*/ 868 w 1417"/>
              <a:gd name="T57" fmla="*/ 1063 h 1411"/>
              <a:gd name="T58" fmla="*/ 819 w 1417"/>
              <a:gd name="T59" fmla="*/ 1063 h 1411"/>
              <a:gd name="T60" fmla="*/ 771 w 1417"/>
              <a:gd name="T61" fmla="*/ 1112 h 1411"/>
              <a:gd name="T62" fmla="*/ 771 w 1417"/>
              <a:gd name="T63" fmla="*/ 1162 h 1411"/>
              <a:gd name="T64" fmla="*/ 972 w 1417"/>
              <a:gd name="T65" fmla="*/ 1362 h 1411"/>
              <a:gd name="T66" fmla="*/ 1016 w 1417"/>
              <a:gd name="T67" fmla="*/ 1384 h 1411"/>
              <a:gd name="T68" fmla="*/ 1058 w 1417"/>
              <a:gd name="T69" fmla="*/ 1357 h 1411"/>
              <a:gd name="T70" fmla="*/ 1406 w 1417"/>
              <a:gd name="T71" fmla="*/ 846 h 1411"/>
              <a:gd name="T72" fmla="*/ 1396 w 1417"/>
              <a:gd name="T73" fmla="*/ 804 h 1411"/>
              <a:gd name="T74" fmla="*/ 1334 w 1417"/>
              <a:gd name="T75" fmla="*/ 765 h 1411"/>
              <a:gd name="T76" fmla="*/ 1323 w 1417"/>
              <a:gd name="T77" fmla="*/ 760 h 1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417" h="1411">
                <a:moveTo>
                  <a:pt x="217" y="0"/>
                </a:moveTo>
                <a:cubicBezTo>
                  <a:pt x="97" y="0"/>
                  <a:pt x="0" y="98"/>
                  <a:pt x="0" y="217"/>
                </a:cubicBezTo>
                <a:lnTo>
                  <a:pt x="0" y="1194"/>
                </a:lnTo>
                <a:cubicBezTo>
                  <a:pt x="0" y="1313"/>
                  <a:pt x="97" y="1411"/>
                  <a:pt x="217" y="1411"/>
                </a:cubicBezTo>
                <a:lnTo>
                  <a:pt x="863" y="1411"/>
                </a:lnTo>
                <a:lnTo>
                  <a:pt x="754" y="1302"/>
                </a:lnTo>
                <a:lnTo>
                  <a:pt x="217" y="1302"/>
                </a:lnTo>
                <a:cubicBezTo>
                  <a:pt x="157" y="1302"/>
                  <a:pt x="108" y="1254"/>
                  <a:pt x="108" y="1194"/>
                </a:cubicBezTo>
                <a:lnTo>
                  <a:pt x="108" y="217"/>
                </a:lnTo>
                <a:cubicBezTo>
                  <a:pt x="108" y="157"/>
                  <a:pt x="157" y="108"/>
                  <a:pt x="217" y="108"/>
                </a:cubicBezTo>
                <a:lnTo>
                  <a:pt x="614" y="108"/>
                </a:lnTo>
                <a:cubicBezTo>
                  <a:pt x="652" y="119"/>
                  <a:pt x="651" y="168"/>
                  <a:pt x="651" y="217"/>
                </a:cubicBezTo>
                <a:lnTo>
                  <a:pt x="651" y="380"/>
                </a:lnTo>
                <a:cubicBezTo>
                  <a:pt x="651" y="412"/>
                  <a:pt x="673" y="434"/>
                  <a:pt x="705" y="434"/>
                </a:cubicBezTo>
                <a:lnTo>
                  <a:pt x="868" y="434"/>
                </a:lnTo>
                <a:cubicBezTo>
                  <a:pt x="922" y="434"/>
                  <a:pt x="977" y="434"/>
                  <a:pt x="977" y="488"/>
                </a:cubicBezTo>
                <a:lnTo>
                  <a:pt x="977" y="1021"/>
                </a:lnTo>
                <a:lnTo>
                  <a:pt x="988" y="1031"/>
                </a:lnTo>
                <a:lnTo>
                  <a:pt x="1085" y="885"/>
                </a:lnTo>
                <a:lnTo>
                  <a:pt x="1085" y="434"/>
                </a:lnTo>
                <a:cubicBezTo>
                  <a:pt x="1085" y="374"/>
                  <a:pt x="1032" y="321"/>
                  <a:pt x="939" y="229"/>
                </a:cubicBezTo>
                <a:cubicBezTo>
                  <a:pt x="923" y="218"/>
                  <a:pt x="911" y="201"/>
                  <a:pt x="895" y="190"/>
                </a:cubicBezTo>
                <a:cubicBezTo>
                  <a:pt x="884" y="174"/>
                  <a:pt x="869" y="164"/>
                  <a:pt x="858" y="147"/>
                </a:cubicBezTo>
                <a:cubicBezTo>
                  <a:pt x="766" y="55"/>
                  <a:pt x="711" y="0"/>
                  <a:pt x="651" y="0"/>
                </a:cubicBezTo>
                <a:lnTo>
                  <a:pt x="217" y="0"/>
                </a:lnTo>
                <a:close/>
                <a:moveTo>
                  <a:pt x="1323" y="760"/>
                </a:moveTo>
                <a:cubicBezTo>
                  <a:pt x="1309" y="757"/>
                  <a:pt x="1295" y="764"/>
                  <a:pt x="1287" y="777"/>
                </a:cubicBezTo>
                <a:lnTo>
                  <a:pt x="999" y="1199"/>
                </a:lnTo>
                <a:lnTo>
                  <a:pt x="868" y="1063"/>
                </a:lnTo>
                <a:cubicBezTo>
                  <a:pt x="852" y="1047"/>
                  <a:pt x="830" y="1047"/>
                  <a:pt x="819" y="1063"/>
                </a:cubicBezTo>
                <a:lnTo>
                  <a:pt x="771" y="1112"/>
                </a:lnTo>
                <a:cubicBezTo>
                  <a:pt x="755" y="1129"/>
                  <a:pt x="755" y="1151"/>
                  <a:pt x="771" y="1162"/>
                </a:cubicBezTo>
                <a:lnTo>
                  <a:pt x="972" y="1362"/>
                </a:lnTo>
                <a:cubicBezTo>
                  <a:pt x="982" y="1373"/>
                  <a:pt x="999" y="1384"/>
                  <a:pt x="1016" y="1384"/>
                </a:cubicBezTo>
                <a:cubicBezTo>
                  <a:pt x="1032" y="1384"/>
                  <a:pt x="1047" y="1373"/>
                  <a:pt x="1058" y="1357"/>
                </a:cubicBezTo>
                <a:lnTo>
                  <a:pt x="1406" y="846"/>
                </a:lnTo>
                <a:cubicBezTo>
                  <a:pt x="1417" y="841"/>
                  <a:pt x="1412" y="815"/>
                  <a:pt x="1396" y="804"/>
                </a:cubicBezTo>
                <a:lnTo>
                  <a:pt x="1334" y="765"/>
                </a:lnTo>
                <a:cubicBezTo>
                  <a:pt x="1330" y="762"/>
                  <a:pt x="1327" y="760"/>
                  <a:pt x="1323" y="760"/>
                </a:cubicBezTo>
                <a:close/>
              </a:path>
            </a:pathLst>
          </a:cu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7" name="아래쪽 화살표 131">
            <a:extLst>
              <a:ext uri="{FF2B5EF4-FFF2-40B4-BE49-F238E27FC236}">
                <a16:creationId xmlns:a16="http://schemas.microsoft.com/office/drawing/2014/main" id="{F5276079-5487-2227-DEE3-A5E9F0F9C61B}"/>
              </a:ext>
            </a:extLst>
          </p:cNvPr>
          <p:cNvSpPr/>
          <p:nvPr/>
        </p:nvSpPr>
        <p:spPr bwMode="auto">
          <a:xfrm>
            <a:off x="8555042" y="6028640"/>
            <a:ext cx="1228165" cy="635986"/>
          </a:xfrm>
          <a:prstGeom prst="downArrow">
            <a:avLst>
              <a:gd name="adj1" fmla="val 72902"/>
              <a:gd name="adj2" fmla="val 45344"/>
            </a:avLst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1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다음페이지</a:t>
            </a:r>
            <a:r>
              <a:rPr lang="ko-KR" altLang="en-US" sz="12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계속</a:t>
            </a:r>
            <a:endParaRPr kumimoji="1" lang="ko-KR" altLang="en-US" sz="1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18" name="Group 260">
            <a:extLst>
              <a:ext uri="{FF2B5EF4-FFF2-40B4-BE49-F238E27FC236}">
                <a16:creationId xmlns:a16="http://schemas.microsoft.com/office/drawing/2014/main" id="{E1793812-B223-FE78-A2B2-05BBDFC3C9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715542"/>
              </p:ext>
            </p:extLst>
          </p:nvPr>
        </p:nvGraphicFramePr>
        <p:xfrm>
          <a:off x="6969418" y="2548005"/>
          <a:ext cx="2772114" cy="647558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게시판 </a:t>
                      </a: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샘플</a:t>
                      </a: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게시판 등록 </a:t>
                      </a:r>
                      <a:r>
                        <a:rPr kumimoji="1" lang="en-US" altLang="ko-KR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(1/2)</a:t>
                      </a:r>
                      <a:endParaRPr kumimoji="1" lang="ko-KR" altLang="en-US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게시판 등록 페이지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0446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54D1C-5613-70F7-BA2D-D16241C6A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1F623D4-8CD5-360B-54FF-624C8B387FC9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 err="1">
                <a:solidFill>
                  <a:prstClr val="black"/>
                </a:solidFill>
              </a:rPr>
              <a:t>와아이프레임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Mo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CA0541-A854-01B1-A3AA-745AC62C8B7D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와이어프레임 </a:t>
            </a:r>
            <a:r>
              <a:rPr lang="en-US" altLang="ko-KR" sz="900" b="1" dirty="0">
                <a:solidFill>
                  <a:prstClr val="black"/>
                </a:solidFill>
              </a:rPr>
              <a:t>Mo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ED6426C3-C021-0271-CE98-611FE3BAFF47}"/>
              </a:ext>
            </a:extLst>
          </p:cNvPr>
          <p:cNvSpPr/>
          <p:nvPr/>
        </p:nvSpPr>
        <p:spPr>
          <a:xfrm>
            <a:off x="236476" y="1448780"/>
            <a:ext cx="3191585" cy="4968552"/>
          </a:xfrm>
          <a:prstGeom prst="roundRect">
            <a:avLst>
              <a:gd name="adj" fmla="val 3091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A49F9018-9813-51FD-65B8-D1FF010888E9}"/>
              </a:ext>
            </a:extLst>
          </p:cNvPr>
          <p:cNvSpPr/>
          <p:nvPr/>
        </p:nvSpPr>
        <p:spPr>
          <a:xfrm>
            <a:off x="922059" y="4265855"/>
            <a:ext cx="1503563" cy="246220"/>
          </a:xfrm>
          <a:prstGeom prst="roundRect">
            <a:avLst/>
          </a:prstGeom>
          <a:solidFill>
            <a:srgbClr val="0000CC"/>
          </a:solidFill>
          <a:ln w="63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문의 접수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AAB63E3-8BC0-CFB8-37A9-C302211E3BF5}"/>
              </a:ext>
            </a:extLst>
          </p:cNvPr>
          <p:cNvSpPr txBox="1"/>
          <p:nvPr/>
        </p:nvSpPr>
        <p:spPr>
          <a:xfrm>
            <a:off x="236476" y="1571600"/>
            <a:ext cx="182277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답변 알림은 어떻게 받으실 까요</a:t>
            </a:r>
            <a:r>
              <a:rPr lang="en-US" altLang="ko-KR" sz="800" b="1" dirty="0"/>
              <a:t>?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F38F3368-F725-FDF6-4977-654A07CB5F95}"/>
              </a:ext>
            </a:extLst>
          </p:cNvPr>
          <p:cNvSpPr/>
          <p:nvPr/>
        </p:nvSpPr>
        <p:spPr>
          <a:xfrm>
            <a:off x="301961" y="2051535"/>
            <a:ext cx="1026392" cy="444647"/>
          </a:xfrm>
          <a:prstGeom prst="roundRect">
            <a:avLst/>
          </a:prstGeom>
          <a:solidFill>
            <a:srgbClr val="ECFDF5"/>
          </a:solidFill>
          <a:ln w="6350">
            <a:solidFill>
              <a:srgbClr val="4EB595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700" b="1" dirty="0">
              <a:solidFill>
                <a:srgbClr val="28A57D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/>
            <a:endParaRPr lang="en-US" altLang="ko-KR" sz="700" b="1" dirty="0">
              <a:solidFill>
                <a:srgbClr val="28A57D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700" b="1" dirty="0">
                <a:solidFill>
                  <a:srgbClr val="28A57D"/>
                </a:solidFill>
                <a:latin typeface="맑은 고딕" pitchFamily="50" charset="-127"/>
                <a:ea typeface="맑은 고딕" pitchFamily="50" charset="-127"/>
              </a:rPr>
              <a:t>SMS</a:t>
            </a:r>
            <a:r>
              <a:rPr lang="ko-KR" altLang="en-US" sz="700" b="1" dirty="0">
                <a:solidFill>
                  <a:srgbClr val="28A57D"/>
                </a:solidFill>
                <a:latin typeface="맑은 고딕" pitchFamily="50" charset="-127"/>
                <a:ea typeface="맑은 고딕" pitchFamily="50" charset="-127"/>
              </a:rPr>
              <a:t>로 받기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988DF67-90AD-5399-3571-25C7BA868B36}"/>
              </a:ext>
            </a:extLst>
          </p:cNvPr>
          <p:cNvSpPr txBox="1"/>
          <p:nvPr/>
        </p:nvSpPr>
        <p:spPr>
          <a:xfrm>
            <a:off x="258386" y="3122315"/>
            <a:ext cx="256374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sz="700" dirty="0">
                <a:solidFill>
                  <a:srgbClr val="FF0000"/>
                </a:solidFill>
                <a:latin typeface="맑은 고딕" panose="020B0503020000020004" pitchFamily="50" charset="-127"/>
              </a:rPr>
              <a:t>※ </a:t>
            </a:r>
            <a:r>
              <a:rPr lang="ko-KR" altLang="en-US" sz="700" dirty="0">
                <a:solidFill>
                  <a:srgbClr val="FF0000"/>
                </a:solidFill>
                <a:latin typeface="맑은 고딕" panose="020B0503020000020004" pitchFamily="50" charset="-127"/>
              </a:rPr>
              <a:t>회원가입시 등록된 연락처가 아닌 경우 수정해 주세요</a:t>
            </a:r>
            <a:r>
              <a:rPr lang="en-US" altLang="ko-KR" sz="700" dirty="0">
                <a:solidFill>
                  <a:srgbClr val="FF0000"/>
                </a:solidFill>
                <a:latin typeface="맑은 고딕" panose="020B0503020000020004" pitchFamily="50" charset="-127"/>
              </a:rPr>
              <a:t>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63C370B-4B4A-1909-4F5B-CBBF576311E6}"/>
              </a:ext>
            </a:extLst>
          </p:cNvPr>
          <p:cNvSpPr txBox="1"/>
          <p:nvPr/>
        </p:nvSpPr>
        <p:spPr>
          <a:xfrm>
            <a:off x="301961" y="3974934"/>
            <a:ext cx="274376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sz="700" dirty="0">
                <a:solidFill>
                  <a:srgbClr val="FF0000"/>
                </a:solidFill>
                <a:latin typeface="맑은 고딕" panose="020B0503020000020004" pitchFamily="50" charset="-127"/>
              </a:rPr>
              <a:t>※ </a:t>
            </a:r>
            <a:r>
              <a:rPr lang="ko-KR" altLang="en-US" sz="700" dirty="0">
                <a:solidFill>
                  <a:srgbClr val="FF0000"/>
                </a:solidFill>
                <a:latin typeface="맑은 고딕" panose="020B0503020000020004" pitchFamily="50" charset="-127"/>
              </a:rPr>
              <a:t>회원가입시 등록된 이메일 주소가 아닌 경우 수정해 주세요</a:t>
            </a:r>
            <a:r>
              <a:rPr lang="en-US" altLang="ko-KR" sz="700" dirty="0">
                <a:solidFill>
                  <a:srgbClr val="FF0000"/>
                </a:solidFill>
                <a:latin typeface="맑은 고딕" panose="020B0503020000020004" pitchFamily="50" charset="-127"/>
              </a:rPr>
              <a:t>.</a:t>
            </a:r>
          </a:p>
        </p:txBody>
      </p:sp>
      <p:sp>
        <p:nvSpPr>
          <p:cNvPr id="33" name="Smartphone">
            <a:extLst>
              <a:ext uri="{FF2B5EF4-FFF2-40B4-BE49-F238E27FC236}">
                <a16:creationId xmlns:a16="http://schemas.microsoft.com/office/drawing/2014/main" id="{1072241A-3A3F-8805-C477-B1280355A5B2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61975" y="2107732"/>
            <a:ext cx="106363" cy="163513"/>
          </a:xfrm>
          <a:custGeom>
            <a:avLst/>
            <a:gdLst>
              <a:gd name="T0" fmla="*/ 163 w 923"/>
              <a:gd name="T1" fmla="*/ 0 h 1411"/>
              <a:gd name="T2" fmla="*/ 0 w 923"/>
              <a:gd name="T3" fmla="*/ 163 h 1411"/>
              <a:gd name="T4" fmla="*/ 0 w 923"/>
              <a:gd name="T5" fmla="*/ 1248 h 1411"/>
              <a:gd name="T6" fmla="*/ 163 w 923"/>
              <a:gd name="T7" fmla="*/ 1411 h 1411"/>
              <a:gd name="T8" fmla="*/ 760 w 923"/>
              <a:gd name="T9" fmla="*/ 1411 h 1411"/>
              <a:gd name="T10" fmla="*/ 923 w 923"/>
              <a:gd name="T11" fmla="*/ 1248 h 1411"/>
              <a:gd name="T12" fmla="*/ 923 w 923"/>
              <a:gd name="T13" fmla="*/ 163 h 1411"/>
              <a:gd name="T14" fmla="*/ 760 w 923"/>
              <a:gd name="T15" fmla="*/ 0 h 1411"/>
              <a:gd name="T16" fmla="*/ 163 w 923"/>
              <a:gd name="T17" fmla="*/ 0 h 1411"/>
              <a:gd name="T18" fmla="*/ 407 w 923"/>
              <a:gd name="T19" fmla="*/ 54 h 1411"/>
              <a:gd name="T20" fmla="*/ 515 w 923"/>
              <a:gd name="T21" fmla="*/ 54 h 1411"/>
              <a:gd name="T22" fmla="*/ 543 w 923"/>
              <a:gd name="T23" fmla="*/ 82 h 1411"/>
              <a:gd name="T24" fmla="*/ 515 w 923"/>
              <a:gd name="T25" fmla="*/ 109 h 1411"/>
              <a:gd name="T26" fmla="*/ 407 w 923"/>
              <a:gd name="T27" fmla="*/ 109 h 1411"/>
              <a:gd name="T28" fmla="*/ 380 w 923"/>
              <a:gd name="T29" fmla="*/ 82 h 1411"/>
              <a:gd name="T30" fmla="*/ 407 w 923"/>
              <a:gd name="T31" fmla="*/ 54 h 1411"/>
              <a:gd name="T32" fmla="*/ 136 w 923"/>
              <a:gd name="T33" fmla="*/ 163 h 1411"/>
              <a:gd name="T34" fmla="*/ 787 w 923"/>
              <a:gd name="T35" fmla="*/ 163 h 1411"/>
              <a:gd name="T36" fmla="*/ 814 w 923"/>
              <a:gd name="T37" fmla="*/ 190 h 1411"/>
              <a:gd name="T38" fmla="*/ 814 w 923"/>
              <a:gd name="T39" fmla="*/ 1113 h 1411"/>
              <a:gd name="T40" fmla="*/ 787 w 923"/>
              <a:gd name="T41" fmla="*/ 1140 h 1411"/>
              <a:gd name="T42" fmla="*/ 136 w 923"/>
              <a:gd name="T43" fmla="*/ 1140 h 1411"/>
              <a:gd name="T44" fmla="*/ 108 w 923"/>
              <a:gd name="T45" fmla="*/ 1113 h 1411"/>
              <a:gd name="T46" fmla="*/ 108 w 923"/>
              <a:gd name="T47" fmla="*/ 190 h 1411"/>
              <a:gd name="T48" fmla="*/ 136 w 923"/>
              <a:gd name="T49" fmla="*/ 163 h 1411"/>
              <a:gd name="T50" fmla="*/ 461 w 923"/>
              <a:gd name="T51" fmla="*/ 1206 h 1411"/>
              <a:gd name="T52" fmla="*/ 531 w 923"/>
              <a:gd name="T53" fmla="*/ 1276 h 1411"/>
              <a:gd name="T54" fmla="*/ 461 w 923"/>
              <a:gd name="T55" fmla="*/ 1345 h 1411"/>
              <a:gd name="T56" fmla="*/ 392 w 923"/>
              <a:gd name="T57" fmla="*/ 1276 h 1411"/>
              <a:gd name="T58" fmla="*/ 461 w 923"/>
              <a:gd name="T59" fmla="*/ 1206 h 1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923" h="1411">
                <a:moveTo>
                  <a:pt x="163" y="0"/>
                </a:moveTo>
                <a:cubicBezTo>
                  <a:pt x="73" y="0"/>
                  <a:pt x="0" y="73"/>
                  <a:pt x="0" y="163"/>
                </a:cubicBezTo>
                <a:lnTo>
                  <a:pt x="0" y="1248"/>
                </a:lnTo>
                <a:cubicBezTo>
                  <a:pt x="0" y="1338"/>
                  <a:pt x="73" y="1411"/>
                  <a:pt x="163" y="1411"/>
                </a:cubicBezTo>
                <a:lnTo>
                  <a:pt x="760" y="1411"/>
                </a:lnTo>
                <a:cubicBezTo>
                  <a:pt x="850" y="1411"/>
                  <a:pt x="923" y="1338"/>
                  <a:pt x="923" y="1248"/>
                </a:cubicBezTo>
                <a:lnTo>
                  <a:pt x="923" y="163"/>
                </a:lnTo>
                <a:cubicBezTo>
                  <a:pt x="923" y="73"/>
                  <a:pt x="850" y="0"/>
                  <a:pt x="760" y="0"/>
                </a:cubicBezTo>
                <a:lnTo>
                  <a:pt x="163" y="0"/>
                </a:lnTo>
                <a:close/>
                <a:moveTo>
                  <a:pt x="407" y="54"/>
                </a:moveTo>
                <a:lnTo>
                  <a:pt x="515" y="54"/>
                </a:lnTo>
                <a:cubicBezTo>
                  <a:pt x="530" y="54"/>
                  <a:pt x="543" y="67"/>
                  <a:pt x="543" y="82"/>
                </a:cubicBezTo>
                <a:cubicBezTo>
                  <a:pt x="543" y="97"/>
                  <a:pt x="530" y="109"/>
                  <a:pt x="515" y="109"/>
                </a:cubicBezTo>
                <a:lnTo>
                  <a:pt x="407" y="109"/>
                </a:lnTo>
                <a:cubicBezTo>
                  <a:pt x="392" y="109"/>
                  <a:pt x="380" y="97"/>
                  <a:pt x="380" y="82"/>
                </a:cubicBezTo>
                <a:cubicBezTo>
                  <a:pt x="380" y="67"/>
                  <a:pt x="392" y="54"/>
                  <a:pt x="407" y="54"/>
                </a:cubicBezTo>
                <a:close/>
                <a:moveTo>
                  <a:pt x="136" y="163"/>
                </a:moveTo>
                <a:lnTo>
                  <a:pt x="787" y="163"/>
                </a:lnTo>
                <a:cubicBezTo>
                  <a:pt x="802" y="163"/>
                  <a:pt x="814" y="175"/>
                  <a:pt x="814" y="190"/>
                </a:cubicBezTo>
                <a:lnTo>
                  <a:pt x="814" y="1113"/>
                </a:lnTo>
                <a:cubicBezTo>
                  <a:pt x="814" y="1128"/>
                  <a:pt x="802" y="1140"/>
                  <a:pt x="787" y="1140"/>
                </a:cubicBezTo>
                <a:lnTo>
                  <a:pt x="136" y="1140"/>
                </a:lnTo>
                <a:cubicBezTo>
                  <a:pt x="121" y="1140"/>
                  <a:pt x="108" y="1128"/>
                  <a:pt x="108" y="1113"/>
                </a:cubicBezTo>
                <a:lnTo>
                  <a:pt x="108" y="190"/>
                </a:lnTo>
                <a:cubicBezTo>
                  <a:pt x="108" y="175"/>
                  <a:pt x="121" y="163"/>
                  <a:pt x="136" y="163"/>
                </a:cubicBezTo>
                <a:close/>
                <a:moveTo>
                  <a:pt x="461" y="1206"/>
                </a:moveTo>
                <a:cubicBezTo>
                  <a:pt x="499" y="1206"/>
                  <a:pt x="531" y="1237"/>
                  <a:pt x="531" y="1276"/>
                </a:cubicBezTo>
                <a:cubicBezTo>
                  <a:pt x="531" y="1314"/>
                  <a:pt x="499" y="1345"/>
                  <a:pt x="461" y="1345"/>
                </a:cubicBezTo>
                <a:cubicBezTo>
                  <a:pt x="423" y="1345"/>
                  <a:pt x="392" y="1314"/>
                  <a:pt x="392" y="1276"/>
                </a:cubicBezTo>
                <a:cubicBezTo>
                  <a:pt x="392" y="1237"/>
                  <a:pt x="423" y="1206"/>
                  <a:pt x="461" y="1206"/>
                </a:cubicBezTo>
                <a:close/>
              </a:path>
            </a:pathLst>
          </a:cu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6C4D8E0-7992-2700-F8C3-911606A4622E}"/>
              </a:ext>
            </a:extLst>
          </p:cNvPr>
          <p:cNvSpPr txBox="1"/>
          <p:nvPr/>
        </p:nvSpPr>
        <p:spPr>
          <a:xfrm>
            <a:off x="250813" y="1779966"/>
            <a:ext cx="256374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sz="700" dirty="0">
                <a:solidFill>
                  <a:srgbClr val="FF0000"/>
                </a:solidFill>
                <a:latin typeface="맑은 고딕" panose="020B0503020000020004" pitchFamily="50" charset="-127"/>
              </a:rPr>
              <a:t>※ </a:t>
            </a:r>
            <a:r>
              <a:rPr lang="ko-KR" altLang="en-US" sz="700" dirty="0">
                <a:solidFill>
                  <a:srgbClr val="FF0000"/>
                </a:solidFill>
                <a:latin typeface="맑은 고딕" panose="020B0503020000020004" pitchFamily="50" charset="-127"/>
              </a:rPr>
              <a:t>답변 알림을 원하지 않으시면 선택하지 않으셔도 됩니다</a:t>
            </a:r>
            <a:r>
              <a:rPr lang="en-US" altLang="ko-KR" sz="700" dirty="0">
                <a:solidFill>
                  <a:srgbClr val="FF0000"/>
                </a:solidFill>
                <a:latin typeface="맑은 고딕" panose="020B0503020000020004" pitchFamily="50" charset="-127"/>
              </a:rPr>
              <a:t>.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4C39F995-ACE5-0E19-0A24-5426B5EE849A}"/>
              </a:ext>
            </a:extLst>
          </p:cNvPr>
          <p:cNvSpPr/>
          <p:nvPr/>
        </p:nvSpPr>
        <p:spPr>
          <a:xfrm>
            <a:off x="1418085" y="2037669"/>
            <a:ext cx="1026392" cy="444647"/>
          </a:xfrm>
          <a:prstGeom prst="roundRect">
            <a:avLst/>
          </a:prstGeom>
          <a:solidFill>
            <a:srgbClr val="ECFDF5"/>
          </a:solidFill>
          <a:ln w="6350">
            <a:solidFill>
              <a:srgbClr val="4EB595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700" b="1" dirty="0">
              <a:solidFill>
                <a:srgbClr val="28A57D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/>
            <a:endParaRPr lang="en-US" altLang="ko-KR" sz="700" b="1" dirty="0">
              <a:solidFill>
                <a:srgbClr val="28A57D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700" b="1" dirty="0">
                <a:solidFill>
                  <a:srgbClr val="28A57D"/>
                </a:solidFill>
                <a:latin typeface="맑은 고딕" pitchFamily="50" charset="-127"/>
                <a:ea typeface="맑은 고딕" pitchFamily="50" charset="-127"/>
              </a:rPr>
              <a:t>이메일로 받기</a:t>
            </a:r>
            <a:endParaRPr lang="en-US" altLang="ko-KR" sz="700" b="1" dirty="0">
              <a:solidFill>
                <a:srgbClr val="28A57D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6" name="Message">
            <a:extLst>
              <a:ext uri="{FF2B5EF4-FFF2-40B4-BE49-F238E27FC236}">
                <a16:creationId xmlns:a16="http://schemas.microsoft.com/office/drawing/2014/main" id="{BB17A32D-F3EB-C2A4-BD63-A773C9C36D1D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849525" y="2107732"/>
            <a:ext cx="163512" cy="112713"/>
          </a:xfrm>
          <a:custGeom>
            <a:avLst/>
            <a:gdLst>
              <a:gd name="T0" fmla="*/ 163 w 1411"/>
              <a:gd name="T1" fmla="*/ 0 h 977"/>
              <a:gd name="T2" fmla="*/ 0 w 1411"/>
              <a:gd name="T3" fmla="*/ 163 h 977"/>
              <a:gd name="T4" fmla="*/ 0 w 1411"/>
              <a:gd name="T5" fmla="*/ 815 h 977"/>
              <a:gd name="T6" fmla="*/ 163 w 1411"/>
              <a:gd name="T7" fmla="*/ 977 h 977"/>
              <a:gd name="T8" fmla="*/ 1248 w 1411"/>
              <a:gd name="T9" fmla="*/ 977 h 977"/>
              <a:gd name="T10" fmla="*/ 1411 w 1411"/>
              <a:gd name="T11" fmla="*/ 815 h 977"/>
              <a:gd name="T12" fmla="*/ 1411 w 1411"/>
              <a:gd name="T13" fmla="*/ 163 h 977"/>
              <a:gd name="T14" fmla="*/ 1248 w 1411"/>
              <a:gd name="T15" fmla="*/ 0 h 977"/>
              <a:gd name="T16" fmla="*/ 163 w 1411"/>
              <a:gd name="T17" fmla="*/ 0 h 977"/>
              <a:gd name="T18" fmla="*/ 163 w 1411"/>
              <a:gd name="T19" fmla="*/ 109 h 977"/>
              <a:gd name="T20" fmla="*/ 1248 w 1411"/>
              <a:gd name="T21" fmla="*/ 109 h 977"/>
              <a:gd name="T22" fmla="*/ 1302 w 1411"/>
              <a:gd name="T23" fmla="*/ 163 h 977"/>
              <a:gd name="T24" fmla="*/ 1302 w 1411"/>
              <a:gd name="T25" fmla="*/ 190 h 977"/>
              <a:gd name="T26" fmla="*/ 705 w 1411"/>
              <a:gd name="T27" fmla="*/ 513 h 977"/>
              <a:gd name="T28" fmla="*/ 108 w 1411"/>
              <a:gd name="T29" fmla="*/ 190 h 977"/>
              <a:gd name="T30" fmla="*/ 108 w 1411"/>
              <a:gd name="T31" fmla="*/ 163 h 977"/>
              <a:gd name="T32" fmla="*/ 163 w 1411"/>
              <a:gd name="T33" fmla="*/ 109 h 977"/>
              <a:gd name="T34" fmla="*/ 108 w 1411"/>
              <a:gd name="T35" fmla="*/ 206 h 977"/>
              <a:gd name="T36" fmla="*/ 463 w 1411"/>
              <a:gd name="T37" fmla="*/ 482 h 977"/>
              <a:gd name="T38" fmla="*/ 115 w 1411"/>
              <a:gd name="T39" fmla="*/ 838 h 977"/>
              <a:gd name="T40" fmla="*/ 539 w 1411"/>
              <a:gd name="T41" fmla="*/ 535 h 977"/>
              <a:gd name="T42" fmla="*/ 705 w 1411"/>
              <a:gd name="T43" fmla="*/ 643 h 977"/>
              <a:gd name="T44" fmla="*/ 872 w 1411"/>
              <a:gd name="T45" fmla="*/ 535 h 977"/>
              <a:gd name="T46" fmla="*/ 1296 w 1411"/>
              <a:gd name="T47" fmla="*/ 838 h 977"/>
              <a:gd name="T48" fmla="*/ 948 w 1411"/>
              <a:gd name="T49" fmla="*/ 482 h 977"/>
              <a:gd name="T50" fmla="*/ 1302 w 1411"/>
              <a:gd name="T51" fmla="*/ 206 h 977"/>
              <a:gd name="T52" fmla="*/ 1302 w 1411"/>
              <a:gd name="T53" fmla="*/ 815 h 977"/>
              <a:gd name="T54" fmla="*/ 1296 w 1411"/>
              <a:gd name="T55" fmla="*/ 838 h 977"/>
              <a:gd name="T56" fmla="*/ 1248 w 1411"/>
              <a:gd name="T57" fmla="*/ 869 h 977"/>
              <a:gd name="T58" fmla="*/ 163 w 1411"/>
              <a:gd name="T59" fmla="*/ 869 h 977"/>
              <a:gd name="T60" fmla="*/ 115 w 1411"/>
              <a:gd name="T61" fmla="*/ 838 h 977"/>
              <a:gd name="T62" fmla="*/ 108 w 1411"/>
              <a:gd name="T63" fmla="*/ 815 h 977"/>
              <a:gd name="T64" fmla="*/ 108 w 1411"/>
              <a:gd name="T65" fmla="*/ 206 h 9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411" h="977">
                <a:moveTo>
                  <a:pt x="163" y="0"/>
                </a:moveTo>
                <a:cubicBezTo>
                  <a:pt x="73" y="0"/>
                  <a:pt x="0" y="73"/>
                  <a:pt x="0" y="163"/>
                </a:cubicBezTo>
                <a:lnTo>
                  <a:pt x="0" y="815"/>
                </a:lnTo>
                <a:cubicBezTo>
                  <a:pt x="0" y="904"/>
                  <a:pt x="73" y="977"/>
                  <a:pt x="163" y="977"/>
                </a:cubicBezTo>
                <a:lnTo>
                  <a:pt x="1248" y="977"/>
                </a:lnTo>
                <a:cubicBezTo>
                  <a:pt x="1338" y="977"/>
                  <a:pt x="1411" y="904"/>
                  <a:pt x="1411" y="815"/>
                </a:cubicBezTo>
                <a:lnTo>
                  <a:pt x="1411" y="163"/>
                </a:lnTo>
                <a:cubicBezTo>
                  <a:pt x="1411" y="73"/>
                  <a:pt x="1338" y="0"/>
                  <a:pt x="1248" y="0"/>
                </a:cubicBezTo>
                <a:lnTo>
                  <a:pt x="163" y="0"/>
                </a:lnTo>
                <a:close/>
                <a:moveTo>
                  <a:pt x="163" y="109"/>
                </a:moveTo>
                <a:lnTo>
                  <a:pt x="1248" y="109"/>
                </a:lnTo>
                <a:cubicBezTo>
                  <a:pt x="1278" y="109"/>
                  <a:pt x="1302" y="133"/>
                  <a:pt x="1302" y="163"/>
                </a:cubicBezTo>
                <a:lnTo>
                  <a:pt x="1302" y="190"/>
                </a:lnTo>
                <a:lnTo>
                  <a:pt x="705" y="513"/>
                </a:lnTo>
                <a:lnTo>
                  <a:pt x="108" y="190"/>
                </a:lnTo>
                <a:lnTo>
                  <a:pt x="108" y="163"/>
                </a:lnTo>
                <a:cubicBezTo>
                  <a:pt x="108" y="133"/>
                  <a:pt x="133" y="109"/>
                  <a:pt x="163" y="109"/>
                </a:cubicBezTo>
                <a:close/>
                <a:moveTo>
                  <a:pt x="108" y="206"/>
                </a:moveTo>
                <a:lnTo>
                  <a:pt x="463" y="482"/>
                </a:lnTo>
                <a:lnTo>
                  <a:pt x="115" y="838"/>
                </a:lnTo>
                <a:lnTo>
                  <a:pt x="539" y="535"/>
                </a:lnTo>
                <a:lnTo>
                  <a:pt x="705" y="643"/>
                </a:lnTo>
                <a:lnTo>
                  <a:pt x="872" y="535"/>
                </a:lnTo>
                <a:lnTo>
                  <a:pt x="1296" y="838"/>
                </a:lnTo>
                <a:lnTo>
                  <a:pt x="948" y="482"/>
                </a:lnTo>
                <a:lnTo>
                  <a:pt x="1302" y="206"/>
                </a:lnTo>
                <a:lnTo>
                  <a:pt x="1302" y="815"/>
                </a:lnTo>
                <a:cubicBezTo>
                  <a:pt x="1302" y="824"/>
                  <a:pt x="1300" y="831"/>
                  <a:pt x="1296" y="838"/>
                </a:cubicBezTo>
                <a:cubicBezTo>
                  <a:pt x="1286" y="855"/>
                  <a:pt x="1269" y="869"/>
                  <a:pt x="1248" y="869"/>
                </a:cubicBezTo>
                <a:lnTo>
                  <a:pt x="163" y="869"/>
                </a:lnTo>
                <a:cubicBezTo>
                  <a:pt x="142" y="869"/>
                  <a:pt x="124" y="856"/>
                  <a:pt x="115" y="838"/>
                </a:cubicBezTo>
                <a:cubicBezTo>
                  <a:pt x="111" y="831"/>
                  <a:pt x="108" y="823"/>
                  <a:pt x="108" y="815"/>
                </a:cubicBezTo>
                <a:lnTo>
                  <a:pt x="108" y="206"/>
                </a:lnTo>
                <a:close/>
              </a:path>
            </a:pathLst>
          </a:custGeom>
          <a:solidFill>
            <a:srgbClr val="00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14B1835-27AD-F649-E666-31F7BC831166}"/>
              </a:ext>
            </a:extLst>
          </p:cNvPr>
          <p:cNvSpPr txBox="1"/>
          <p:nvPr/>
        </p:nvSpPr>
        <p:spPr>
          <a:xfrm>
            <a:off x="254653" y="2601631"/>
            <a:ext cx="135692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연락처 </a:t>
            </a:r>
            <a:endParaRPr lang="en-US" altLang="ko-KR" sz="800" b="1" dirty="0">
              <a:solidFill>
                <a:srgbClr val="28A57D"/>
              </a:solidFill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F1A722FE-E750-D912-CF8A-405561908DEA}"/>
              </a:ext>
            </a:extLst>
          </p:cNvPr>
          <p:cNvSpPr/>
          <p:nvPr/>
        </p:nvSpPr>
        <p:spPr>
          <a:xfrm>
            <a:off x="301961" y="2831091"/>
            <a:ext cx="3018944" cy="215445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010 – 0000 - 0000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107DB49-D3FD-D62C-9D4E-94AAA5B2D780}"/>
              </a:ext>
            </a:extLst>
          </p:cNvPr>
          <p:cNvSpPr txBox="1"/>
          <p:nvPr/>
        </p:nvSpPr>
        <p:spPr>
          <a:xfrm>
            <a:off x="254653" y="3452147"/>
            <a:ext cx="135692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이메일 주소 </a:t>
            </a:r>
            <a:endParaRPr lang="en-US" altLang="ko-KR" sz="800" b="1" dirty="0">
              <a:solidFill>
                <a:srgbClr val="28A57D"/>
              </a:solidFill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76B2CF8C-F3B2-43D3-1FED-C5A28A301D26}"/>
              </a:ext>
            </a:extLst>
          </p:cNvPr>
          <p:cNvSpPr/>
          <p:nvPr/>
        </p:nvSpPr>
        <p:spPr>
          <a:xfrm>
            <a:off x="301961" y="3681607"/>
            <a:ext cx="3018944" cy="215445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</a:rPr>
              <a:t>example@company.com</a:t>
            </a:r>
          </a:p>
        </p:txBody>
      </p:sp>
      <p:sp>
        <p:nvSpPr>
          <p:cNvPr id="41" name="화살표: 위쪽 40">
            <a:extLst>
              <a:ext uri="{FF2B5EF4-FFF2-40B4-BE49-F238E27FC236}">
                <a16:creationId xmlns:a16="http://schemas.microsoft.com/office/drawing/2014/main" id="{BC2AD7D8-E165-EA80-BFE3-5BECB4139617}"/>
              </a:ext>
            </a:extLst>
          </p:cNvPr>
          <p:cNvSpPr/>
          <p:nvPr/>
        </p:nvSpPr>
        <p:spPr>
          <a:xfrm>
            <a:off x="8560131" y="6033374"/>
            <a:ext cx="1227600" cy="635986"/>
          </a:xfrm>
          <a:prstGeom prst="upArrow">
            <a:avLst>
              <a:gd name="adj1" fmla="val 73276"/>
              <a:gd name="adj2" fmla="val 50000"/>
            </a:avLst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ko-KR" altLang="en-US" sz="1200" b="1" dirty="0">
                <a:solidFill>
                  <a:schemeClr val="bg1"/>
                </a:solidFill>
                <a:latin typeface="맑은 고딕" pitchFamily="50" charset="-127"/>
              </a:rPr>
              <a:t>이전페이지</a:t>
            </a:r>
            <a:r>
              <a:rPr lang="ko-KR" altLang="en-US" sz="1200" dirty="0">
                <a:solidFill>
                  <a:schemeClr val="bg1"/>
                </a:solidFill>
                <a:latin typeface="맑은 고딕" pitchFamily="50" charset="-127"/>
              </a:rPr>
              <a:t> 이어서</a:t>
            </a:r>
            <a:endParaRPr kumimoji="1" lang="ko-KR" altLang="en-US" sz="1200" b="1" dirty="0">
              <a:solidFill>
                <a:schemeClr val="bg1"/>
              </a:solidFill>
              <a:latin typeface="맑은 고딕" pitchFamily="50" charset="-127"/>
            </a:endParaRPr>
          </a:p>
        </p:txBody>
      </p:sp>
      <p:graphicFrame>
        <p:nvGraphicFramePr>
          <p:cNvPr id="42" name="Group 260">
            <a:extLst>
              <a:ext uri="{FF2B5EF4-FFF2-40B4-BE49-F238E27FC236}">
                <a16:creationId xmlns:a16="http://schemas.microsoft.com/office/drawing/2014/main" id="{0402B505-4788-367F-F8A2-47DA361619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2654252"/>
              </p:ext>
            </p:extLst>
          </p:nvPr>
        </p:nvGraphicFramePr>
        <p:xfrm>
          <a:off x="6969418" y="2548005"/>
          <a:ext cx="2772114" cy="647558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게시판 </a:t>
                      </a: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샘플</a:t>
                      </a: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게시판 등록 </a:t>
                      </a:r>
                      <a:r>
                        <a:rPr kumimoji="1" lang="en-US" altLang="ko-KR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(2/2)</a:t>
                      </a:r>
                      <a:endParaRPr kumimoji="1" lang="ko-KR" altLang="en-US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게시판 등록 페이지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01741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716B4-95A0-770A-1EA7-9414E30AA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1D31E1F4-D859-5279-DABA-890566FEB89F}"/>
              </a:ext>
            </a:extLst>
          </p:cNvPr>
          <p:cNvSpPr txBox="1"/>
          <p:nvPr/>
        </p:nvSpPr>
        <p:spPr>
          <a:xfrm rot="16200000">
            <a:off x="-432110" y="1197338"/>
            <a:ext cx="23066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C</a:t>
            </a:r>
            <a:r>
              <a:rPr lang="en-US" altLang="ko-KR" sz="3000" b="1" dirty="0">
                <a:solidFill>
                  <a:srgbClr val="D7D7D7"/>
                </a:solidFill>
                <a:latin typeface="Noto Sans" panose="020B0502040504020204" pitchFamily="34" charset="0"/>
              </a:rPr>
              <a:t>O</a:t>
            </a:r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NTENT</a:t>
            </a:r>
            <a:r>
              <a:rPr lang="en-US" altLang="ko-KR" sz="3000" b="1" dirty="0">
                <a:solidFill>
                  <a:srgbClr val="F0F0F0"/>
                </a:solidFill>
                <a:latin typeface="Noto Sans" panose="020B0502040504020204" pitchFamily="34" charset="0"/>
              </a:rPr>
              <a:t>S</a:t>
            </a:r>
            <a:endParaRPr lang="ko-KR" altLang="en-US" sz="3000" b="1" dirty="0">
              <a:solidFill>
                <a:srgbClr val="F0F0F0"/>
              </a:solidFill>
              <a:latin typeface="Noto Sans" panose="020B0502040504020204" pitchFamily="34" charset="0"/>
            </a:endParaRPr>
          </a:p>
        </p:txBody>
      </p:sp>
      <p:sp>
        <p:nvSpPr>
          <p:cNvPr id="30" name="Text Box 11">
            <a:extLst>
              <a:ext uri="{FF2B5EF4-FFF2-40B4-BE49-F238E27FC236}">
                <a16:creationId xmlns:a16="http://schemas.microsoft.com/office/drawing/2014/main" id="{A53B5950-C1D8-0646-1AB6-B4BB616A78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5436" y="2140622"/>
            <a:ext cx="4765463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회사소개 메뉴 구성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</p:txBody>
      </p:sp>
      <p:sp>
        <p:nvSpPr>
          <p:cNvPr id="31" name="Text Box 5">
            <a:extLst>
              <a:ext uri="{FF2B5EF4-FFF2-40B4-BE49-F238E27FC236}">
                <a16:creationId xmlns:a16="http://schemas.microsoft.com/office/drawing/2014/main" id="{3C327FA3-F17C-E658-E40A-F9230D2F16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6305" y="1477454"/>
            <a:ext cx="277977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ko-KR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Noto Sans" panose="020B0502040504020204" pitchFamily="34" charset="0"/>
              </a:rPr>
              <a:t>회사소개</a:t>
            </a:r>
            <a:endParaRPr lang="en-US" altLang="ko-KR" sz="1600" b="1" dirty="0">
              <a:solidFill>
                <a:prstClr val="black">
                  <a:lumMod val="75000"/>
                  <a:lumOff val="25000"/>
                </a:prstClr>
              </a:solidFill>
              <a:latin typeface="Noto Sans" panose="020B0502040504020204" pitchFamily="34" charset="0"/>
            </a:endParaRP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FDA197E2-4A8D-EFDA-6E59-2D069D56BB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0483" y="1369732"/>
            <a:ext cx="764953" cy="5539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prstClr val="white"/>
                </a:solidFill>
              </a:rPr>
              <a:t>04</a:t>
            </a:r>
            <a:endParaRPr lang="ko-KR" altLang="en-US" sz="2000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7435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6FCF8-2BFC-1A5C-DAB8-0F85394A1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12ED40F8-C4E2-CDD2-A77F-C4ED6A8FB95F}"/>
              </a:ext>
            </a:extLst>
          </p:cNvPr>
          <p:cNvSpPr txBox="1"/>
          <p:nvPr/>
        </p:nvSpPr>
        <p:spPr>
          <a:xfrm rot="16200000">
            <a:off x="-432110" y="1197338"/>
            <a:ext cx="23066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C</a:t>
            </a:r>
            <a:r>
              <a:rPr lang="en-US" altLang="ko-KR" sz="3000" b="1" dirty="0">
                <a:solidFill>
                  <a:srgbClr val="D7D7D7"/>
                </a:solidFill>
                <a:latin typeface="Noto Sans" panose="020B0502040504020204" pitchFamily="34" charset="0"/>
              </a:rPr>
              <a:t>O</a:t>
            </a:r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NTENT</a:t>
            </a:r>
            <a:r>
              <a:rPr lang="en-US" altLang="ko-KR" sz="3000" b="1" dirty="0">
                <a:solidFill>
                  <a:srgbClr val="F0F0F0"/>
                </a:solidFill>
                <a:latin typeface="Noto Sans" panose="020B0502040504020204" pitchFamily="34" charset="0"/>
              </a:rPr>
              <a:t>S</a:t>
            </a:r>
            <a:endParaRPr lang="ko-KR" altLang="en-US" sz="3000" b="1" dirty="0">
              <a:solidFill>
                <a:srgbClr val="F0F0F0"/>
              </a:solidFill>
              <a:latin typeface="Noto Sans" panose="020B0502040504020204" pitchFamily="34" charset="0"/>
            </a:endParaRPr>
          </a:p>
        </p:txBody>
      </p:sp>
      <p:sp>
        <p:nvSpPr>
          <p:cNvPr id="30" name="Text Box 11">
            <a:extLst>
              <a:ext uri="{FF2B5EF4-FFF2-40B4-BE49-F238E27FC236}">
                <a16:creationId xmlns:a16="http://schemas.microsoft.com/office/drawing/2014/main" id="{4A8E3993-44D2-C439-7084-A8C2AF1FAF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5436" y="2140622"/>
            <a:ext cx="4765463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회사소개 바로가기 링크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</p:txBody>
      </p:sp>
      <p:sp>
        <p:nvSpPr>
          <p:cNvPr id="31" name="Text Box 5">
            <a:extLst>
              <a:ext uri="{FF2B5EF4-FFF2-40B4-BE49-F238E27FC236}">
                <a16:creationId xmlns:a16="http://schemas.microsoft.com/office/drawing/2014/main" id="{58F296EA-C006-A918-7F5C-B8EBCD805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6305" y="1477454"/>
            <a:ext cx="277977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ko-KR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Noto Sans" panose="020B0502040504020204" pitchFamily="34" charset="0"/>
              </a:rPr>
              <a:t>회사소개</a:t>
            </a:r>
            <a:endParaRPr lang="en-US" altLang="ko-KR" sz="1600" b="1" dirty="0">
              <a:solidFill>
                <a:prstClr val="black">
                  <a:lumMod val="75000"/>
                  <a:lumOff val="25000"/>
                </a:prstClr>
              </a:solidFill>
              <a:latin typeface="Noto Sans" panose="020B0502040504020204" pitchFamily="34" charset="0"/>
            </a:endParaRP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C9EEA1A4-56C8-283B-1B5B-C669A75CD9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0483" y="1369732"/>
            <a:ext cx="764953" cy="5539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prstClr val="white"/>
                </a:solidFill>
              </a:rPr>
              <a:t>01</a:t>
            </a:r>
            <a:endParaRPr lang="ko-KR" altLang="en-US" sz="2000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03896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94D09-862C-E8E7-FF09-0930ABC39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81E6F9-C085-8083-694A-6126F487226D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>
                <a:solidFill>
                  <a:prstClr val="black"/>
                </a:solidFill>
              </a:rPr>
              <a:t>홈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회사소개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회사소개</a:t>
            </a:r>
          </a:p>
        </p:txBody>
      </p:sp>
      <p:graphicFrame>
        <p:nvGraphicFramePr>
          <p:cNvPr id="3" name="Group 260">
            <a:extLst>
              <a:ext uri="{FF2B5EF4-FFF2-40B4-BE49-F238E27FC236}">
                <a16:creationId xmlns:a16="http://schemas.microsoft.com/office/drawing/2014/main" id="{C2CA936D-3DD0-8E9B-585E-78DEB48EE7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9805215"/>
              </p:ext>
            </p:extLst>
          </p:nvPr>
        </p:nvGraphicFramePr>
        <p:xfrm>
          <a:off x="6969418" y="2548005"/>
          <a:ext cx="2772114" cy="647558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회사소개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회사소개 </a:t>
                      </a:r>
                      <a:r>
                        <a:rPr kumimoji="1" lang="ko-KR" altLang="en-US" sz="7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링크시</a:t>
                      </a: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7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위즈워그</a:t>
                      </a: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회사 홈페이지 회사소개 메뉴 링크 적용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18402BD-563E-F602-8033-D6F3B1D9BF8D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회사소개</a:t>
            </a:r>
          </a:p>
        </p:txBody>
      </p:sp>
      <p:pic>
        <p:nvPicPr>
          <p:cNvPr id="7" name="그림 6" descr="텍스트, 스크린샷, 명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73CC547-0CB8-FCC2-810B-431F3ECA6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151" y="3131575"/>
            <a:ext cx="4286422" cy="29384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982F939-AB9B-0FDB-05AF-439B86C3940D}"/>
              </a:ext>
            </a:extLst>
          </p:cNvPr>
          <p:cNvSpPr txBox="1"/>
          <p:nvPr/>
        </p:nvSpPr>
        <p:spPr>
          <a:xfrm>
            <a:off x="236476" y="1340768"/>
            <a:ext cx="900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err="1">
                <a:solidFill>
                  <a:srgbClr val="2858A9"/>
                </a:solidFill>
              </a:rPr>
              <a:t>wiz</a:t>
            </a:r>
            <a:r>
              <a:rPr lang="en-US" altLang="ko-KR" sz="1200" b="1" dirty="0" err="1">
                <a:solidFill>
                  <a:srgbClr val="E853A1"/>
                </a:solidFill>
              </a:rPr>
              <a:t>shop</a:t>
            </a:r>
            <a:endParaRPr lang="ko-KR" altLang="en-US" sz="1200" b="1" dirty="0">
              <a:solidFill>
                <a:srgbClr val="E853A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6D7887-6ABA-DAF5-0EB1-B0109F108F71}"/>
              </a:ext>
            </a:extLst>
          </p:cNvPr>
          <p:cNvSpPr txBox="1"/>
          <p:nvPr/>
        </p:nvSpPr>
        <p:spPr>
          <a:xfrm>
            <a:off x="992560" y="1382454"/>
            <a:ext cx="22682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서울과학기술대학교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3A6995-80E5-177B-2135-BB7511315FD1}"/>
              </a:ext>
            </a:extLst>
          </p:cNvPr>
          <p:cNvSpPr txBox="1"/>
          <p:nvPr/>
        </p:nvSpPr>
        <p:spPr>
          <a:xfrm>
            <a:off x="229472" y="1711841"/>
            <a:ext cx="45365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메인      구매신청      고객센터      </a:t>
            </a:r>
            <a:r>
              <a:rPr lang="ko-KR" altLang="en-US" sz="1200" b="1" dirty="0">
                <a:solidFill>
                  <a:srgbClr val="2857A9"/>
                </a:solidFill>
              </a:rPr>
              <a:t>회사소개</a:t>
            </a:r>
            <a:r>
              <a:rPr lang="ko-KR" altLang="en-US" sz="1200" b="1" dirty="0"/>
              <a:t>      마이페이지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0AA2DB58-0791-C776-7243-141E8666496C}"/>
              </a:ext>
            </a:extLst>
          </p:cNvPr>
          <p:cNvCxnSpPr/>
          <p:nvPr/>
        </p:nvCxnSpPr>
        <p:spPr>
          <a:xfrm>
            <a:off x="164468" y="2060848"/>
            <a:ext cx="6804950" cy="0"/>
          </a:xfrm>
          <a:prstGeom prst="line">
            <a:avLst/>
          </a:prstGeom>
          <a:ln w="6350" cmpd="sng">
            <a:solidFill>
              <a:schemeClr val="tx1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5F1EE70E-2079-9C12-EA88-81A6700BFE8B}"/>
              </a:ext>
            </a:extLst>
          </p:cNvPr>
          <p:cNvGrpSpPr/>
          <p:nvPr/>
        </p:nvGrpSpPr>
        <p:grpSpPr>
          <a:xfrm>
            <a:off x="5709084" y="1364087"/>
            <a:ext cx="1188108" cy="254000"/>
            <a:chOff x="5241032" y="1433104"/>
            <a:chExt cx="1188108" cy="254000"/>
          </a:xfrm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B477234C-D245-DE88-2C5B-B6CFAE71E7D5}"/>
                </a:ext>
              </a:extLst>
            </p:cNvPr>
            <p:cNvGrpSpPr/>
            <p:nvPr/>
          </p:nvGrpSpPr>
          <p:grpSpPr>
            <a:xfrm>
              <a:off x="5241032" y="1433104"/>
              <a:ext cx="254000" cy="254000"/>
              <a:chOff x="7433374" y="4006664"/>
              <a:chExt cx="254000" cy="254000"/>
            </a:xfrm>
          </p:grpSpPr>
          <p:sp>
            <p:nvSpPr>
              <p:cNvPr id="17" name="Avatar Placeholder">
                <a:extLst>
                  <a:ext uri="{FF2B5EF4-FFF2-40B4-BE49-F238E27FC236}">
                    <a16:creationId xmlns:a16="http://schemas.microsoft.com/office/drawing/2014/main" id="{77AA788A-17C2-A5E6-9AA6-D5A0506CA63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433374" y="4006664"/>
                <a:ext cx="254000" cy="254000"/>
              </a:xfrm>
              <a:prstGeom prst="ellipse">
                <a:avLst/>
              </a:prstGeom>
              <a:solidFill>
                <a:srgbClr val="E853A1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8" name="User">
                <a:extLst>
                  <a:ext uri="{FF2B5EF4-FFF2-40B4-BE49-F238E27FC236}">
                    <a16:creationId xmlns:a16="http://schemas.microsoft.com/office/drawing/2014/main" id="{FE0A4089-3B0F-8905-94EF-5AAF5BB8021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486867" y="4056798"/>
                <a:ext cx="136525" cy="161925"/>
              </a:xfrm>
              <a:custGeom>
                <a:avLst/>
                <a:gdLst>
                  <a:gd name="T0" fmla="*/ 597 w 1194"/>
                  <a:gd name="T1" fmla="*/ 0 h 1411"/>
                  <a:gd name="T2" fmla="*/ 271 w 1194"/>
                  <a:gd name="T3" fmla="*/ 325 h 1411"/>
                  <a:gd name="T4" fmla="*/ 434 w 1194"/>
                  <a:gd name="T5" fmla="*/ 695 h 1411"/>
                  <a:gd name="T6" fmla="*/ 434 w 1194"/>
                  <a:gd name="T7" fmla="*/ 771 h 1411"/>
                  <a:gd name="T8" fmla="*/ 385 w 1194"/>
                  <a:gd name="T9" fmla="*/ 836 h 1411"/>
                  <a:gd name="T10" fmla="*/ 0 w 1194"/>
                  <a:gd name="T11" fmla="*/ 1124 h 1411"/>
                  <a:gd name="T12" fmla="*/ 0 w 1194"/>
                  <a:gd name="T13" fmla="*/ 1221 h 1411"/>
                  <a:gd name="T14" fmla="*/ 597 w 1194"/>
                  <a:gd name="T15" fmla="*/ 1411 h 1411"/>
                  <a:gd name="T16" fmla="*/ 1194 w 1194"/>
                  <a:gd name="T17" fmla="*/ 1221 h 1411"/>
                  <a:gd name="T18" fmla="*/ 1194 w 1194"/>
                  <a:gd name="T19" fmla="*/ 1124 h 1411"/>
                  <a:gd name="T20" fmla="*/ 809 w 1194"/>
                  <a:gd name="T21" fmla="*/ 836 h 1411"/>
                  <a:gd name="T22" fmla="*/ 760 w 1194"/>
                  <a:gd name="T23" fmla="*/ 771 h 1411"/>
                  <a:gd name="T24" fmla="*/ 760 w 1194"/>
                  <a:gd name="T25" fmla="*/ 695 h 1411"/>
                  <a:gd name="T26" fmla="*/ 923 w 1194"/>
                  <a:gd name="T27" fmla="*/ 325 h 1411"/>
                  <a:gd name="T28" fmla="*/ 597 w 1194"/>
                  <a:gd name="T29" fmla="*/ 0 h 1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94" h="1411">
                    <a:moveTo>
                      <a:pt x="597" y="0"/>
                    </a:moveTo>
                    <a:cubicBezTo>
                      <a:pt x="418" y="0"/>
                      <a:pt x="271" y="113"/>
                      <a:pt x="271" y="325"/>
                    </a:cubicBezTo>
                    <a:cubicBezTo>
                      <a:pt x="271" y="467"/>
                      <a:pt x="337" y="613"/>
                      <a:pt x="434" y="695"/>
                    </a:cubicBezTo>
                    <a:lnTo>
                      <a:pt x="434" y="771"/>
                    </a:lnTo>
                    <a:cubicBezTo>
                      <a:pt x="434" y="804"/>
                      <a:pt x="412" y="830"/>
                      <a:pt x="385" y="836"/>
                    </a:cubicBezTo>
                    <a:cubicBezTo>
                      <a:pt x="173" y="901"/>
                      <a:pt x="0" y="1043"/>
                      <a:pt x="0" y="1124"/>
                    </a:cubicBezTo>
                    <a:lnTo>
                      <a:pt x="0" y="1221"/>
                    </a:lnTo>
                    <a:cubicBezTo>
                      <a:pt x="0" y="1324"/>
                      <a:pt x="266" y="1411"/>
                      <a:pt x="597" y="1411"/>
                    </a:cubicBezTo>
                    <a:cubicBezTo>
                      <a:pt x="928" y="1411"/>
                      <a:pt x="1194" y="1324"/>
                      <a:pt x="1194" y="1221"/>
                    </a:cubicBezTo>
                    <a:lnTo>
                      <a:pt x="1194" y="1124"/>
                    </a:lnTo>
                    <a:cubicBezTo>
                      <a:pt x="1194" y="1048"/>
                      <a:pt x="1026" y="901"/>
                      <a:pt x="809" y="836"/>
                    </a:cubicBezTo>
                    <a:cubicBezTo>
                      <a:pt x="782" y="830"/>
                      <a:pt x="760" y="798"/>
                      <a:pt x="760" y="771"/>
                    </a:cubicBezTo>
                    <a:lnTo>
                      <a:pt x="760" y="695"/>
                    </a:lnTo>
                    <a:cubicBezTo>
                      <a:pt x="857" y="613"/>
                      <a:pt x="923" y="467"/>
                      <a:pt x="923" y="325"/>
                    </a:cubicBezTo>
                    <a:cubicBezTo>
                      <a:pt x="923" y="113"/>
                      <a:pt x="776" y="0"/>
                      <a:pt x="59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F099C68-AB02-761B-41FF-37E7AC37A1C8}"/>
                </a:ext>
              </a:extLst>
            </p:cNvPr>
            <p:cNvSpPr txBox="1"/>
            <p:nvPr/>
          </p:nvSpPr>
          <p:spPr>
            <a:xfrm>
              <a:off x="5495032" y="1450221"/>
              <a:ext cx="89812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/>
                <a:t>홍길동 </a:t>
              </a:r>
              <a:r>
                <a:rPr lang="ko-KR" altLang="en-US" sz="900" dirty="0"/>
                <a:t>님</a:t>
              </a:r>
              <a:r>
                <a:rPr lang="ko-KR" altLang="en-US" sz="900" b="1" dirty="0"/>
                <a:t> </a:t>
              </a:r>
              <a:r>
                <a:rPr lang="en-US" altLang="ko-KR" sz="900" b="1" dirty="0"/>
                <a:t>〉</a:t>
              </a:r>
              <a:endParaRPr lang="ko-KR" altLang="en-US" sz="900" b="1" dirty="0"/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A03A2BFF-9FC9-ECB5-FEF3-B680C3FDA969}"/>
                </a:ext>
              </a:extLst>
            </p:cNvPr>
            <p:cNvSpPr/>
            <p:nvPr/>
          </p:nvSpPr>
          <p:spPr>
            <a:xfrm>
              <a:off x="6213140" y="1450220"/>
              <a:ext cx="216000" cy="216000"/>
            </a:xfrm>
            <a:prstGeom prst="roundRect">
              <a:avLst/>
            </a:prstGeom>
            <a:solidFill>
              <a:srgbClr val="2858A9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endParaRPr lang="ko-KR" altLang="en-US" sz="900" b="1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6" name="Exit">
              <a:extLst>
                <a:ext uri="{FF2B5EF4-FFF2-40B4-BE49-F238E27FC236}">
                  <a16:creationId xmlns:a16="http://schemas.microsoft.com/office/drawing/2014/main" id="{6E259DDB-CC37-9FD8-B723-37AD7206A403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6244723" y="1476493"/>
              <a:ext cx="134938" cy="161925"/>
            </a:xfrm>
            <a:custGeom>
              <a:avLst/>
              <a:gdLst>
                <a:gd name="T0" fmla="*/ 163 w 1167"/>
                <a:gd name="T1" fmla="*/ 0 h 1411"/>
                <a:gd name="T2" fmla="*/ 0 w 1167"/>
                <a:gd name="T3" fmla="*/ 163 h 1411"/>
                <a:gd name="T4" fmla="*/ 0 w 1167"/>
                <a:gd name="T5" fmla="*/ 1248 h 1411"/>
                <a:gd name="T6" fmla="*/ 163 w 1167"/>
                <a:gd name="T7" fmla="*/ 1411 h 1411"/>
                <a:gd name="T8" fmla="*/ 923 w 1167"/>
                <a:gd name="T9" fmla="*/ 1411 h 1411"/>
                <a:gd name="T10" fmla="*/ 1085 w 1167"/>
                <a:gd name="T11" fmla="*/ 1248 h 1411"/>
                <a:gd name="T12" fmla="*/ 1085 w 1167"/>
                <a:gd name="T13" fmla="*/ 967 h 1411"/>
                <a:gd name="T14" fmla="*/ 977 w 1167"/>
                <a:gd name="T15" fmla="*/ 1062 h 1411"/>
                <a:gd name="T16" fmla="*/ 977 w 1167"/>
                <a:gd name="T17" fmla="*/ 1248 h 1411"/>
                <a:gd name="T18" fmla="*/ 923 w 1167"/>
                <a:gd name="T19" fmla="*/ 1303 h 1411"/>
                <a:gd name="T20" fmla="*/ 163 w 1167"/>
                <a:gd name="T21" fmla="*/ 1303 h 1411"/>
                <a:gd name="T22" fmla="*/ 109 w 1167"/>
                <a:gd name="T23" fmla="*/ 1248 h 1411"/>
                <a:gd name="T24" fmla="*/ 109 w 1167"/>
                <a:gd name="T25" fmla="*/ 163 h 1411"/>
                <a:gd name="T26" fmla="*/ 163 w 1167"/>
                <a:gd name="T27" fmla="*/ 109 h 1411"/>
                <a:gd name="T28" fmla="*/ 923 w 1167"/>
                <a:gd name="T29" fmla="*/ 109 h 1411"/>
                <a:gd name="T30" fmla="*/ 977 w 1167"/>
                <a:gd name="T31" fmla="*/ 163 h 1411"/>
                <a:gd name="T32" fmla="*/ 977 w 1167"/>
                <a:gd name="T33" fmla="*/ 351 h 1411"/>
                <a:gd name="T34" fmla="*/ 1085 w 1167"/>
                <a:gd name="T35" fmla="*/ 444 h 1411"/>
                <a:gd name="T36" fmla="*/ 1085 w 1167"/>
                <a:gd name="T37" fmla="*/ 163 h 1411"/>
                <a:gd name="T38" fmla="*/ 923 w 1167"/>
                <a:gd name="T39" fmla="*/ 0 h 1411"/>
                <a:gd name="T40" fmla="*/ 163 w 1167"/>
                <a:gd name="T41" fmla="*/ 0 h 1411"/>
                <a:gd name="T42" fmla="*/ 751 w 1167"/>
                <a:gd name="T43" fmla="*/ 351 h 1411"/>
                <a:gd name="T44" fmla="*/ 706 w 1167"/>
                <a:gd name="T45" fmla="*/ 405 h 1411"/>
                <a:gd name="T46" fmla="*/ 706 w 1167"/>
                <a:gd name="T47" fmla="*/ 543 h 1411"/>
                <a:gd name="T48" fmla="*/ 380 w 1167"/>
                <a:gd name="T49" fmla="*/ 543 h 1411"/>
                <a:gd name="T50" fmla="*/ 326 w 1167"/>
                <a:gd name="T51" fmla="*/ 597 h 1411"/>
                <a:gd name="T52" fmla="*/ 326 w 1167"/>
                <a:gd name="T53" fmla="*/ 814 h 1411"/>
                <a:gd name="T54" fmla="*/ 380 w 1167"/>
                <a:gd name="T55" fmla="*/ 869 h 1411"/>
                <a:gd name="T56" fmla="*/ 706 w 1167"/>
                <a:gd name="T57" fmla="*/ 869 h 1411"/>
                <a:gd name="T58" fmla="*/ 706 w 1167"/>
                <a:gd name="T59" fmla="*/ 1004 h 1411"/>
                <a:gd name="T60" fmla="*/ 760 w 1167"/>
                <a:gd name="T61" fmla="*/ 1058 h 1411"/>
                <a:gd name="T62" fmla="*/ 1167 w 1167"/>
                <a:gd name="T63" fmla="*/ 706 h 1411"/>
                <a:gd name="T64" fmla="*/ 760 w 1167"/>
                <a:gd name="T65" fmla="*/ 353 h 1411"/>
                <a:gd name="T66" fmla="*/ 751 w 1167"/>
                <a:gd name="T67" fmla="*/ 351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167" h="1411">
                  <a:moveTo>
                    <a:pt x="163" y="0"/>
                  </a:moveTo>
                  <a:cubicBezTo>
                    <a:pt x="73" y="0"/>
                    <a:pt x="0" y="73"/>
                    <a:pt x="0" y="163"/>
                  </a:cubicBezTo>
                  <a:lnTo>
                    <a:pt x="0" y="1248"/>
                  </a:lnTo>
                  <a:cubicBezTo>
                    <a:pt x="0" y="1338"/>
                    <a:pt x="73" y="1411"/>
                    <a:pt x="163" y="1411"/>
                  </a:cubicBezTo>
                  <a:lnTo>
                    <a:pt x="923" y="1411"/>
                  </a:lnTo>
                  <a:cubicBezTo>
                    <a:pt x="1013" y="1411"/>
                    <a:pt x="1085" y="1338"/>
                    <a:pt x="1085" y="1248"/>
                  </a:cubicBezTo>
                  <a:lnTo>
                    <a:pt x="1085" y="967"/>
                  </a:lnTo>
                  <a:lnTo>
                    <a:pt x="977" y="1062"/>
                  </a:lnTo>
                  <a:lnTo>
                    <a:pt x="977" y="1248"/>
                  </a:lnTo>
                  <a:cubicBezTo>
                    <a:pt x="977" y="1278"/>
                    <a:pt x="953" y="1303"/>
                    <a:pt x="923" y="1303"/>
                  </a:cubicBezTo>
                  <a:lnTo>
                    <a:pt x="163" y="1303"/>
                  </a:lnTo>
                  <a:cubicBezTo>
                    <a:pt x="133" y="1303"/>
                    <a:pt x="109" y="1278"/>
                    <a:pt x="109" y="1248"/>
                  </a:cubicBezTo>
                  <a:lnTo>
                    <a:pt x="109" y="163"/>
                  </a:lnTo>
                  <a:cubicBezTo>
                    <a:pt x="109" y="133"/>
                    <a:pt x="133" y="109"/>
                    <a:pt x="163" y="109"/>
                  </a:cubicBezTo>
                  <a:lnTo>
                    <a:pt x="923" y="109"/>
                  </a:lnTo>
                  <a:cubicBezTo>
                    <a:pt x="953" y="109"/>
                    <a:pt x="977" y="133"/>
                    <a:pt x="977" y="163"/>
                  </a:cubicBezTo>
                  <a:lnTo>
                    <a:pt x="977" y="351"/>
                  </a:lnTo>
                  <a:lnTo>
                    <a:pt x="1085" y="444"/>
                  </a:lnTo>
                  <a:lnTo>
                    <a:pt x="1085" y="163"/>
                  </a:lnTo>
                  <a:cubicBezTo>
                    <a:pt x="1085" y="73"/>
                    <a:pt x="1013" y="0"/>
                    <a:pt x="923" y="0"/>
                  </a:cubicBezTo>
                  <a:lnTo>
                    <a:pt x="163" y="0"/>
                  </a:lnTo>
                  <a:close/>
                  <a:moveTo>
                    <a:pt x="751" y="351"/>
                  </a:moveTo>
                  <a:cubicBezTo>
                    <a:pt x="736" y="349"/>
                    <a:pt x="706" y="351"/>
                    <a:pt x="706" y="405"/>
                  </a:cubicBezTo>
                  <a:lnTo>
                    <a:pt x="706" y="543"/>
                  </a:lnTo>
                  <a:lnTo>
                    <a:pt x="380" y="543"/>
                  </a:lnTo>
                  <a:cubicBezTo>
                    <a:pt x="350" y="543"/>
                    <a:pt x="326" y="567"/>
                    <a:pt x="326" y="597"/>
                  </a:cubicBezTo>
                  <a:lnTo>
                    <a:pt x="326" y="814"/>
                  </a:lnTo>
                  <a:cubicBezTo>
                    <a:pt x="326" y="844"/>
                    <a:pt x="350" y="869"/>
                    <a:pt x="380" y="869"/>
                  </a:cubicBezTo>
                  <a:lnTo>
                    <a:pt x="706" y="869"/>
                  </a:lnTo>
                  <a:lnTo>
                    <a:pt x="706" y="1004"/>
                  </a:lnTo>
                  <a:cubicBezTo>
                    <a:pt x="706" y="1074"/>
                    <a:pt x="760" y="1058"/>
                    <a:pt x="760" y="1058"/>
                  </a:cubicBezTo>
                  <a:lnTo>
                    <a:pt x="1167" y="706"/>
                  </a:lnTo>
                  <a:lnTo>
                    <a:pt x="760" y="353"/>
                  </a:lnTo>
                  <a:cubicBezTo>
                    <a:pt x="760" y="353"/>
                    <a:pt x="756" y="352"/>
                    <a:pt x="751" y="35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9" name="Menu">
            <a:extLst>
              <a:ext uri="{FF2B5EF4-FFF2-40B4-BE49-F238E27FC236}">
                <a16:creationId xmlns:a16="http://schemas.microsoft.com/office/drawing/2014/main" id="{9070389A-F796-877D-AB4C-7F18D87674DC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681192" y="1833259"/>
            <a:ext cx="161925" cy="111125"/>
          </a:xfrm>
          <a:custGeom>
            <a:avLst/>
            <a:gdLst>
              <a:gd name="T0" fmla="*/ 0 w 1411"/>
              <a:gd name="T1" fmla="*/ 0 h 977"/>
              <a:gd name="T2" fmla="*/ 0 w 1411"/>
              <a:gd name="T3" fmla="*/ 108 h 977"/>
              <a:gd name="T4" fmla="*/ 1411 w 1411"/>
              <a:gd name="T5" fmla="*/ 108 h 977"/>
              <a:gd name="T6" fmla="*/ 1411 w 1411"/>
              <a:gd name="T7" fmla="*/ 0 h 977"/>
              <a:gd name="T8" fmla="*/ 0 w 1411"/>
              <a:gd name="T9" fmla="*/ 0 h 977"/>
              <a:gd name="T10" fmla="*/ 0 w 1411"/>
              <a:gd name="T11" fmla="*/ 434 h 977"/>
              <a:gd name="T12" fmla="*/ 0 w 1411"/>
              <a:gd name="T13" fmla="*/ 542 h 977"/>
              <a:gd name="T14" fmla="*/ 1411 w 1411"/>
              <a:gd name="T15" fmla="*/ 542 h 977"/>
              <a:gd name="T16" fmla="*/ 1411 w 1411"/>
              <a:gd name="T17" fmla="*/ 434 h 977"/>
              <a:gd name="T18" fmla="*/ 0 w 1411"/>
              <a:gd name="T19" fmla="*/ 434 h 977"/>
              <a:gd name="T20" fmla="*/ 0 w 1411"/>
              <a:gd name="T21" fmla="*/ 868 h 977"/>
              <a:gd name="T22" fmla="*/ 0 w 1411"/>
              <a:gd name="T23" fmla="*/ 977 h 977"/>
              <a:gd name="T24" fmla="*/ 1411 w 1411"/>
              <a:gd name="T25" fmla="*/ 977 h 977"/>
              <a:gd name="T26" fmla="*/ 1411 w 1411"/>
              <a:gd name="T27" fmla="*/ 868 h 977"/>
              <a:gd name="T28" fmla="*/ 0 w 1411"/>
              <a:gd name="T29" fmla="*/ 868 h 9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411" h="977">
                <a:moveTo>
                  <a:pt x="0" y="0"/>
                </a:moveTo>
                <a:lnTo>
                  <a:pt x="0" y="108"/>
                </a:lnTo>
                <a:lnTo>
                  <a:pt x="1411" y="108"/>
                </a:lnTo>
                <a:lnTo>
                  <a:pt x="1411" y="0"/>
                </a:lnTo>
                <a:lnTo>
                  <a:pt x="0" y="0"/>
                </a:lnTo>
                <a:close/>
                <a:moveTo>
                  <a:pt x="0" y="434"/>
                </a:moveTo>
                <a:lnTo>
                  <a:pt x="0" y="542"/>
                </a:lnTo>
                <a:lnTo>
                  <a:pt x="1411" y="542"/>
                </a:lnTo>
                <a:lnTo>
                  <a:pt x="1411" y="434"/>
                </a:lnTo>
                <a:lnTo>
                  <a:pt x="0" y="434"/>
                </a:lnTo>
                <a:close/>
                <a:moveTo>
                  <a:pt x="0" y="868"/>
                </a:moveTo>
                <a:lnTo>
                  <a:pt x="0" y="977"/>
                </a:lnTo>
                <a:lnTo>
                  <a:pt x="1411" y="977"/>
                </a:lnTo>
                <a:lnTo>
                  <a:pt x="1411" y="868"/>
                </a:lnTo>
                <a:lnTo>
                  <a:pt x="0" y="868"/>
                </a:lnTo>
                <a:close/>
              </a:path>
            </a:pathLst>
          </a:custGeom>
          <a:solidFill>
            <a:srgbClr val="5F5F5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C802D606-3D49-8D8E-B54B-7B8DA9F3AA44}"/>
              </a:ext>
            </a:extLst>
          </p:cNvPr>
          <p:cNvGrpSpPr/>
          <p:nvPr/>
        </p:nvGrpSpPr>
        <p:grpSpPr>
          <a:xfrm>
            <a:off x="2540732" y="1693986"/>
            <a:ext cx="1296144" cy="1194952"/>
            <a:chOff x="2540732" y="1693986"/>
            <a:chExt cx="1296144" cy="1194952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6953376-B4BE-2728-4730-D2EA0CEC1BAC}"/>
                </a:ext>
              </a:extLst>
            </p:cNvPr>
            <p:cNvSpPr/>
            <p:nvPr/>
          </p:nvSpPr>
          <p:spPr>
            <a:xfrm>
              <a:off x="2540732" y="1693986"/>
              <a:ext cx="1189534" cy="119495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70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C641F70-296A-32FD-6A80-94218F39E349}"/>
                </a:ext>
              </a:extLst>
            </p:cNvPr>
            <p:cNvSpPr txBox="1"/>
            <p:nvPr/>
          </p:nvSpPr>
          <p:spPr>
            <a:xfrm>
              <a:off x="2593690" y="1717762"/>
              <a:ext cx="104411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dirty="0">
                  <a:solidFill>
                    <a:srgbClr val="2857A9"/>
                  </a:solidFill>
                </a:rPr>
                <a:t>회사소개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3A56879-667A-07AC-FFF6-DDEE02ECAE42}"/>
                </a:ext>
              </a:extLst>
            </p:cNvPr>
            <p:cNvSpPr txBox="1"/>
            <p:nvPr/>
          </p:nvSpPr>
          <p:spPr>
            <a:xfrm>
              <a:off x="2542714" y="2079448"/>
              <a:ext cx="1294162" cy="7550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rgbClr val="2857A9"/>
                  </a:solidFill>
                </a:rPr>
                <a:t>회사소개</a:t>
              </a:r>
              <a:endParaRPr lang="en-US" altLang="ko-KR" sz="1000" dirty="0">
                <a:solidFill>
                  <a:srgbClr val="2857A9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000" dirty="0"/>
                <a:t>이용약관</a:t>
              </a:r>
              <a:endParaRPr lang="en-US" altLang="ko-KR" sz="1000" dirty="0"/>
            </a:p>
            <a:p>
              <a:pPr>
                <a:lnSpc>
                  <a:spcPct val="150000"/>
                </a:lnSpc>
              </a:pPr>
              <a:r>
                <a:rPr lang="ko-KR" altLang="en-US" sz="1000" dirty="0"/>
                <a:t>개인정보 처리방침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95AB172A-2D8D-A02C-A77E-0C5171DF3CED}"/>
              </a:ext>
            </a:extLst>
          </p:cNvPr>
          <p:cNvSpPr txBox="1"/>
          <p:nvPr/>
        </p:nvSpPr>
        <p:spPr>
          <a:xfrm>
            <a:off x="1530151" y="6148026"/>
            <a:ext cx="41044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ighlight>
                  <a:srgbClr val="FFFF00"/>
                </a:highlight>
              </a:rPr>
              <a:t>https://www.wiz-wig.co.kr/subList/10000002736</a:t>
            </a:r>
            <a:endParaRPr lang="ko-KR" altLang="en-US" sz="900" dirty="0">
              <a:highlight>
                <a:srgbClr val="FFFF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83818A-4344-C9EB-4121-42B7ADD8F581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외부링크</a:t>
            </a:r>
          </a:p>
        </p:txBody>
      </p:sp>
    </p:spTree>
    <p:extLst>
      <p:ext uri="{BB962C8B-B14F-4D97-AF65-F5344CB8AC3E}">
        <p14:creationId xmlns:p14="http://schemas.microsoft.com/office/powerpoint/2010/main" val="578598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1B280-1135-9D46-D738-4BE1F6AD3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B9001F85-7D1B-4C87-31A2-EFBF0F24AAD6}"/>
              </a:ext>
            </a:extLst>
          </p:cNvPr>
          <p:cNvSpPr txBox="1"/>
          <p:nvPr/>
        </p:nvSpPr>
        <p:spPr>
          <a:xfrm rot="16200000">
            <a:off x="-432110" y="1197338"/>
            <a:ext cx="23066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C</a:t>
            </a:r>
            <a:r>
              <a:rPr lang="en-US" altLang="ko-KR" sz="3000" b="1" dirty="0">
                <a:solidFill>
                  <a:srgbClr val="D7D7D7"/>
                </a:solidFill>
                <a:latin typeface="Noto Sans" panose="020B0502040504020204" pitchFamily="34" charset="0"/>
              </a:rPr>
              <a:t>O</a:t>
            </a:r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NTENT</a:t>
            </a:r>
            <a:r>
              <a:rPr lang="en-US" altLang="ko-KR" sz="3000" b="1" dirty="0">
                <a:solidFill>
                  <a:srgbClr val="F0F0F0"/>
                </a:solidFill>
                <a:latin typeface="Noto Sans" panose="020B0502040504020204" pitchFamily="34" charset="0"/>
              </a:rPr>
              <a:t>S</a:t>
            </a:r>
            <a:endParaRPr lang="ko-KR" altLang="en-US" sz="3000" b="1" dirty="0">
              <a:solidFill>
                <a:srgbClr val="F0F0F0"/>
              </a:solidFill>
              <a:latin typeface="Noto Sans" panose="020B0502040504020204" pitchFamily="34" charset="0"/>
            </a:endParaRPr>
          </a:p>
        </p:txBody>
      </p:sp>
      <p:sp>
        <p:nvSpPr>
          <p:cNvPr id="30" name="Text Box 11">
            <a:extLst>
              <a:ext uri="{FF2B5EF4-FFF2-40B4-BE49-F238E27FC236}">
                <a16:creationId xmlns:a16="http://schemas.microsoft.com/office/drawing/2014/main" id="{CEBD8509-2605-8DCD-5A1C-B17F42A752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5436" y="2140622"/>
            <a:ext cx="4765463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이용약관 메뉴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</p:txBody>
      </p:sp>
      <p:sp>
        <p:nvSpPr>
          <p:cNvPr id="31" name="Text Box 5">
            <a:extLst>
              <a:ext uri="{FF2B5EF4-FFF2-40B4-BE49-F238E27FC236}">
                <a16:creationId xmlns:a16="http://schemas.microsoft.com/office/drawing/2014/main" id="{8D61D2A5-623A-8C68-8E37-C4CB341520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6305" y="1477454"/>
            <a:ext cx="277977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ko-KR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Noto Sans" panose="020B0502040504020204" pitchFamily="34" charset="0"/>
              </a:rPr>
              <a:t>이용약관</a:t>
            </a:r>
            <a:endParaRPr lang="en-US" altLang="ko-KR" sz="1600" b="1" dirty="0">
              <a:solidFill>
                <a:prstClr val="black">
                  <a:lumMod val="75000"/>
                  <a:lumOff val="25000"/>
                </a:prstClr>
              </a:solidFill>
              <a:latin typeface="Noto Sans" panose="020B0502040504020204" pitchFamily="34" charset="0"/>
            </a:endParaRP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4F17C587-8F47-06C2-8C3F-21DFCC4CFA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0483" y="1369732"/>
            <a:ext cx="764953" cy="5539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prstClr val="white"/>
                </a:solidFill>
              </a:rPr>
              <a:t>02</a:t>
            </a:r>
            <a:endParaRPr lang="ko-KR" altLang="en-US" sz="2000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83374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7BA2A-08DF-FA99-3525-A1B331062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260">
            <a:extLst>
              <a:ext uri="{FF2B5EF4-FFF2-40B4-BE49-F238E27FC236}">
                <a16:creationId xmlns:a16="http://schemas.microsoft.com/office/drawing/2014/main" id="{88D5297F-E2D6-53FB-FA01-A5E11E84F2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0022265"/>
              </p:ext>
            </p:extLst>
          </p:nvPr>
        </p:nvGraphicFramePr>
        <p:xfrm>
          <a:off x="6969418" y="2548005"/>
          <a:ext cx="2772114" cy="647558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이용약관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이용약관 </a:t>
                      </a:r>
                      <a:r>
                        <a:rPr kumimoji="1" lang="en-US" altLang="ko-KR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HTML </a:t>
                      </a: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페이지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B19AAF5-2C4F-594E-8A7F-CAB886140B38}"/>
              </a:ext>
            </a:extLst>
          </p:cNvPr>
          <p:cNvSpPr txBox="1"/>
          <p:nvPr/>
        </p:nvSpPr>
        <p:spPr>
          <a:xfrm>
            <a:off x="236476" y="1340768"/>
            <a:ext cx="900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err="1">
                <a:solidFill>
                  <a:srgbClr val="2858A9"/>
                </a:solidFill>
              </a:rPr>
              <a:t>wiz</a:t>
            </a:r>
            <a:r>
              <a:rPr lang="en-US" altLang="ko-KR" sz="1200" b="1" dirty="0" err="1">
                <a:solidFill>
                  <a:srgbClr val="E853A1"/>
                </a:solidFill>
              </a:rPr>
              <a:t>shop</a:t>
            </a:r>
            <a:endParaRPr lang="ko-KR" altLang="en-US" sz="1200" b="1" dirty="0">
              <a:solidFill>
                <a:srgbClr val="E853A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64586C-61BE-E076-5221-37B333C12C3A}"/>
              </a:ext>
            </a:extLst>
          </p:cNvPr>
          <p:cNvSpPr txBox="1"/>
          <p:nvPr/>
        </p:nvSpPr>
        <p:spPr>
          <a:xfrm>
            <a:off x="992560" y="1382454"/>
            <a:ext cx="22682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서울과학기술대학교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304436-0EF2-F072-089D-E9A94C7FC77C}"/>
              </a:ext>
            </a:extLst>
          </p:cNvPr>
          <p:cNvSpPr txBox="1"/>
          <p:nvPr/>
        </p:nvSpPr>
        <p:spPr>
          <a:xfrm>
            <a:off x="229472" y="1711841"/>
            <a:ext cx="45365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메인      구매신청      고객센터      </a:t>
            </a:r>
            <a:r>
              <a:rPr lang="ko-KR" altLang="en-US" sz="1200" b="1" dirty="0">
                <a:solidFill>
                  <a:srgbClr val="2857A9"/>
                </a:solidFill>
              </a:rPr>
              <a:t>회사소개</a:t>
            </a:r>
            <a:r>
              <a:rPr lang="ko-KR" altLang="en-US" sz="1200" b="1" dirty="0"/>
              <a:t>      마이페이지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8957B155-6987-E7D0-D11C-F8280324F103}"/>
              </a:ext>
            </a:extLst>
          </p:cNvPr>
          <p:cNvCxnSpPr/>
          <p:nvPr/>
        </p:nvCxnSpPr>
        <p:spPr>
          <a:xfrm>
            <a:off x="164468" y="2060848"/>
            <a:ext cx="6804950" cy="0"/>
          </a:xfrm>
          <a:prstGeom prst="line">
            <a:avLst/>
          </a:prstGeom>
          <a:ln w="6350" cmpd="sng">
            <a:solidFill>
              <a:schemeClr val="tx1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E1D936EB-B544-6266-CBCF-7F82950F7764}"/>
              </a:ext>
            </a:extLst>
          </p:cNvPr>
          <p:cNvGrpSpPr/>
          <p:nvPr/>
        </p:nvGrpSpPr>
        <p:grpSpPr>
          <a:xfrm>
            <a:off x="5709084" y="1364087"/>
            <a:ext cx="1188108" cy="254000"/>
            <a:chOff x="5241032" y="1433104"/>
            <a:chExt cx="1188108" cy="254000"/>
          </a:xfrm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6807AFA2-5E01-76E1-664C-650B88987C5E}"/>
                </a:ext>
              </a:extLst>
            </p:cNvPr>
            <p:cNvGrpSpPr/>
            <p:nvPr/>
          </p:nvGrpSpPr>
          <p:grpSpPr>
            <a:xfrm>
              <a:off x="5241032" y="1433104"/>
              <a:ext cx="254000" cy="254000"/>
              <a:chOff x="7433374" y="4006664"/>
              <a:chExt cx="254000" cy="254000"/>
            </a:xfrm>
          </p:grpSpPr>
          <p:sp>
            <p:nvSpPr>
              <p:cNvPr id="17" name="Avatar Placeholder">
                <a:extLst>
                  <a:ext uri="{FF2B5EF4-FFF2-40B4-BE49-F238E27FC236}">
                    <a16:creationId xmlns:a16="http://schemas.microsoft.com/office/drawing/2014/main" id="{3E18BF93-4234-768A-D586-4C183092469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433374" y="4006664"/>
                <a:ext cx="254000" cy="254000"/>
              </a:xfrm>
              <a:prstGeom prst="ellipse">
                <a:avLst/>
              </a:prstGeom>
              <a:solidFill>
                <a:srgbClr val="E853A1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8" name="User">
                <a:extLst>
                  <a:ext uri="{FF2B5EF4-FFF2-40B4-BE49-F238E27FC236}">
                    <a16:creationId xmlns:a16="http://schemas.microsoft.com/office/drawing/2014/main" id="{91B94AB3-327E-9142-76BE-184A0B7F833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486867" y="4056798"/>
                <a:ext cx="136525" cy="161925"/>
              </a:xfrm>
              <a:custGeom>
                <a:avLst/>
                <a:gdLst>
                  <a:gd name="T0" fmla="*/ 597 w 1194"/>
                  <a:gd name="T1" fmla="*/ 0 h 1411"/>
                  <a:gd name="T2" fmla="*/ 271 w 1194"/>
                  <a:gd name="T3" fmla="*/ 325 h 1411"/>
                  <a:gd name="T4" fmla="*/ 434 w 1194"/>
                  <a:gd name="T5" fmla="*/ 695 h 1411"/>
                  <a:gd name="T6" fmla="*/ 434 w 1194"/>
                  <a:gd name="T7" fmla="*/ 771 h 1411"/>
                  <a:gd name="T8" fmla="*/ 385 w 1194"/>
                  <a:gd name="T9" fmla="*/ 836 h 1411"/>
                  <a:gd name="T10" fmla="*/ 0 w 1194"/>
                  <a:gd name="T11" fmla="*/ 1124 h 1411"/>
                  <a:gd name="T12" fmla="*/ 0 w 1194"/>
                  <a:gd name="T13" fmla="*/ 1221 h 1411"/>
                  <a:gd name="T14" fmla="*/ 597 w 1194"/>
                  <a:gd name="T15" fmla="*/ 1411 h 1411"/>
                  <a:gd name="T16" fmla="*/ 1194 w 1194"/>
                  <a:gd name="T17" fmla="*/ 1221 h 1411"/>
                  <a:gd name="T18" fmla="*/ 1194 w 1194"/>
                  <a:gd name="T19" fmla="*/ 1124 h 1411"/>
                  <a:gd name="T20" fmla="*/ 809 w 1194"/>
                  <a:gd name="T21" fmla="*/ 836 h 1411"/>
                  <a:gd name="T22" fmla="*/ 760 w 1194"/>
                  <a:gd name="T23" fmla="*/ 771 h 1411"/>
                  <a:gd name="T24" fmla="*/ 760 w 1194"/>
                  <a:gd name="T25" fmla="*/ 695 h 1411"/>
                  <a:gd name="T26" fmla="*/ 923 w 1194"/>
                  <a:gd name="T27" fmla="*/ 325 h 1411"/>
                  <a:gd name="T28" fmla="*/ 597 w 1194"/>
                  <a:gd name="T29" fmla="*/ 0 h 1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94" h="1411">
                    <a:moveTo>
                      <a:pt x="597" y="0"/>
                    </a:moveTo>
                    <a:cubicBezTo>
                      <a:pt x="418" y="0"/>
                      <a:pt x="271" y="113"/>
                      <a:pt x="271" y="325"/>
                    </a:cubicBezTo>
                    <a:cubicBezTo>
                      <a:pt x="271" y="467"/>
                      <a:pt x="337" y="613"/>
                      <a:pt x="434" y="695"/>
                    </a:cubicBezTo>
                    <a:lnTo>
                      <a:pt x="434" y="771"/>
                    </a:lnTo>
                    <a:cubicBezTo>
                      <a:pt x="434" y="804"/>
                      <a:pt x="412" y="830"/>
                      <a:pt x="385" y="836"/>
                    </a:cubicBezTo>
                    <a:cubicBezTo>
                      <a:pt x="173" y="901"/>
                      <a:pt x="0" y="1043"/>
                      <a:pt x="0" y="1124"/>
                    </a:cubicBezTo>
                    <a:lnTo>
                      <a:pt x="0" y="1221"/>
                    </a:lnTo>
                    <a:cubicBezTo>
                      <a:pt x="0" y="1324"/>
                      <a:pt x="266" y="1411"/>
                      <a:pt x="597" y="1411"/>
                    </a:cubicBezTo>
                    <a:cubicBezTo>
                      <a:pt x="928" y="1411"/>
                      <a:pt x="1194" y="1324"/>
                      <a:pt x="1194" y="1221"/>
                    </a:cubicBezTo>
                    <a:lnTo>
                      <a:pt x="1194" y="1124"/>
                    </a:lnTo>
                    <a:cubicBezTo>
                      <a:pt x="1194" y="1048"/>
                      <a:pt x="1026" y="901"/>
                      <a:pt x="809" y="836"/>
                    </a:cubicBezTo>
                    <a:cubicBezTo>
                      <a:pt x="782" y="830"/>
                      <a:pt x="760" y="798"/>
                      <a:pt x="760" y="771"/>
                    </a:cubicBezTo>
                    <a:lnTo>
                      <a:pt x="760" y="695"/>
                    </a:lnTo>
                    <a:cubicBezTo>
                      <a:pt x="857" y="613"/>
                      <a:pt x="923" y="467"/>
                      <a:pt x="923" y="325"/>
                    </a:cubicBezTo>
                    <a:cubicBezTo>
                      <a:pt x="923" y="113"/>
                      <a:pt x="776" y="0"/>
                      <a:pt x="59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E30D826-5C30-49CC-CFF0-80F59E06FC47}"/>
                </a:ext>
              </a:extLst>
            </p:cNvPr>
            <p:cNvSpPr txBox="1"/>
            <p:nvPr/>
          </p:nvSpPr>
          <p:spPr>
            <a:xfrm>
              <a:off x="5495032" y="1450221"/>
              <a:ext cx="89812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/>
                <a:t>홍길동 </a:t>
              </a:r>
              <a:r>
                <a:rPr lang="ko-KR" altLang="en-US" sz="900" dirty="0"/>
                <a:t>님</a:t>
              </a:r>
              <a:r>
                <a:rPr lang="ko-KR" altLang="en-US" sz="900" b="1" dirty="0"/>
                <a:t> </a:t>
              </a:r>
              <a:r>
                <a:rPr lang="en-US" altLang="ko-KR" sz="900" b="1" dirty="0"/>
                <a:t>〉</a:t>
              </a:r>
              <a:endParaRPr lang="ko-KR" altLang="en-US" sz="900" b="1" dirty="0"/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3B14C3A2-9750-3339-8392-64EF74D9A4F7}"/>
                </a:ext>
              </a:extLst>
            </p:cNvPr>
            <p:cNvSpPr/>
            <p:nvPr/>
          </p:nvSpPr>
          <p:spPr>
            <a:xfrm>
              <a:off x="6213140" y="1450220"/>
              <a:ext cx="216000" cy="216000"/>
            </a:xfrm>
            <a:prstGeom prst="roundRect">
              <a:avLst/>
            </a:prstGeom>
            <a:solidFill>
              <a:srgbClr val="2858A9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endParaRPr lang="ko-KR" altLang="en-US" sz="900" b="1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6" name="Exit">
              <a:extLst>
                <a:ext uri="{FF2B5EF4-FFF2-40B4-BE49-F238E27FC236}">
                  <a16:creationId xmlns:a16="http://schemas.microsoft.com/office/drawing/2014/main" id="{E6F3B79D-8103-AD14-EF21-77C41EBFB23B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6244723" y="1476493"/>
              <a:ext cx="134938" cy="161925"/>
            </a:xfrm>
            <a:custGeom>
              <a:avLst/>
              <a:gdLst>
                <a:gd name="T0" fmla="*/ 163 w 1167"/>
                <a:gd name="T1" fmla="*/ 0 h 1411"/>
                <a:gd name="T2" fmla="*/ 0 w 1167"/>
                <a:gd name="T3" fmla="*/ 163 h 1411"/>
                <a:gd name="T4" fmla="*/ 0 w 1167"/>
                <a:gd name="T5" fmla="*/ 1248 h 1411"/>
                <a:gd name="T6" fmla="*/ 163 w 1167"/>
                <a:gd name="T7" fmla="*/ 1411 h 1411"/>
                <a:gd name="T8" fmla="*/ 923 w 1167"/>
                <a:gd name="T9" fmla="*/ 1411 h 1411"/>
                <a:gd name="T10" fmla="*/ 1085 w 1167"/>
                <a:gd name="T11" fmla="*/ 1248 h 1411"/>
                <a:gd name="T12" fmla="*/ 1085 w 1167"/>
                <a:gd name="T13" fmla="*/ 967 h 1411"/>
                <a:gd name="T14" fmla="*/ 977 w 1167"/>
                <a:gd name="T15" fmla="*/ 1062 h 1411"/>
                <a:gd name="T16" fmla="*/ 977 w 1167"/>
                <a:gd name="T17" fmla="*/ 1248 h 1411"/>
                <a:gd name="T18" fmla="*/ 923 w 1167"/>
                <a:gd name="T19" fmla="*/ 1303 h 1411"/>
                <a:gd name="T20" fmla="*/ 163 w 1167"/>
                <a:gd name="T21" fmla="*/ 1303 h 1411"/>
                <a:gd name="T22" fmla="*/ 109 w 1167"/>
                <a:gd name="T23" fmla="*/ 1248 h 1411"/>
                <a:gd name="T24" fmla="*/ 109 w 1167"/>
                <a:gd name="T25" fmla="*/ 163 h 1411"/>
                <a:gd name="T26" fmla="*/ 163 w 1167"/>
                <a:gd name="T27" fmla="*/ 109 h 1411"/>
                <a:gd name="T28" fmla="*/ 923 w 1167"/>
                <a:gd name="T29" fmla="*/ 109 h 1411"/>
                <a:gd name="T30" fmla="*/ 977 w 1167"/>
                <a:gd name="T31" fmla="*/ 163 h 1411"/>
                <a:gd name="T32" fmla="*/ 977 w 1167"/>
                <a:gd name="T33" fmla="*/ 351 h 1411"/>
                <a:gd name="T34" fmla="*/ 1085 w 1167"/>
                <a:gd name="T35" fmla="*/ 444 h 1411"/>
                <a:gd name="T36" fmla="*/ 1085 w 1167"/>
                <a:gd name="T37" fmla="*/ 163 h 1411"/>
                <a:gd name="T38" fmla="*/ 923 w 1167"/>
                <a:gd name="T39" fmla="*/ 0 h 1411"/>
                <a:gd name="T40" fmla="*/ 163 w 1167"/>
                <a:gd name="T41" fmla="*/ 0 h 1411"/>
                <a:gd name="T42" fmla="*/ 751 w 1167"/>
                <a:gd name="T43" fmla="*/ 351 h 1411"/>
                <a:gd name="T44" fmla="*/ 706 w 1167"/>
                <a:gd name="T45" fmla="*/ 405 h 1411"/>
                <a:gd name="T46" fmla="*/ 706 w 1167"/>
                <a:gd name="T47" fmla="*/ 543 h 1411"/>
                <a:gd name="T48" fmla="*/ 380 w 1167"/>
                <a:gd name="T49" fmla="*/ 543 h 1411"/>
                <a:gd name="T50" fmla="*/ 326 w 1167"/>
                <a:gd name="T51" fmla="*/ 597 h 1411"/>
                <a:gd name="T52" fmla="*/ 326 w 1167"/>
                <a:gd name="T53" fmla="*/ 814 h 1411"/>
                <a:gd name="T54" fmla="*/ 380 w 1167"/>
                <a:gd name="T55" fmla="*/ 869 h 1411"/>
                <a:gd name="T56" fmla="*/ 706 w 1167"/>
                <a:gd name="T57" fmla="*/ 869 h 1411"/>
                <a:gd name="T58" fmla="*/ 706 w 1167"/>
                <a:gd name="T59" fmla="*/ 1004 h 1411"/>
                <a:gd name="T60" fmla="*/ 760 w 1167"/>
                <a:gd name="T61" fmla="*/ 1058 h 1411"/>
                <a:gd name="T62" fmla="*/ 1167 w 1167"/>
                <a:gd name="T63" fmla="*/ 706 h 1411"/>
                <a:gd name="T64" fmla="*/ 760 w 1167"/>
                <a:gd name="T65" fmla="*/ 353 h 1411"/>
                <a:gd name="T66" fmla="*/ 751 w 1167"/>
                <a:gd name="T67" fmla="*/ 351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167" h="1411">
                  <a:moveTo>
                    <a:pt x="163" y="0"/>
                  </a:moveTo>
                  <a:cubicBezTo>
                    <a:pt x="73" y="0"/>
                    <a:pt x="0" y="73"/>
                    <a:pt x="0" y="163"/>
                  </a:cubicBezTo>
                  <a:lnTo>
                    <a:pt x="0" y="1248"/>
                  </a:lnTo>
                  <a:cubicBezTo>
                    <a:pt x="0" y="1338"/>
                    <a:pt x="73" y="1411"/>
                    <a:pt x="163" y="1411"/>
                  </a:cubicBezTo>
                  <a:lnTo>
                    <a:pt x="923" y="1411"/>
                  </a:lnTo>
                  <a:cubicBezTo>
                    <a:pt x="1013" y="1411"/>
                    <a:pt x="1085" y="1338"/>
                    <a:pt x="1085" y="1248"/>
                  </a:cubicBezTo>
                  <a:lnTo>
                    <a:pt x="1085" y="967"/>
                  </a:lnTo>
                  <a:lnTo>
                    <a:pt x="977" y="1062"/>
                  </a:lnTo>
                  <a:lnTo>
                    <a:pt x="977" y="1248"/>
                  </a:lnTo>
                  <a:cubicBezTo>
                    <a:pt x="977" y="1278"/>
                    <a:pt x="953" y="1303"/>
                    <a:pt x="923" y="1303"/>
                  </a:cubicBezTo>
                  <a:lnTo>
                    <a:pt x="163" y="1303"/>
                  </a:lnTo>
                  <a:cubicBezTo>
                    <a:pt x="133" y="1303"/>
                    <a:pt x="109" y="1278"/>
                    <a:pt x="109" y="1248"/>
                  </a:cubicBezTo>
                  <a:lnTo>
                    <a:pt x="109" y="163"/>
                  </a:lnTo>
                  <a:cubicBezTo>
                    <a:pt x="109" y="133"/>
                    <a:pt x="133" y="109"/>
                    <a:pt x="163" y="109"/>
                  </a:cubicBezTo>
                  <a:lnTo>
                    <a:pt x="923" y="109"/>
                  </a:lnTo>
                  <a:cubicBezTo>
                    <a:pt x="953" y="109"/>
                    <a:pt x="977" y="133"/>
                    <a:pt x="977" y="163"/>
                  </a:cubicBezTo>
                  <a:lnTo>
                    <a:pt x="977" y="351"/>
                  </a:lnTo>
                  <a:lnTo>
                    <a:pt x="1085" y="444"/>
                  </a:lnTo>
                  <a:lnTo>
                    <a:pt x="1085" y="163"/>
                  </a:lnTo>
                  <a:cubicBezTo>
                    <a:pt x="1085" y="73"/>
                    <a:pt x="1013" y="0"/>
                    <a:pt x="923" y="0"/>
                  </a:cubicBezTo>
                  <a:lnTo>
                    <a:pt x="163" y="0"/>
                  </a:lnTo>
                  <a:close/>
                  <a:moveTo>
                    <a:pt x="751" y="351"/>
                  </a:moveTo>
                  <a:cubicBezTo>
                    <a:pt x="736" y="349"/>
                    <a:pt x="706" y="351"/>
                    <a:pt x="706" y="405"/>
                  </a:cubicBezTo>
                  <a:lnTo>
                    <a:pt x="706" y="543"/>
                  </a:lnTo>
                  <a:lnTo>
                    <a:pt x="380" y="543"/>
                  </a:lnTo>
                  <a:cubicBezTo>
                    <a:pt x="350" y="543"/>
                    <a:pt x="326" y="567"/>
                    <a:pt x="326" y="597"/>
                  </a:cubicBezTo>
                  <a:lnTo>
                    <a:pt x="326" y="814"/>
                  </a:lnTo>
                  <a:cubicBezTo>
                    <a:pt x="326" y="844"/>
                    <a:pt x="350" y="869"/>
                    <a:pt x="380" y="869"/>
                  </a:cubicBezTo>
                  <a:lnTo>
                    <a:pt x="706" y="869"/>
                  </a:lnTo>
                  <a:lnTo>
                    <a:pt x="706" y="1004"/>
                  </a:lnTo>
                  <a:cubicBezTo>
                    <a:pt x="706" y="1074"/>
                    <a:pt x="760" y="1058"/>
                    <a:pt x="760" y="1058"/>
                  </a:cubicBezTo>
                  <a:lnTo>
                    <a:pt x="1167" y="706"/>
                  </a:lnTo>
                  <a:lnTo>
                    <a:pt x="760" y="353"/>
                  </a:lnTo>
                  <a:cubicBezTo>
                    <a:pt x="760" y="353"/>
                    <a:pt x="756" y="352"/>
                    <a:pt x="751" y="35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9" name="Menu">
            <a:extLst>
              <a:ext uri="{FF2B5EF4-FFF2-40B4-BE49-F238E27FC236}">
                <a16:creationId xmlns:a16="http://schemas.microsoft.com/office/drawing/2014/main" id="{24C9C9A8-CF43-0283-829F-F67CF0CEAAC1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681192" y="1833259"/>
            <a:ext cx="161925" cy="111125"/>
          </a:xfrm>
          <a:custGeom>
            <a:avLst/>
            <a:gdLst>
              <a:gd name="T0" fmla="*/ 0 w 1411"/>
              <a:gd name="T1" fmla="*/ 0 h 977"/>
              <a:gd name="T2" fmla="*/ 0 w 1411"/>
              <a:gd name="T3" fmla="*/ 108 h 977"/>
              <a:gd name="T4" fmla="*/ 1411 w 1411"/>
              <a:gd name="T5" fmla="*/ 108 h 977"/>
              <a:gd name="T6" fmla="*/ 1411 w 1411"/>
              <a:gd name="T7" fmla="*/ 0 h 977"/>
              <a:gd name="T8" fmla="*/ 0 w 1411"/>
              <a:gd name="T9" fmla="*/ 0 h 977"/>
              <a:gd name="T10" fmla="*/ 0 w 1411"/>
              <a:gd name="T11" fmla="*/ 434 h 977"/>
              <a:gd name="T12" fmla="*/ 0 w 1411"/>
              <a:gd name="T13" fmla="*/ 542 h 977"/>
              <a:gd name="T14" fmla="*/ 1411 w 1411"/>
              <a:gd name="T15" fmla="*/ 542 h 977"/>
              <a:gd name="T16" fmla="*/ 1411 w 1411"/>
              <a:gd name="T17" fmla="*/ 434 h 977"/>
              <a:gd name="T18" fmla="*/ 0 w 1411"/>
              <a:gd name="T19" fmla="*/ 434 h 977"/>
              <a:gd name="T20" fmla="*/ 0 w 1411"/>
              <a:gd name="T21" fmla="*/ 868 h 977"/>
              <a:gd name="T22" fmla="*/ 0 w 1411"/>
              <a:gd name="T23" fmla="*/ 977 h 977"/>
              <a:gd name="T24" fmla="*/ 1411 w 1411"/>
              <a:gd name="T25" fmla="*/ 977 h 977"/>
              <a:gd name="T26" fmla="*/ 1411 w 1411"/>
              <a:gd name="T27" fmla="*/ 868 h 977"/>
              <a:gd name="T28" fmla="*/ 0 w 1411"/>
              <a:gd name="T29" fmla="*/ 868 h 9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411" h="977">
                <a:moveTo>
                  <a:pt x="0" y="0"/>
                </a:moveTo>
                <a:lnTo>
                  <a:pt x="0" y="108"/>
                </a:lnTo>
                <a:lnTo>
                  <a:pt x="1411" y="108"/>
                </a:lnTo>
                <a:lnTo>
                  <a:pt x="1411" y="0"/>
                </a:lnTo>
                <a:lnTo>
                  <a:pt x="0" y="0"/>
                </a:lnTo>
                <a:close/>
                <a:moveTo>
                  <a:pt x="0" y="434"/>
                </a:moveTo>
                <a:lnTo>
                  <a:pt x="0" y="542"/>
                </a:lnTo>
                <a:lnTo>
                  <a:pt x="1411" y="542"/>
                </a:lnTo>
                <a:lnTo>
                  <a:pt x="1411" y="434"/>
                </a:lnTo>
                <a:lnTo>
                  <a:pt x="0" y="434"/>
                </a:lnTo>
                <a:close/>
                <a:moveTo>
                  <a:pt x="0" y="868"/>
                </a:moveTo>
                <a:lnTo>
                  <a:pt x="0" y="977"/>
                </a:lnTo>
                <a:lnTo>
                  <a:pt x="1411" y="977"/>
                </a:lnTo>
                <a:lnTo>
                  <a:pt x="1411" y="868"/>
                </a:lnTo>
                <a:lnTo>
                  <a:pt x="0" y="868"/>
                </a:lnTo>
                <a:close/>
              </a:path>
            </a:pathLst>
          </a:custGeom>
          <a:solidFill>
            <a:srgbClr val="5F5F5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EFC590-0D70-5961-0DD5-726B1979C26E}"/>
              </a:ext>
            </a:extLst>
          </p:cNvPr>
          <p:cNvSpPr txBox="1"/>
          <p:nvPr/>
        </p:nvSpPr>
        <p:spPr>
          <a:xfrm>
            <a:off x="217197" y="2102659"/>
            <a:ext cx="14931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이용약관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734E78D3-9E62-D58C-0713-992C16D3B25A}"/>
              </a:ext>
            </a:extLst>
          </p:cNvPr>
          <p:cNvGrpSpPr/>
          <p:nvPr/>
        </p:nvGrpSpPr>
        <p:grpSpPr>
          <a:xfrm>
            <a:off x="5210720" y="2118048"/>
            <a:ext cx="1661121" cy="230832"/>
            <a:chOff x="5210720" y="2073804"/>
            <a:chExt cx="1661121" cy="230832"/>
          </a:xfrm>
        </p:grpSpPr>
        <p:sp>
          <p:nvSpPr>
            <p:cNvPr id="22" name="Go Home">
              <a:extLst>
                <a:ext uri="{FF2B5EF4-FFF2-40B4-BE49-F238E27FC236}">
                  <a16:creationId xmlns:a16="http://schemas.microsoft.com/office/drawing/2014/main" id="{72EF1705-6601-BDC1-8980-3A9149749B7A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5476738" y="2110820"/>
              <a:ext cx="160338" cy="150812"/>
            </a:xfrm>
            <a:custGeom>
              <a:avLst/>
              <a:gdLst>
                <a:gd name="T0" fmla="*/ 1078 w 1396"/>
                <a:gd name="T1" fmla="*/ 0 h 1301"/>
                <a:gd name="T2" fmla="*/ 1024 w 1396"/>
                <a:gd name="T3" fmla="*/ 54 h 1301"/>
                <a:gd name="T4" fmla="*/ 1024 w 1396"/>
                <a:gd name="T5" fmla="*/ 317 h 1301"/>
                <a:gd name="T6" fmla="*/ 735 w 1396"/>
                <a:gd name="T7" fmla="*/ 29 h 1301"/>
                <a:gd name="T8" fmla="*/ 659 w 1396"/>
                <a:gd name="T9" fmla="*/ 29 h 1301"/>
                <a:gd name="T10" fmla="*/ 21 w 1396"/>
                <a:gd name="T11" fmla="*/ 665 h 1301"/>
                <a:gd name="T12" fmla="*/ 21 w 1396"/>
                <a:gd name="T13" fmla="*/ 743 h 1301"/>
                <a:gd name="T14" fmla="*/ 98 w 1396"/>
                <a:gd name="T15" fmla="*/ 743 h 1301"/>
                <a:gd name="T16" fmla="*/ 698 w 1396"/>
                <a:gd name="T17" fmla="*/ 144 h 1301"/>
                <a:gd name="T18" fmla="*/ 1298 w 1396"/>
                <a:gd name="T19" fmla="*/ 744 h 1301"/>
                <a:gd name="T20" fmla="*/ 1336 w 1396"/>
                <a:gd name="T21" fmla="*/ 760 h 1301"/>
                <a:gd name="T22" fmla="*/ 1375 w 1396"/>
                <a:gd name="T23" fmla="*/ 744 h 1301"/>
                <a:gd name="T24" fmla="*/ 1375 w 1396"/>
                <a:gd name="T25" fmla="*/ 666 h 1301"/>
                <a:gd name="T26" fmla="*/ 1186 w 1396"/>
                <a:gd name="T27" fmla="*/ 478 h 1301"/>
                <a:gd name="T28" fmla="*/ 1186 w 1396"/>
                <a:gd name="T29" fmla="*/ 54 h 1301"/>
                <a:gd name="T30" fmla="*/ 1132 w 1396"/>
                <a:gd name="T31" fmla="*/ 0 h 1301"/>
                <a:gd name="T32" fmla="*/ 1078 w 1396"/>
                <a:gd name="T33" fmla="*/ 0 h 1301"/>
                <a:gd name="T34" fmla="*/ 698 w 1396"/>
                <a:gd name="T35" fmla="*/ 242 h 1301"/>
                <a:gd name="T36" fmla="*/ 101 w 1396"/>
                <a:gd name="T37" fmla="*/ 839 h 1301"/>
                <a:gd name="T38" fmla="*/ 101 w 1396"/>
                <a:gd name="T39" fmla="*/ 1138 h 1301"/>
                <a:gd name="T40" fmla="*/ 264 w 1396"/>
                <a:gd name="T41" fmla="*/ 1301 h 1301"/>
                <a:gd name="T42" fmla="*/ 1132 w 1396"/>
                <a:gd name="T43" fmla="*/ 1301 h 1301"/>
                <a:gd name="T44" fmla="*/ 1295 w 1396"/>
                <a:gd name="T45" fmla="*/ 1138 h 1301"/>
                <a:gd name="T46" fmla="*/ 1295 w 1396"/>
                <a:gd name="T47" fmla="*/ 839 h 1301"/>
                <a:gd name="T48" fmla="*/ 698 w 1396"/>
                <a:gd name="T49" fmla="*/ 242 h 1301"/>
                <a:gd name="T50" fmla="*/ 589 w 1396"/>
                <a:gd name="T51" fmla="*/ 758 h 1301"/>
                <a:gd name="T52" fmla="*/ 807 w 1396"/>
                <a:gd name="T53" fmla="*/ 758 h 1301"/>
                <a:gd name="T54" fmla="*/ 861 w 1396"/>
                <a:gd name="T55" fmla="*/ 812 h 1301"/>
                <a:gd name="T56" fmla="*/ 861 w 1396"/>
                <a:gd name="T57" fmla="*/ 1138 h 1301"/>
                <a:gd name="T58" fmla="*/ 807 w 1396"/>
                <a:gd name="T59" fmla="*/ 1192 h 1301"/>
                <a:gd name="T60" fmla="*/ 589 w 1396"/>
                <a:gd name="T61" fmla="*/ 1192 h 1301"/>
                <a:gd name="T62" fmla="*/ 535 w 1396"/>
                <a:gd name="T63" fmla="*/ 1138 h 1301"/>
                <a:gd name="T64" fmla="*/ 535 w 1396"/>
                <a:gd name="T65" fmla="*/ 812 h 1301"/>
                <a:gd name="T66" fmla="*/ 589 w 1396"/>
                <a:gd name="T67" fmla="*/ 758 h 1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96" h="1301">
                  <a:moveTo>
                    <a:pt x="1078" y="0"/>
                  </a:moveTo>
                  <a:cubicBezTo>
                    <a:pt x="1048" y="0"/>
                    <a:pt x="1024" y="24"/>
                    <a:pt x="1024" y="54"/>
                  </a:cubicBezTo>
                  <a:lnTo>
                    <a:pt x="1024" y="317"/>
                  </a:lnTo>
                  <a:lnTo>
                    <a:pt x="735" y="29"/>
                  </a:lnTo>
                  <a:cubicBezTo>
                    <a:pt x="714" y="7"/>
                    <a:pt x="680" y="7"/>
                    <a:pt x="659" y="29"/>
                  </a:cubicBezTo>
                  <a:lnTo>
                    <a:pt x="21" y="665"/>
                  </a:lnTo>
                  <a:cubicBezTo>
                    <a:pt x="0" y="686"/>
                    <a:pt x="0" y="722"/>
                    <a:pt x="21" y="743"/>
                  </a:cubicBezTo>
                  <a:cubicBezTo>
                    <a:pt x="43" y="764"/>
                    <a:pt x="76" y="764"/>
                    <a:pt x="98" y="743"/>
                  </a:cubicBezTo>
                  <a:lnTo>
                    <a:pt x="698" y="144"/>
                  </a:lnTo>
                  <a:lnTo>
                    <a:pt x="1298" y="744"/>
                  </a:lnTo>
                  <a:cubicBezTo>
                    <a:pt x="1309" y="755"/>
                    <a:pt x="1322" y="760"/>
                    <a:pt x="1336" y="760"/>
                  </a:cubicBezTo>
                  <a:cubicBezTo>
                    <a:pt x="1350" y="760"/>
                    <a:pt x="1364" y="755"/>
                    <a:pt x="1375" y="744"/>
                  </a:cubicBezTo>
                  <a:cubicBezTo>
                    <a:pt x="1396" y="723"/>
                    <a:pt x="1396" y="688"/>
                    <a:pt x="1375" y="666"/>
                  </a:cubicBezTo>
                  <a:lnTo>
                    <a:pt x="1186" y="478"/>
                  </a:lnTo>
                  <a:lnTo>
                    <a:pt x="1186" y="54"/>
                  </a:lnTo>
                  <a:cubicBezTo>
                    <a:pt x="1186" y="24"/>
                    <a:pt x="1162" y="0"/>
                    <a:pt x="1132" y="0"/>
                  </a:cubicBezTo>
                  <a:lnTo>
                    <a:pt x="1078" y="0"/>
                  </a:lnTo>
                  <a:close/>
                  <a:moveTo>
                    <a:pt x="698" y="242"/>
                  </a:moveTo>
                  <a:lnTo>
                    <a:pt x="101" y="839"/>
                  </a:lnTo>
                  <a:lnTo>
                    <a:pt x="101" y="1138"/>
                  </a:lnTo>
                  <a:cubicBezTo>
                    <a:pt x="101" y="1228"/>
                    <a:pt x="174" y="1301"/>
                    <a:pt x="264" y="1301"/>
                  </a:cubicBezTo>
                  <a:lnTo>
                    <a:pt x="1132" y="1301"/>
                  </a:lnTo>
                  <a:cubicBezTo>
                    <a:pt x="1222" y="1301"/>
                    <a:pt x="1295" y="1228"/>
                    <a:pt x="1295" y="1138"/>
                  </a:cubicBezTo>
                  <a:lnTo>
                    <a:pt x="1295" y="839"/>
                  </a:lnTo>
                  <a:lnTo>
                    <a:pt x="698" y="242"/>
                  </a:lnTo>
                  <a:close/>
                  <a:moveTo>
                    <a:pt x="589" y="758"/>
                  </a:moveTo>
                  <a:lnTo>
                    <a:pt x="807" y="758"/>
                  </a:lnTo>
                  <a:cubicBezTo>
                    <a:pt x="836" y="758"/>
                    <a:pt x="861" y="782"/>
                    <a:pt x="861" y="812"/>
                  </a:cubicBezTo>
                  <a:lnTo>
                    <a:pt x="861" y="1138"/>
                  </a:lnTo>
                  <a:cubicBezTo>
                    <a:pt x="861" y="1168"/>
                    <a:pt x="836" y="1192"/>
                    <a:pt x="807" y="1192"/>
                  </a:cubicBezTo>
                  <a:lnTo>
                    <a:pt x="589" y="1192"/>
                  </a:lnTo>
                  <a:cubicBezTo>
                    <a:pt x="560" y="1192"/>
                    <a:pt x="535" y="1168"/>
                    <a:pt x="535" y="1138"/>
                  </a:cubicBezTo>
                  <a:lnTo>
                    <a:pt x="535" y="812"/>
                  </a:lnTo>
                  <a:cubicBezTo>
                    <a:pt x="535" y="782"/>
                    <a:pt x="560" y="758"/>
                    <a:pt x="589" y="758"/>
                  </a:cubicBezTo>
                  <a:close/>
                </a:path>
              </a:pathLst>
            </a:custGeom>
            <a:solidFill>
              <a:srgbClr val="5F5F5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7BF4575-603B-0AA9-E54B-2E6924230A20}"/>
                </a:ext>
              </a:extLst>
            </p:cNvPr>
            <p:cNvSpPr txBox="1"/>
            <p:nvPr/>
          </p:nvSpPr>
          <p:spPr>
            <a:xfrm>
              <a:off x="5210720" y="2073804"/>
              <a:ext cx="166112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900" dirty="0"/>
                <a:t>회사소개 </a:t>
              </a:r>
              <a:r>
                <a:rPr lang="en-US" altLang="ko-KR" sz="900" dirty="0"/>
                <a:t>&gt; </a:t>
              </a:r>
              <a:r>
                <a:rPr lang="ko-KR" altLang="en-US" sz="900" dirty="0"/>
                <a:t>이용약관</a:t>
              </a:r>
            </a:p>
          </p:txBody>
        </p:sp>
      </p:grp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0BB2FF2F-6320-0D4D-BC07-FB69C3C4E158}"/>
              </a:ext>
            </a:extLst>
          </p:cNvPr>
          <p:cNvSpPr/>
          <p:nvPr/>
        </p:nvSpPr>
        <p:spPr>
          <a:xfrm>
            <a:off x="2000672" y="2548005"/>
            <a:ext cx="3207008" cy="3905331"/>
          </a:xfrm>
          <a:prstGeom prst="roundRect">
            <a:avLst>
              <a:gd name="adj" fmla="val 4362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003CB25-B277-D99F-ADCF-1C38C910DA7F}"/>
              </a:ext>
            </a:extLst>
          </p:cNvPr>
          <p:cNvSpPr txBox="1"/>
          <p:nvPr/>
        </p:nvSpPr>
        <p:spPr>
          <a:xfrm>
            <a:off x="2000672" y="2660287"/>
            <a:ext cx="32070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이용약관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61947C1-5A89-9DA4-4A4E-F61193599C59}"/>
              </a:ext>
            </a:extLst>
          </p:cNvPr>
          <p:cNvSpPr txBox="1"/>
          <p:nvPr/>
        </p:nvSpPr>
        <p:spPr>
          <a:xfrm>
            <a:off x="2000672" y="2960948"/>
            <a:ext cx="32070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err="1"/>
              <a:t>wizshop</a:t>
            </a:r>
            <a:r>
              <a:rPr lang="en-US" altLang="ko-KR" sz="800" dirty="0"/>
              <a:t> </a:t>
            </a:r>
            <a:r>
              <a:rPr lang="ko-KR" altLang="en-US" sz="800" dirty="0"/>
              <a:t>서비스 이용과 관련하여 필요한 사항을 규정합니다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12CFA3A-0D08-3364-A713-6644277F3E2E}"/>
              </a:ext>
            </a:extLst>
          </p:cNvPr>
          <p:cNvSpPr txBox="1"/>
          <p:nvPr/>
        </p:nvSpPr>
        <p:spPr>
          <a:xfrm>
            <a:off x="2001747" y="3562181"/>
            <a:ext cx="320700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제</a:t>
            </a:r>
            <a:r>
              <a:rPr lang="en-US" altLang="ko-KR" sz="1000" b="1" dirty="0"/>
              <a:t>1</a:t>
            </a:r>
            <a:r>
              <a:rPr lang="ko-KR" altLang="en-US" sz="1000" b="1" dirty="0"/>
              <a:t>장 총칙</a:t>
            </a:r>
            <a:endParaRPr lang="en-US" altLang="ko-KR" sz="1000" b="1" dirty="0"/>
          </a:p>
          <a:p>
            <a:endParaRPr lang="en-US" altLang="ko-KR" sz="1000" b="1" dirty="0"/>
          </a:p>
          <a:p>
            <a:r>
              <a:rPr lang="ko-KR" altLang="en-US" sz="1000" dirty="0"/>
              <a:t>제</a:t>
            </a:r>
            <a:r>
              <a:rPr lang="en-US" altLang="ko-KR" sz="1000" dirty="0"/>
              <a:t>1</a:t>
            </a:r>
            <a:r>
              <a:rPr lang="ko-KR" altLang="en-US" sz="1000" dirty="0"/>
              <a:t>조 </a:t>
            </a:r>
            <a:r>
              <a:rPr lang="en-US" altLang="ko-KR" sz="1000" dirty="0"/>
              <a:t>(</a:t>
            </a:r>
            <a:r>
              <a:rPr lang="ko-KR" altLang="en-US" sz="1000" dirty="0"/>
              <a:t>목적</a:t>
            </a:r>
            <a:r>
              <a:rPr lang="en-US" altLang="ko-KR" sz="1000" dirty="0"/>
              <a:t>)</a:t>
            </a:r>
          </a:p>
          <a:p>
            <a:endParaRPr lang="en-US" altLang="ko-KR" sz="1000" dirty="0"/>
          </a:p>
          <a:p>
            <a:r>
              <a:rPr lang="ko-KR" altLang="en-US" sz="1000" dirty="0"/>
              <a:t>본 약관은 ○○ 쇼핑몰</a:t>
            </a:r>
            <a:r>
              <a:rPr lang="en-US" altLang="ko-KR" sz="1000" dirty="0"/>
              <a:t>(</a:t>
            </a:r>
            <a:r>
              <a:rPr lang="ko-KR" altLang="en-US" sz="1000" dirty="0"/>
              <a:t>이하 </a:t>
            </a:r>
            <a:r>
              <a:rPr lang="en-US" altLang="ko-KR" sz="1000" dirty="0"/>
              <a:t>"</a:t>
            </a:r>
            <a:r>
              <a:rPr lang="ko-KR" altLang="en-US" sz="1000" dirty="0"/>
              <a:t>회사</a:t>
            </a:r>
            <a:r>
              <a:rPr lang="en-US" altLang="ko-KR" sz="1000" dirty="0"/>
              <a:t>")</a:t>
            </a:r>
            <a:r>
              <a:rPr lang="ko-KR" altLang="en-US" sz="1000" dirty="0"/>
              <a:t>이 제공하는 온라인 쇼핑몰 서비스</a:t>
            </a:r>
            <a:r>
              <a:rPr lang="en-US" altLang="ko-KR" sz="1000" dirty="0"/>
              <a:t>(</a:t>
            </a:r>
            <a:r>
              <a:rPr lang="ko-KR" altLang="en-US" sz="1000" dirty="0"/>
              <a:t>이하 </a:t>
            </a:r>
            <a:r>
              <a:rPr lang="en-US" altLang="ko-KR" sz="1000" dirty="0"/>
              <a:t>"</a:t>
            </a:r>
            <a:r>
              <a:rPr lang="ko-KR" altLang="en-US" sz="1000" dirty="0"/>
              <a:t>서비스</a:t>
            </a:r>
            <a:r>
              <a:rPr lang="en-US" altLang="ko-KR" sz="1000" dirty="0"/>
              <a:t>")</a:t>
            </a:r>
            <a:r>
              <a:rPr lang="ko-KR" altLang="en-US" sz="1000" dirty="0"/>
              <a:t>의 이용과 관련하여 회사와 이용자의 권리</a:t>
            </a:r>
            <a:r>
              <a:rPr lang="en-US" altLang="ko-KR" sz="1000" dirty="0"/>
              <a:t>·</a:t>
            </a:r>
            <a:r>
              <a:rPr lang="ko-KR" altLang="en-US" sz="1000" dirty="0"/>
              <a:t>의무 및 책임사항을 규정함을 목적으로 합니다</a:t>
            </a:r>
            <a:r>
              <a:rPr lang="en-US" altLang="ko-KR" sz="1000" dirty="0"/>
              <a:t>.</a:t>
            </a:r>
          </a:p>
          <a:p>
            <a:endParaRPr lang="en-US" altLang="ko-KR" sz="1000" dirty="0"/>
          </a:p>
          <a:p>
            <a:r>
              <a:rPr lang="ko-KR" altLang="en-US" sz="1000" dirty="0"/>
              <a:t>제</a:t>
            </a:r>
            <a:r>
              <a:rPr lang="en-US" altLang="ko-KR" sz="1000" dirty="0"/>
              <a:t>2</a:t>
            </a:r>
            <a:r>
              <a:rPr lang="ko-KR" altLang="en-US" sz="1000" dirty="0"/>
              <a:t>조 </a:t>
            </a:r>
            <a:r>
              <a:rPr lang="en-US" altLang="ko-KR" sz="1000" dirty="0"/>
              <a:t>(</a:t>
            </a:r>
            <a:r>
              <a:rPr lang="ko-KR" altLang="en-US" sz="1000" dirty="0"/>
              <a:t>정의</a:t>
            </a:r>
            <a:r>
              <a:rPr lang="en-US" altLang="ko-KR" sz="1000" dirty="0"/>
              <a:t>)</a:t>
            </a:r>
          </a:p>
          <a:p>
            <a:r>
              <a:rPr lang="en-US" altLang="ko-KR" sz="1000" dirty="0"/>
              <a:t>- "</a:t>
            </a:r>
            <a:r>
              <a:rPr lang="ko-KR" altLang="en-US" sz="1000" dirty="0"/>
              <a:t>이용자</a:t>
            </a:r>
            <a:r>
              <a:rPr lang="en-US" altLang="ko-KR" sz="1000" dirty="0"/>
              <a:t>"</a:t>
            </a:r>
            <a:r>
              <a:rPr lang="ko-KR" altLang="en-US" sz="1000" dirty="0"/>
              <a:t>란 본 약관에 따라 회사가 제공하는 서비스를 이용하는 회원 및 비회원을 말합니다</a:t>
            </a:r>
            <a:endParaRPr lang="en-US" altLang="ko-KR" sz="10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A742C69-063C-812B-A641-F5A0F83501FC}"/>
              </a:ext>
            </a:extLst>
          </p:cNvPr>
          <p:cNvSpPr txBox="1"/>
          <p:nvPr/>
        </p:nvSpPr>
        <p:spPr>
          <a:xfrm>
            <a:off x="2022779" y="5557442"/>
            <a:ext cx="32070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부칙</a:t>
            </a:r>
            <a:endParaRPr lang="en-US" altLang="ko-KR" sz="1000" b="1" dirty="0"/>
          </a:p>
          <a:p>
            <a:endParaRPr lang="en-US" altLang="ko-KR" sz="1000" b="1" dirty="0"/>
          </a:p>
          <a:p>
            <a:r>
              <a:rPr lang="en-US" altLang="ko-KR" sz="1000" dirty="0"/>
              <a:t>1. </a:t>
            </a:r>
            <a:r>
              <a:rPr lang="ko-KR" altLang="en-US" sz="1000" dirty="0"/>
              <a:t>공지일자 </a:t>
            </a:r>
            <a:r>
              <a:rPr lang="en-US" altLang="ko-KR" sz="1000" dirty="0"/>
              <a:t>: 2026</a:t>
            </a:r>
            <a:r>
              <a:rPr lang="ko-KR" altLang="en-US" sz="1000" dirty="0"/>
              <a:t>년 </a:t>
            </a:r>
            <a:r>
              <a:rPr lang="en-US" altLang="ko-KR" sz="1000" dirty="0"/>
              <a:t>6</a:t>
            </a:r>
            <a:r>
              <a:rPr lang="ko-KR" altLang="en-US" sz="1000" dirty="0"/>
              <a:t>월 </a:t>
            </a:r>
            <a:r>
              <a:rPr lang="en-US" altLang="ko-KR" sz="1000" dirty="0"/>
              <a:t>1</a:t>
            </a:r>
            <a:r>
              <a:rPr lang="ko-KR" altLang="en-US" sz="1000" dirty="0"/>
              <a:t>일</a:t>
            </a:r>
            <a:br>
              <a:rPr lang="en-US" altLang="ko-KR" sz="1000" dirty="0"/>
            </a:br>
            <a:r>
              <a:rPr lang="en-US" altLang="ko-KR" sz="1000" dirty="0"/>
              <a:t>2. </a:t>
            </a:r>
            <a:r>
              <a:rPr lang="ko-KR" altLang="en-US" sz="1000" dirty="0"/>
              <a:t>적용일자 </a:t>
            </a:r>
            <a:r>
              <a:rPr lang="en-US" altLang="ko-KR" sz="1000" dirty="0"/>
              <a:t>: 2026</a:t>
            </a:r>
            <a:r>
              <a:rPr lang="ko-KR" altLang="en-US" sz="1000" dirty="0"/>
              <a:t>년 </a:t>
            </a:r>
            <a:r>
              <a:rPr lang="en-US" altLang="ko-KR" sz="1000" dirty="0"/>
              <a:t>6</a:t>
            </a:r>
            <a:r>
              <a:rPr lang="ko-KR" altLang="en-US" sz="1000" dirty="0"/>
              <a:t>월 </a:t>
            </a:r>
            <a:r>
              <a:rPr lang="en-US" altLang="ko-KR" sz="1000" dirty="0"/>
              <a:t>1</a:t>
            </a:r>
            <a:r>
              <a:rPr lang="ko-KR" altLang="en-US" sz="1000" dirty="0"/>
              <a:t>일</a:t>
            </a:r>
            <a:endParaRPr lang="ko-KR" altLang="en-US" sz="1000" b="1" dirty="0">
              <a:solidFill>
                <a:srgbClr val="0000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5FDC60-9293-CA6D-C15B-649CE7935907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>
                <a:solidFill>
                  <a:prstClr val="black"/>
                </a:solidFill>
              </a:rPr>
              <a:t>홈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회사소개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이용약관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E67159-48C6-6100-9E79-760B31DBE82D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이용약관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170B827-A38D-6C9E-A377-2B940DA6D111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이용약관</a:t>
            </a:r>
          </a:p>
        </p:txBody>
      </p:sp>
    </p:spTree>
    <p:extLst>
      <p:ext uri="{BB962C8B-B14F-4D97-AF65-F5344CB8AC3E}">
        <p14:creationId xmlns:p14="http://schemas.microsoft.com/office/powerpoint/2010/main" val="20418888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1C8C9-E700-FE55-2F9B-797FC4961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4F98F85F-D2B0-59DE-0CDE-C8805A1EB076}"/>
              </a:ext>
            </a:extLst>
          </p:cNvPr>
          <p:cNvSpPr txBox="1"/>
          <p:nvPr/>
        </p:nvSpPr>
        <p:spPr>
          <a:xfrm rot="16200000">
            <a:off x="-432110" y="1197338"/>
            <a:ext cx="23066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C</a:t>
            </a:r>
            <a:r>
              <a:rPr lang="en-US" altLang="ko-KR" sz="3000" b="1" dirty="0">
                <a:solidFill>
                  <a:srgbClr val="D7D7D7"/>
                </a:solidFill>
                <a:latin typeface="Noto Sans" panose="020B0502040504020204" pitchFamily="34" charset="0"/>
              </a:rPr>
              <a:t>O</a:t>
            </a:r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NTENT</a:t>
            </a:r>
            <a:r>
              <a:rPr lang="en-US" altLang="ko-KR" sz="3000" b="1" dirty="0">
                <a:solidFill>
                  <a:srgbClr val="F0F0F0"/>
                </a:solidFill>
                <a:latin typeface="Noto Sans" panose="020B0502040504020204" pitchFamily="34" charset="0"/>
              </a:rPr>
              <a:t>S</a:t>
            </a:r>
            <a:endParaRPr lang="ko-KR" altLang="en-US" sz="3000" b="1" dirty="0">
              <a:solidFill>
                <a:srgbClr val="F0F0F0"/>
              </a:solidFill>
              <a:latin typeface="Noto Sans" panose="020B0502040504020204" pitchFamily="34" charset="0"/>
            </a:endParaRPr>
          </a:p>
        </p:txBody>
      </p:sp>
      <p:sp>
        <p:nvSpPr>
          <p:cNvPr id="30" name="Text Box 11">
            <a:extLst>
              <a:ext uri="{FF2B5EF4-FFF2-40B4-BE49-F238E27FC236}">
                <a16:creationId xmlns:a16="http://schemas.microsoft.com/office/drawing/2014/main" id="{D9180CA5-7389-3CBD-1A3B-2103E71E8C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5436" y="2140622"/>
            <a:ext cx="4765463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개인정보 처리방침 메뉴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</p:txBody>
      </p:sp>
      <p:sp>
        <p:nvSpPr>
          <p:cNvPr id="31" name="Text Box 5">
            <a:extLst>
              <a:ext uri="{FF2B5EF4-FFF2-40B4-BE49-F238E27FC236}">
                <a16:creationId xmlns:a16="http://schemas.microsoft.com/office/drawing/2014/main" id="{840F1819-4C78-752B-0EA8-E5ECC60EDB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6305" y="1477454"/>
            <a:ext cx="277977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ko-KR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Noto Sans" panose="020B0502040504020204" pitchFamily="34" charset="0"/>
              </a:rPr>
              <a:t>개인정보 처리방침</a:t>
            </a:r>
            <a:endParaRPr lang="en-US" altLang="ko-KR" sz="1600" b="1" dirty="0">
              <a:solidFill>
                <a:prstClr val="black">
                  <a:lumMod val="75000"/>
                  <a:lumOff val="25000"/>
                </a:prstClr>
              </a:solidFill>
              <a:latin typeface="Noto Sans" panose="020B0502040504020204" pitchFamily="34" charset="0"/>
            </a:endParaRP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43E8F743-662D-0DC2-A3F0-64929EDD9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0483" y="1369732"/>
            <a:ext cx="764953" cy="5539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prstClr val="white"/>
                </a:solidFill>
              </a:rPr>
              <a:t>03</a:t>
            </a:r>
            <a:endParaRPr lang="ko-KR" altLang="en-US" sz="2000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84156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94C80-F413-5809-2330-A1E68630F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260">
            <a:extLst>
              <a:ext uri="{FF2B5EF4-FFF2-40B4-BE49-F238E27FC236}">
                <a16:creationId xmlns:a16="http://schemas.microsoft.com/office/drawing/2014/main" id="{3E86F5ED-9499-BDE9-A07E-3F75B7F548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7502540"/>
              </p:ext>
            </p:extLst>
          </p:nvPr>
        </p:nvGraphicFramePr>
        <p:xfrm>
          <a:off x="6969418" y="2548005"/>
          <a:ext cx="2772114" cy="647558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개인정보처리방침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개인정보처리방침 </a:t>
                      </a:r>
                      <a:r>
                        <a:rPr kumimoji="1" lang="en-US" altLang="ko-KR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HTML </a:t>
                      </a: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페이지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4BAA982-2F7B-560A-F4AA-F76922D7E18C}"/>
              </a:ext>
            </a:extLst>
          </p:cNvPr>
          <p:cNvSpPr txBox="1"/>
          <p:nvPr/>
        </p:nvSpPr>
        <p:spPr>
          <a:xfrm>
            <a:off x="236476" y="1340768"/>
            <a:ext cx="900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err="1">
                <a:solidFill>
                  <a:srgbClr val="2858A9"/>
                </a:solidFill>
              </a:rPr>
              <a:t>wiz</a:t>
            </a:r>
            <a:r>
              <a:rPr lang="en-US" altLang="ko-KR" sz="1200" b="1" dirty="0" err="1">
                <a:solidFill>
                  <a:srgbClr val="E853A1"/>
                </a:solidFill>
              </a:rPr>
              <a:t>shop</a:t>
            </a:r>
            <a:endParaRPr lang="ko-KR" altLang="en-US" sz="1200" b="1" dirty="0">
              <a:solidFill>
                <a:srgbClr val="E853A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EDEB8C-B061-F53B-2F85-E8369A495CED}"/>
              </a:ext>
            </a:extLst>
          </p:cNvPr>
          <p:cNvSpPr txBox="1"/>
          <p:nvPr/>
        </p:nvSpPr>
        <p:spPr>
          <a:xfrm>
            <a:off x="992560" y="1382454"/>
            <a:ext cx="22682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서울과학기술대학교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C291D2-75BE-9CE2-0BF4-9AA1379A776B}"/>
              </a:ext>
            </a:extLst>
          </p:cNvPr>
          <p:cNvSpPr txBox="1"/>
          <p:nvPr/>
        </p:nvSpPr>
        <p:spPr>
          <a:xfrm>
            <a:off x="229472" y="1711841"/>
            <a:ext cx="45365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메인      구매신청      고객센터      </a:t>
            </a:r>
            <a:r>
              <a:rPr lang="ko-KR" altLang="en-US" sz="1200" b="1" dirty="0">
                <a:solidFill>
                  <a:srgbClr val="2857A9"/>
                </a:solidFill>
              </a:rPr>
              <a:t>회사소개</a:t>
            </a:r>
            <a:r>
              <a:rPr lang="ko-KR" altLang="en-US" sz="1200" b="1" dirty="0"/>
              <a:t>      마이페이지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B61E8E3B-512F-E5B8-76A3-99F758F7261C}"/>
              </a:ext>
            </a:extLst>
          </p:cNvPr>
          <p:cNvCxnSpPr/>
          <p:nvPr/>
        </p:nvCxnSpPr>
        <p:spPr>
          <a:xfrm>
            <a:off x="164468" y="2060848"/>
            <a:ext cx="6804950" cy="0"/>
          </a:xfrm>
          <a:prstGeom prst="line">
            <a:avLst/>
          </a:prstGeom>
          <a:ln w="6350" cmpd="sng">
            <a:solidFill>
              <a:schemeClr val="tx1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82DEB130-405B-5F1F-E23C-224C7203C2DE}"/>
              </a:ext>
            </a:extLst>
          </p:cNvPr>
          <p:cNvGrpSpPr/>
          <p:nvPr/>
        </p:nvGrpSpPr>
        <p:grpSpPr>
          <a:xfrm>
            <a:off x="5709084" y="1364087"/>
            <a:ext cx="1188108" cy="254000"/>
            <a:chOff x="5241032" y="1433104"/>
            <a:chExt cx="1188108" cy="254000"/>
          </a:xfrm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00F3F281-B9BD-0756-FB3E-D420736D35FB}"/>
                </a:ext>
              </a:extLst>
            </p:cNvPr>
            <p:cNvGrpSpPr/>
            <p:nvPr/>
          </p:nvGrpSpPr>
          <p:grpSpPr>
            <a:xfrm>
              <a:off x="5241032" y="1433104"/>
              <a:ext cx="254000" cy="254000"/>
              <a:chOff x="7433374" y="4006664"/>
              <a:chExt cx="254000" cy="254000"/>
            </a:xfrm>
          </p:grpSpPr>
          <p:sp>
            <p:nvSpPr>
              <p:cNvPr id="17" name="Avatar Placeholder">
                <a:extLst>
                  <a:ext uri="{FF2B5EF4-FFF2-40B4-BE49-F238E27FC236}">
                    <a16:creationId xmlns:a16="http://schemas.microsoft.com/office/drawing/2014/main" id="{722493CD-1347-FF7A-DF89-122BF0082A8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433374" y="4006664"/>
                <a:ext cx="254000" cy="254000"/>
              </a:xfrm>
              <a:prstGeom prst="ellipse">
                <a:avLst/>
              </a:prstGeom>
              <a:solidFill>
                <a:srgbClr val="E853A1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8" name="User">
                <a:extLst>
                  <a:ext uri="{FF2B5EF4-FFF2-40B4-BE49-F238E27FC236}">
                    <a16:creationId xmlns:a16="http://schemas.microsoft.com/office/drawing/2014/main" id="{729B1B75-DAF4-D0B4-4B74-7F29672CD7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486867" y="4056798"/>
                <a:ext cx="136525" cy="161925"/>
              </a:xfrm>
              <a:custGeom>
                <a:avLst/>
                <a:gdLst>
                  <a:gd name="T0" fmla="*/ 597 w 1194"/>
                  <a:gd name="T1" fmla="*/ 0 h 1411"/>
                  <a:gd name="T2" fmla="*/ 271 w 1194"/>
                  <a:gd name="T3" fmla="*/ 325 h 1411"/>
                  <a:gd name="T4" fmla="*/ 434 w 1194"/>
                  <a:gd name="T5" fmla="*/ 695 h 1411"/>
                  <a:gd name="T6" fmla="*/ 434 w 1194"/>
                  <a:gd name="T7" fmla="*/ 771 h 1411"/>
                  <a:gd name="T8" fmla="*/ 385 w 1194"/>
                  <a:gd name="T9" fmla="*/ 836 h 1411"/>
                  <a:gd name="T10" fmla="*/ 0 w 1194"/>
                  <a:gd name="T11" fmla="*/ 1124 h 1411"/>
                  <a:gd name="T12" fmla="*/ 0 w 1194"/>
                  <a:gd name="T13" fmla="*/ 1221 h 1411"/>
                  <a:gd name="T14" fmla="*/ 597 w 1194"/>
                  <a:gd name="T15" fmla="*/ 1411 h 1411"/>
                  <a:gd name="T16" fmla="*/ 1194 w 1194"/>
                  <a:gd name="T17" fmla="*/ 1221 h 1411"/>
                  <a:gd name="T18" fmla="*/ 1194 w 1194"/>
                  <a:gd name="T19" fmla="*/ 1124 h 1411"/>
                  <a:gd name="T20" fmla="*/ 809 w 1194"/>
                  <a:gd name="T21" fmla="*/ 836 h 1411"/>
                  <a:gd name="T22" fmla="*/ 760 w 1194"/>
                  <a:gd name="T23" fmla="*/ 771 h 1411"/>
                  <a:gd name="T24" fmla="*/ 760 w 1194"/>
                  <a:gd name="T25" fmla="*/ 695 h 1411"/>
                  <a:gd name="T26" fmla="*/ 923 w 1194"/>
                  <a:gd name="T27" fmla="*/ 325 h 1411"/>
                  <a:gd name="T28" fmla="*/ 597 w 1194"/>
                  <a:gd name="T29" fmla="*/ 0 h 1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94" h="1411">
                    <a:moveTo>
                      <a:pt x="597" y="0"/>
                    </a:moveTo>
                    <a:cubicBezTo>
                      <a:pt x="418" y="0"/>
                      <a:pt x="271" y="113"/>
                      <a:pt x="271" y="325"/>
                    </a:cubicBezTo>
                    <a:cubicBezTo>
                      <a:pt x="271" y="467"/>
                      <a:pt x="337" y="613"/>
                      <a:pt x="434" y="695"/>
                    </a:cubicBezTo>
                    <a:lnTo>
                      <a:pt x="434" y="771"/>
                    </a:lnTo>
                    <a:cubicBezTo>
                      <a:pt x="434" y="804"/>
                      <a:pt x="412" y="830"/>
                      <a:pt x="385" y="836"/>
                    </a:cubicBezTo>
                    <a:cubicBezTo>
                      <a:pt x="173" y="901"/>
                      <a:pt x="0" y="1043"/>
                      <a:pt x="0" y="1124"/>
                    </a:cubicBezTo>
                    <a:lnTo>
                      <a:pt x="0" y="1221"/>
                    </a:lnTo>
                    <a:cubicBezTo>
                      <a:pt x="0" y="1324"/>
                      <a:pt x="266" y="1411"/>
                      <a:pt x="597" y="1411"/>
                    </a:cubicBezTo>
                    <a:cubicBezTo>
                      <a:pt x="928" y="1411"/>
                      <a:pt x="1194" y="1324"/>
                      <a:pt x="1194" y="1221"/>
                    </a:cubicBezTo>
                    <a:lnTo>
                      <a:pt x="1194" y="1124"/>
                    </a:lnTo>
                    <a:cubicBezTo>
                      <a:pt x="1194" y="1048"/>
                      <a:pt x="1026" y="901"/>
                      <a:pt x="809" y="836"/>
                    </a:cubicBezTo>
                    <a:cubicBezTo>
                      <a:pt x="782" y="830"/>
                      <a:pt x="760" y="798"/>
                      <a:pt x="760" y="771"/>
                    </a:cubicBezTo>
                    <a:lnTo>
                      <a:pt x="760" y="695"/>
                    </a:lnTo>
                    <a:cubicBezTo>
                      <a:pt x="857" y="613"/>
                      <a:pt x="923" y="467"/>
                      <a:pt x="923" y="325"/>
                    </a:cubicBezTo>
                    <a:cubicBezTo>
                      <a:pt x="923" y="113"/>
                      <a:pt x="776" y="0"/>
                      <a:pt x="59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0745C37-20A3-E2E3-8247-56AA767633F2}"/>
                </a:ext>
              </a:extLst>
            </p:cNvPr>
            <p:cNvSpPr txBox="1"/>
            <p:nvPr/>
          </p:nvSpPr>
          <p:spPr>
            <a:xfrm>
              <a:off x="5495032" y="1450221"/>
              <a:ext cx="89812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/>
                <a:t>홍길동 </a:t>
              </a:r>
              <a:r>
                <a:rPr lang="ko-KR" altLang="en-US" sz="900" dirty="0"/>
                <a:t>님</a:t>
              </a:r>
              <a:r>
                <a:rPr lang="ko-KR" altLang="en-US" sz="900" b="1" dirty="0"/>
                <a:t> </a:t>
              </a:r>
              <a:r>
                <a:rPr lang="en-US" altLang="ko-KR" sz="900" b="1" dirty="0"/>
                <a:t>〉</a:t>
              </a:r>
              <a:endParaRPr lang="ko-KR" altLang="en-US" sz="900" b="1" dirty="0"/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3112AC71-D373-90FB-107F-87E7462A363A}"/>
                </a:ext>
              </a:extLst>
            </p:cNvPr>
            <p:cNvSpPr/>
            <p:nvPr/>
          </p:nvSpPr>
          <p:spPr>
            <a:xfrm>
              <a:off x="6213140" y="1450220"/>
              <a:ext cx="216000" cy="216000"/>
            </a:xfrm>
            <a:prstGeom prst="roundRect">
              <a:avLst/>
            </a:prstGeom>
            <a:solidFill>
              <a:srgbClr val="2858A9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endParaRPr lang="ko-KR" altLang="en-US" sz="900" b="1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6" name="Exit">
              <a:extLst>
                <a:ext uri="{FF2B5EF4-FFF2-40B4-BE49-F238E27FC236}">
                  <a16:creationId xmlns:a16="http://schemas.microsoft.com/office/drawing/2014/main" id="{F26AF888-E507-B2A2-A3AC-057040D8F5AC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6244723" y="1476493"/>
              <a:ext cx="134938" cy="161925"/>
            </a:xfrm>
            <a:custGeom>
              <a:avLst/>
              <a:gdLst>
                <a:gd name="T0" fmla="*/ 163 w 1167"/>
                <a:gd name="T1" fmla="*/ 0 h 1411"/>
                <a:gd name="T2" fmla="*/ 0 w 1167"/>
                <a:gd name="T3" fmla="*/ 163 h 1411"/>
                <a:gd name="T4" fmla="*/ 0 w 1167"/>
                <a:gd name="T5" fmla="*/ 1248 h 1411"/>
                <a:gd name="T6" fmla="*/ 163 w 1167"/>
                <a:gd name="T7" fmla="*/ 1411 h 1411"/>
                <a:gd name="T8" fmla="*/ 923 w 1167"/>
                <a:gd name="T9" fmla="*/ 1411 h 1411"/>
                <a:gd name="T10" fmla="*/ 1085 w 1167"/>
                <a:gd name="T11" fmla="*/ 1248 h 1411"/>
                <a:gd name="T12" fmla="*/ 1085 w 1167"/>
                <a:gd name="T13" fmla="*/ 967 h 1411"/>
                <a:gd name="T14" fmla="*/ 977 w 1167"/>
                <a:gd name="T15" fmla="*/ 1062 h 1411"/>
                <a:gd name="T16" fmla="*/ 977 w 1167"/>
                <a:gd name="T17" fmla="*/ 1248 h 1411"/>
                <a:gd name="T18" fmla="*/ 923 w 1167"/>
                <a:gd name="T19" fmla="*/ 1303 h 1411"/>
                <a:gd name="T20" fmla="*/ 163 w 1167"/>
                <a:gd name="T21" fmla="*/ 1303 h 1411"/>
                <a:gd name="T22" fmla="*/ 109 w 1167"/>
                <a:gd name="T23" fmla="*/ 1248 h 1411"/>
                <a:gd name="T24" fmla="*/ 109 w 1167"/>
                <a:gd name="T25" fmla="*/ 163 h 1411"/>
                <a:gd name="T26" fmla="*/ 163 w 1167"/>
                <a:gd name="T27" fmla="*/ 109 h 1411"/>
                <a:gd name="T28" fmla="*/ 923 w 1167"/>
                <a:gd name="T29" fmla="*/ 109 h 1411"/>
                <a:gd name="T30" fmla="*/ 977 w 1167"/>
                <a:gd name="T31" fmla="*/ 163 h 1411"/>
                <a:gd name="T32" fmla="*/ 977 w 1167"/>
                <a:gd name="T33" fmla="*/ 351 h 1411"/>
                <a:gd name="T34" fmla="*/ 1085 w 1167"/>
                <a:gd name="T35" fmla="*/ 444 h 1411"/>
                <a:gd name="T36" fmla="*/ 1085 w 1167"/>
                <a:gd name="T37" fmla="*/ 163 h 1411"/>
                <a:gd name="T38" fmla="*/ 923 w 1167"/>
                <a:gd name="T39" fmla="*/ 0 h 1411"/>
                <a:gd name="T40" fmla="*/ 163 w 1167"/>
                <a:gd name="T41" fmla="*/ 0 h 1411"/>
                <a:gd name="T42" fmla="*/ 751 w 1167"/>
                <a:gd name="T43" fmla="*/ 351 h 1411"/>
                <a:gd name="T44" fmla="*/ 706 w 1167"/>
                <a:gd name="T45" fmla="*/ 405 h 1411"/>
                <a:gd name="T46" fmla="*/ 706 w 1167"/>
                <a:gd name="T47" fmla="*/ 543 h 1411"/>
                <a:gd name="T48" fmla="*/ 380 w 1167"/>
                <a:gd name="T49" fmla="*/ 543 h 1411"/>
                <a:gd name="T50" fmla="*/ 326 w 1167"/>
                <a:gd name="T51" fmla="*/ 597 h 1411"/>
                <a:gd name="T52" fmla="*/ 326 w 1167"/>
                <a:gd name="T53" fmla="*/ 814 h 1411"/>
                <a:gd name="T54" fmla="*/ 380 w 1167"/>
                <a:gd name="T55" fmla="*/ 869 h 1411"/>
                <a:gd name="T56" fmla="*/ 706 w 1167"/>
                <a:gd name="T57" fmla="*/ 869 h 1411"/>
                <a:gd name="T58" fmla="*/ 706 w 1167"/>
                <a:gd name="T59" fmla="*/ 1004 h 1411"/>
                <a:gd name="T60" fmla="*/ 760 w 1167"/>
                <a:gd name="T61" fmla="*/ 1058 h 1411"/>
                <a:gd name="T62" fmla="*/ 1167 w 1167"/>
                <a:gd name="T63" fmla="*/ 706 h 1411"/>
                <a:gd name="T64" fmla="*/ 760 w 1167"/>
                <a:gd name="T65" fmla="*/ 353 h 1411"/>
                <a:gd name="T66" fmla="*/ 751 w 1167"/>
                <a:gd name="T67" fmla="*/ 351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167" h="1411">
                  <a:moveTo>
                    <a:pt x="163" y="0"/>
                  </a:moveTo>
                  <a:cubicBezTo>
                    <a:pt x="73" y="0"/>
                    <a:pt x="0" y="73"/>
                    <a:pt x="0" y="163"/>
                  </a:cubicBezTo>
                  <a:lnTo>
                    <a:pt x="0" y="1248"/>
                  </a:lnTo>
                  <a:cubicBezTo>
                    <a:pt x="0" y="1338"/>
                    <a:pt x="73" y="1411"/>
                    <a:pt x="163" y="1411"/>
                  </a:cubicBezTo>
                  <a:lnTo>
                    <a:pt x="923" y="1411"/>
                  </a:lnTo>
                  <a:cubicBezTo>
                    <a:pt x="1013" y="1411"/>
                    <a:pt x="1085" y="1338"/>
                    <a:pt x="1085" y="1248"/>
                  </a:cubicBezTo>
                  <a:lnTo>
                    <a:pt x="1085" y="967"/>
                  </a:lnTo>
                  <a:lnTo>
                    <a:pt x="977" y="1062"/>
                  </a:lnTo>
                  <a:lnTo>
                    <a:pt x="977" y="1248"/>
                  </a:lnTo>
                  <a:cubicBezTo>
                    <a:pt x="977" y="1278"/>
                    <a:pt x="953" y="1303"/>
                    <a:pt x="923" y="1303"/>
                  </a:cubicBezTo>
                  <a:lnTo>
                    <a:pt x="163" y="1303"/>
                  </a:lnTo>
                  <a:cubicBezTo>
                    <a:pt x="133" y="1303"/>
                    <a:pt x="109" y="1278"/>
                    <a:pt x="109" y="1248"/>
                  </a:cubicBezTo>
                  <a:lnTo>
                    <a:pt x="109" y="163"/>
                  </a:lnTo>
                  <a:cubicBezTo>
                    <a:pt x="109" y="133"/>
                    <a:pt x="133" y="109"/>
                    <a:pt x="163" y="109"/>
                  </a:cubicBezTo>
                  <a:lnTo>
                    <a:pt x="923" y="109"/>
                  </a:lnTo>
                  <a:cubicBezTo>
                    <a:pt x="953" y="109"/>
                    <a:pt x="977" y="133"/>
                    <a:pt x="977" y="163"/>
                  </a:cubicBezTo>
                  <a:lnTo>
                    <a:pt x="977" y="351"/>
                  </a:lnTo>
                  <a:lnTo>
                    <a:pt x="1085" y="444"/>
                  </a:lnTo>
                  <a:lnTo>
                    <a:pt x="1085" y="163"/>
                  </a:lnTo>
                  <a:cubicBezTo>
                    <a:pt x="1085" y="73"/>
                    <a:pt x="1013" y="0"/>
                    <a:pt x="923" y="0"/>
                  </a:cubicBezTo>
                  <a:lnTo>
                    <a:pt x="163" y="0"/>
                  </a:lnTo>
                  <a:close/>
                  <a:moveTo>
                    <a:pt x="751" y="351"/>
                  </a:moveTo>
                  <a:cubicBezTo>
                    <a:pt x="736" y="349"/>
                    <a:pt x="706" y="351"/>
                    <a:pt x="706" y="405"/>
                  </a:cubicBezTo>
                  <a:lnTo>
                    <a:pt x="706" y="543"/>
                  </a:lnTo>
                  <a:lnTo>
                    <a:pt x="380" y="543"/>
                  </a:lnTo>
                  <a:cubicBezTo>
                    <a:pt x="350" y="543"/>
                    <a:pt x="326" y="567"/>
                    <a:pt x="326" y="597"/>
                  </a:cubicBezTo>
                  <a:lnTo>
                    <a:pt x="326" y="814"/>
                  </a:lnTo>
                  <a:cubicBezTo>
                    <a:pt x="326" y="844"/>
                    <a:pt x="350" y="869"/>
                    <a:pt x="380" y="869"/>
                  </a:cubicBezTo>
                  <a:lnTo>
                    <a:pt x="706" y="869"/>
                  </a:lnTo>
                  <a:lnTo>
                    <a:pt x="706" y="1004"/>
                  </a:lnTo>
                  <a:cubicBezTo>
                    <a:pt x="706" y="1074"/>
                    <a:pt x="760" y="1058"/>
                    <a:pt x="760" y="1058"/>
                  </a:cubicBezTo>
                  <a:lnTo>
                    <a:pt x="1167" y="706"/>
                  </a:lnTo>
                  <a:lnTo>
                    <a:pt x="760" y="353"/>
                  </a:lnTo>
                  <a:cubicBezTo>
                    <a:pt x="760" y="353"/>
                    <a:pt x="756" y="352"/>
                    <a:pt x="751" y="35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9" name="Menu">
            <a:extLst>
              <a:ext uri="{FF2B5EF4-FFF2-40B4-BE49-F238E27FC236}">
                <a16:creationId xmlns:a16="http://schemas.microsoft.com/office/drawing/2014/main" id="{83A5F195-9E43-DBEE-7F1D-D94913C24BE4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681192" y="1833259"/>
            <a:ext cx="161925" cy="111125"/>
          </a:xfrm>
          <a:custGeom>
            <a:avLst/>
            <a:gdLst>
              <a:gd name="T0" fmla="*/ 0 w 1411"/>
              <a:gd name="T1" fmla="*/ 0 h 977"/>
              <a:gd name="T2" fmla="*/ 0 w 1411"/>
              <a:gd name="T3" fmla="*/ 108 h 977"/>
              <a:gd name="T4" fmla="*/ 1411 w 1411"/>
              <a:gd name="T5" fmla="*/ 108 h 977"/>
              <a:gd name="T6" fmla="*/ 1411 w 1411"/>
              <a:gd name="T7" fmla="*/ 0 h 977"/>
              <a:gd name="T8" fmla="*/ 0 w 1411"/>
              <a:gd name="T9" fmla="*/ 0 h 977"/>
              <a:gd name="T10" fmla="*/ 0 w 1411"/>
              <a:gd name="T11" fmla="*/ 434 h 977"/>
              <a:gd name="T12" fmla="*/ 0 w 1411"/>
              <a:gd name="T13" fmla="*/ 542 h 977"/>
              <a:gd name="T14" fmla="*/ 1411 w 1411"/>
              <a:gd name="T15" fmla="*/ 542 h 977"/>
              <a:gd name="T16" fmla="*/ 1411 w 1411"/>
              <a:gd name="T17" fmla="*/ 434 h 977"/>
              <a:gd name="T18" fmla="*/ 0 w 1411"/>
              <a:gd name="T19" fmla="*/ 434 h 977"/>
              <a:gd name="T20" fmla="*/ 0 w 1411"/>
              <a:gd name="T21" fmla="*/ 868 h 977"/>
              <a:gd name="T22" fmla="*/ 0 w 1411"/>
              <a:gd name="T23" fmla="*/ 977 h 977"/>
              <a:gd name="T24" fmla="*/ 1411 w 1411"/>
              <a:gd name="T25" fmla="*/ 977 h 977"/>
              <a:gd name="T26" fmla="*/ 1411 w 1411"/>
              <a:gd name="T27" fmla="*/ 868 h 977"/>
              <a:gd name="T28" fmla="*/ 0 w 1411"/>
              <a:gd name="T29" fmla="*/ 868 h 9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411" h="977">
                <a:moveTo>
                  <a:pt x="0" y="0"/>
                </a:moveTo>
                <a:lnTo>
                  <a:pt x="0" y="108"/>
                </a:lnTo>
                <a:lnTo>
                  <a:pt x="1411" y="108"/>
                </a:lnTo>
                <a:lnTo>
                  <a:pt x="1411" y="0"/>
                </a:lnTo>
                <a:lnTo>
                  <a:pt x="0" y="0"/>
                </a:lnTo>
                <a:close/>
                <a:moveTo>
                  <a:pt x="0" y="434"/>
                </a:moveTo>
                <a:lnTo>
                  <a:pt x="0" y="542"/>
                </a:lnTo>
                <a:lnTo>
                  <a:pt x="1411" y="542"/>
                </a:lnTo>
                <a:lnTo>
                  <a:pt x="1411" y="434"/>
                </a:lnTo>
                <a:lnTo>
                  <a:pt x="0" y="434"/>
                </a:lnTo>
                <a:close/>
                <a:moveTo>
                  <a:pt x="0" y="868"/>
                </a:moveTo>
                <a:lnTo>
                  <a:pt x="0" y="977"/>
                </a:lnTo>
                <a:lnTo>
                  <a:pt x="1411" y="977"/>
                </a:lnTo>
                <a:lnTo>
                  <a:pt x="1411" y="868"/>
                </a:lnTo>
                <a:lnTo>
                  <a:pt x="0" y="868"/>
                </a:lnTo>
                <a:close/>
              </a:path>
            </a:pathLst>
          </a:custGeom>
          <a:solidFill>
            <a:srgbClr val="5F5F5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B16F0B-121E-B151-2766-3DE2FD092542}"/>
              </a:ext>
            </a:extLst>
          </p:cNvPr>
          <p:cNvSpPr txBox="1"/>
          <p:nvPr/>
        </p:nvSpPr>
        <p:spPr>
          <a:xfrm>
            <a:off x="217197" y="2102659"/>
            <a:ext cx="14931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개인정보처리방침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2D03F148-408C-7FFB-CD1E-005D8382B91F}"/>
              </a:ext>
            </a:extLst>
          </p:cNvPr>
          <p:cNvGrpSpPr/>
          <p:nvPr/>
        </p:nvGrpSpPr>
        <p:grpSpPr>
          <a:xfrm>
            <a:off x="5025008" y="2118048"/>
            <a:ext cx="1846833" cy="230832"/>
            <a:chOff x="5025008" y="2118048"/>
            <a:chExt cx="1846833" cy="230832"/>
          </a:xfrm>
        </p:grpSpPr>
        <p:sp>
          <p:nvSpPr>
            <p:cNvPr id="22" name="Go Home">
              <a:extLst>
                <a:ext uri="{FF2B5EF4-FFF2-40B4-BE49-F238E27FC236}">
                  <a16:creationId xmlns:a16="http://schemas.microsoft.com/office/drawing/2014/main" id="{08B9EA1D-DBED-7213-3A52-F7FA52B9AC25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5025008" y="2155064"/>
              <a:ext cx="160338" cy="150812"/>
            </a:xfrm>
            <a:custGeom>
              <a:avLst/>
              <a:gdLst>
                <a:gd name="T0" fmla="*/ 1078 w 1396"/>
                <a:gd name="T1" fmla="*/ 0 h 1301"/>
                <a:gd name="T2" fmla="*/ 1024 w 1396"/>
                <a:gd name="T3" fmla="*/ 54 h 1301"/>
                <a:gd name="T4" fmla="*/ 1024 w 1396"/>
                <a:gd name="T5" fmla="*/ 317 h 1301"/>
                <a:gd name="T6" fmla="*/ 735 w 1396"/>
                <a:gd name="T7" fmla="*/ 29 h 1301"/>
                <a:gd name="T8" fmla="*/ 659 w 1396"/>
                <a:gd name="T9" fmla="*/ 29 h 1301"/>
                <a:gd name="T10" fmla="*/ 21 w 1396"/>
                <a:gd name="T11" fmla="*/ 665 h 1301"/>
                <a:gd name="T12" fmla="*/ 21 w 1396"/>
                <a:gd name="T13" fmla="*/ 743 h 1301"/>
                <a:gd name="T14" fmla="*/ 98 w 1396"/>
                <a:gd name="T15" fmla="*/ 743 h 1301"/>
                <a:gd name="T16" fmla="*/ 698 w 1396"/>
                <a:gd name="T17" fmla="*/ 144 h 1301"/>
                <a:gd name="T18" fmla="*/ 1298 w 1396"/>
                <a:gd name="T19" fmla="*/ 744 h 1301"/>
                <a:gd name="T20" fmla="*/ 1336 w 1396"/>
                <a:gd name="T21" fmla="*/ 760 h 1301"/>
                <a:gd name="T22" fmla="*/ 1375 w 1396"/>
                <a:gd name="T23" fmla="*/ 744 h 1301"/>
                <a:gd name="T24" fmla="*/ 1375 w 1396"/>
                <a:gd name="T25" fmla="*/ 666 h 1301"/>
                <a:gd name="T26" fmla="*/ 1186 w 1396"/>
                <a:gd name="T27" fmla="*/ 478 h 1301"/>
                <a:gd name="T28" fmla="*/ 1186 w 1396"/>
                <a:gd name="T29" fmla="*/ 54 h 1301"/>
                <a:gd name="T30" fmla="*/ 1132 w 1396"/>
                <a:gd name="T31" fmla="*/ 0 h 1301"/>
                <a:gd name="T32" fmla="*/ 1078 w 1396"/>
                <a:gd name="T33" fmla="*/ 0 h 1301"/>
                <a:gd name="T34" fmla="*/ 698 w 1396"/>
                <a:gd name="T35" fmla="*/ 242 h 1301"/>
                <a:gd name="T36" fmla="*/ 101 w 1396"/>
                <a:gd name="T37" fmla="*/ 839 h 1301"/>
                <a:gd name="T38" fmla="*/ 101 w 1396"/>
                <a:gd name="T39" fmla="*/ 1138 h 1301"/>
                <a:gd name="T40" fmla="*/ 264 w 1396"/>
                <a:gd name="T41" fmla="*/ 1301 h 1301"/>
                <a:gd name="T42" fmla="*/ 1132 w 1396"/>
                <a:gd name="T43" fmla="*/ 1301 h 1301"/>
                <a:gd name="T44" fmla="*/ 1295 w 1396"/>
                <a:gd name="T45" fmla="*/ 1138 h 1301"/>
                <a:gd name="T46" fmla="*/ 1295 w 1396"/>
                <a:gd name="T47" fmla="*/ 839 h 1301"/>
                <a:gd name="T48" fmla="*/ 698 w 1396"/>
                <a:gd name="T49" fmla="*/ 242 h 1301"/>
                <a:gd name="T50" fmla="*/ 589 w 1396"/>
                <a:gd name="T51" fmla="*/ 758 h 1301"/>
                <a:gd name="T52" fmla="*/ 807 w 1396"/>
                <a:gd name="T53" fmla="*/ 758 h 1301"/>
                <a:gd name="T54" fmla="*/ 861 w 1396"/>
                <a:gd name="T55" fmla="*/ 812 h 1301"/>
                <a:gd name="T56" fmla="*/ 861 w 1396"/>
                <a:gd name="T57" fmla="*/ 1138 h 1301"/>
                <a:gd name="T58" fmla="*/ 807 w 1396"/>
                <a:gd name="T59" fmla="*/ 1192 h 1301"/>
                <a:gd name="T60" fmla="*/ 589 w 1396"/>
                <a:gd name="T61" fmla="*/ 1192 h 1301"/>
                <a:gd name="T62" fmla="*/ 535 w 1396"/>
                <a:gd name="T63" fmla="*/ 1138 h 1301"/>
                <a:gd name="T64" fmla="*/ 535 w 1396"/>
                <a:gd name="T65" fmla="*/ 812 h 1301"/>
                <a:gd name="T66" fmla="*/ 589 w 1396"/>
                <a:gd name="T67" fmla="*/ 758 h 1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96" h="1301">
                  <a:moveTo>
                    <a:pt x="1078" y="0"/>
                  </a:moveTo>
                  <a:cubicBezTo>
                    <a:pt x="1048" y="0"/>
                    <a:pt x="1024" y="24"/>
                    <a:pt x="1024" y="54"/>
                  </a:cubicBezTo>
                  <a:lnTo>
                    <a:pt x="1024" y="317"/>
                  </a:lnTo>
                  <a:lnTo>
                    <a:pt x="735" y="29"/>
                  </a:lnTo>
                  <a:cubicBezTo>
                    <a:pt x="714" y="7"/>
                    <a:pt x="680" y="7"/>
                    <a:pt x="659" y="29"/>
                  </a:cubicBezTo>
                  <a:lnTo>
                    <a:pt x="21" y="665"/>
                  </a:lnTo>
                  <a:cubicBezTo>
                    <a:pt x="0" y="686"/>
                    <a:pt x="0" y="722"/>
                    <a:pt x="21" y="743"/>
                  </a:cubicBezTo>
                  <a:cubicBezTo>
                    <a:pt x="43" y="764"/>
                    <a:pt x="76" y="764"/>
                    <a:pt x="98" y="743"/>
                  </a:cubicBezTo>
                  <a:lnTo>
                    <a:pt x="698" y="144"/>
                  </a:lnTo>
                  <a:lnTo>
                    <a:pt x="1298" y="744"/>
                  </a:lnTo>
                  <a:cubicBezTo>
                    <a:pt x="1309" y="755"/>
                    <a:pt x="1322" y="760"/>
                    <a:pt x="1336" y="760"/>
                  </a:cubicBezTo>
                  <a:cubicBezTo>
                    <a:pt x="1350" y="760"/>
                    <a:pt x="1364" y="755"/>
                    <a:pt x="1375" y="744"/>
                  </a:cubicBezTo>
                  <a:cubicBezTo>
                    <a:pt x="1396" y="723"/>
                    <a:pt x="1396" y="688"/>
                    <a:pt x="1375" y="666"/>
                  </a:cubicBezTo>
                  <a:lnTo>
                    <a:pt x="1186" y="478"/>
                  </a:lnTo>
                  <a:lnTo>
                    <a:pt x="1186" y="54"/>
                  </a:lnTo>
                  <a:cubicBezTo>
                    <a:pt x="1186" y="24"/>
                    <a:pt x="1162" y="0"/>
                    <a:pt x="1132" y="0"/>
                  </a:cubicBezTo>
                  <a:lnTo>
                    <a:pt x="1078" y="0"/>
                  </a:lnTo>
                  <a:close/>
                  <a:moveTo>
                    <a:pt x="698" y="242"/>
                  </a:moveTo>
                  <a:lnTo>
                    <a:pt x="101" y="839"/>
                  </a:lnTo>
                  <a:lnTo>
                    <a:pt x="101" y="1138"/>
                  </a:lnTo>
                  <a:cubicBezTo>
                    <a:pt x="101" y="1228"/>
                    <a:pt x="174" y="1301"/>
                    <a:pt x="264" y="1301"/>
                  </a:cubicBezTo>
                  <a:lnTo>
                    <a:pt x="1132" y="1301"/>
                  </a:lnTo>
                  <a:cubicBezTo>
                    <a:pt x="1222" y="1301"/>
                    <a:pt x="1295" y="1228"/>
                    <a:pt x="1295" y="1138"/>
                  </a:cubicBezTo>
                  <a:lnTo>
                    <a:pt x="1295" y="839"/>
                  </a:lnTo>
                  <a:lnTo>
                    <a:pt x="698" y="242"/>
                  </a:lnTo>
                  <a:close/>
                  <a:moveTo>
                    <a:pt x="589" y="758"/>
                  </a:moveTo>
                  <a:lnTo>
                    <a:pt x="807" y="758"/>
                  </a:lnTo>
                  <a:cubicBezTo>
                    <a:pt x="836" y="758"/>
                    <a:pt x="861" y="782"/>
                    <a:pt x="861" y="812"/>
                  </a:cubicBezTo>
                  <a:lnTo>
                    <a:pt x="861" y="1138"/>
                  </a:lnTo>
                  <a:cubicBezTo>
                    <a:pt x="861" y="1168"/>
                    <a:pt x="836" y="1192"/>
                    <a:pt x="807" y="1192"/>
                  </a:cubicBezTo>
                  <a:lnTo>
                    <a:pt x="589" y="1192"/>
                  </a:lnTo>
                  <a:cubicBezTo>
                    <a:pt x="560" y="1192"/>
                    <a:pt x="535" y="1168"/>
                    <a:pt x="535" y="1138"/>
                  </a:cubicBezTo>
                  <a:lnTo>
                    <a:pt x="535" y="812"/>
                  </a:lnTo>
                  <a:cubicBezTo>
                    <a:pt x="535" y="782"/>
                    <a:pt x="560" y="758"/>
                    <a:pt x="589" y="758"/>
                  </a:cubicBezTo>
                  <a:close/>
                </a:path>
              </a:pathLst>
            </a:custGeom>
            <a:solidFill>
              <a:srgbClr val="5F5F5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64C0E4F-268C-6912-28D6-5154900FA83A}"/>
                </a:ext>
              </a:extLst>
            </p:cNvPr>
            <p:cNvSpPr txBox="1"/>
            <p:nvPr/>
          </p:nvSpPr>
          <p:spPr>
            <a:xfrm>
              <a:off x="5025008" y="2118048"/>
              <a:ext cx="184683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900" dirty="0"/>
                <a:t>회사소개 </a:t>
              </a:r>
              <a:r>
                <a:rPr lang="en-US" altLang="ko-KR" sz="900" dirty="0"/>
                <a:t>&gt; </a:t>
              </a:r>
              <a:r>
                <a:rPr lang="ko-KR" altLang="en-US" sz="900" dirty="0"/>
                <a:t>개인정보처리방침</a:t>
              </a:r>
            </a:p>
          </p:txBody>
        </p:sp>
      </p:grp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38CFCA0-F30D-9EF9-F02B-17555C5E5ED5}"/>
              </a:ext>
            </a:extLst>
          </p:cNvPr>
          <p:cNvSpPr/>
          <p:nvPr/>
        </p:nvSpPr>
        <p:spPr>
          <a:xfrm>
            <a:off x="2000672" y="2548005"/>
            <a:ext cx="3207008" cy="3905331"/>
          </a:xfrm>
          <a:prstGeom prst="roundRect">
            <a:avLst>
              <a:gd name="adj" fmla="val 4362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CBA43B-634D-2269-0BBF-C720A3CEF149}"/>
              </a:ext>
            </a:extLst>
          </p:cNvPr>
          <p:cNvSpPr txBox="1"/>
          <p:nvPr/>
        </p:nvSpPr>
        <p:spPr>
          <a:xfrm>
            <a:off x="2000672" y="2660287"/>
            <a:ext cx="32070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개인정보처리방침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6ED67E-B058-90AD-10A0-DDBD8FB4D229}"/>
              </a:ext>
            </a:extLst>
          </p:cNvPr>
          <p:cNvSpPr txBox="1"/>
          <p:nvPr/>
        </p:nvSpPr>
        <p:spPr>
          <a:xfrm>
            <a:off x="2000672" y="2960948"/>
            <a:ext cx="32070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err="1"/>
              <a:t>Wizshop</a:t>
            </a:r>
            <a:r>
              <a:rPr lang="ko-KR" altLang="en-US" sz="800" dirty="0"/>
              <a:t>에 제공해 주신 소중한 정보는 안전하고 엄격하게 관리됩니다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E7F1F51-A90D-E063-AA55-BD67F8360D59}"/>
              </a:ext>
            </a:extLst>
          </p:cNvPr>
          <p:cNvSpPr txBox="1"/>
          <p:nvPr/>
        </p:nvSpPr>
        <p:spPr>
          <a:xfrm>
            <a:off x="2001747" y="3562181"/>
            <a:ext cx="320700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제</a:t>
            </a:r>
            <a:r>
              <a:rPr lang="en-US" altLang="ko-KR" sz="1000" b="1" dirty="0"/>
              <a:t>1</a:t>
            </a:r>
            <a:r>
              <a:rPr lang="ko-KR" altLang="en-US" sz="1000" b="1" dirty="0"/>
              <a:t>조 </a:t>
            </a:r>
            <a:r>
              <a:rPr lang="en-US" altLang="ko-KR" sz="1000" b="1" dirty="0"/>
              <a:t>(</a:t>
            </a:r>
            <a:r>
              <a:rPr lang="ko-KR" altLang="en-US" sz="1000" b="1" dirty="0"/>
              <a:t>개인정보 수집에 대한 동의</a:t>
            </a:r>
            <a:r>
              <a:rPr lang="en-US" altLang="ko-KR" sz="1000" b="1" dirty="0"/>
              <a:t>)</a:t>
            </a:r>
          </a:p>
          <a:p>
            <a:endParaRPr lang="en-US" altLang="ko-KR" sz="1000" dirty="0"/>
          </a:p>
          <a:p>
            <a:r>
              <a:rPr lang="ko-KR" altLang="en-US" sz="1000" dirty="0"/>
              <a:t>이용자가 개인정보처리방침 또는 이용약관의 내용에 동의한다 또는 동의하지 않는다 버튼을 클릭할 수 있는 절차를 마련하고 있으며</a:t>
            </a:r>
            <a:r>
              <a:rPr lang="en-US" altLang="ko-KR" sz="1000" dirty="0"/>
              <a:t>, </a:t>
            </a:r>
            <a:r>
              <a:rPr lang="ko-KR" altLang="en-US" sz="1000" dirty="0"/>
              <a:t>동의한다 버튼을 클릭하면 개인정보 수집 에 동의한 것으로 봅니다</a:t>
            </a:r>
            <a:r>
              <a:rPr lang="en-US" altLang="ko-KR" sz="1000" dirty="0"/>
              <a:t>.</a:t>
            </a:r>
          </a:p>
          <a:p>
            <a:endParaRPr lang="en-US" altLang="ko-KR" sz="1000" dirty="0"/>
          </a:p>
          <a:p>
            <a:r>
              <a:rPr lang="ko-KR" altLang="en-US" sz="1000" b="1" dirty="0"/>
              <a:t>제</a:t>
            </a:r>
            <a:r>
              <a:rPr lang="en-US" altLang="ko-KR" sz="1000" b="1" dirty="0"/>
              <a:t>2</a:t>
            </a:r>
            <a:r>
              <a:rPr lang="ko-KR" altLang="en-US" sz="1000" b="1" dirty="0"/>
              <a:t>조 </a:t>
            </a:r>
            <a:r>
              <a:rPr lang="en-US" altLang="ko-KR" sz="1000" b="1" dirty="0"/>
              <a:t>(</a:t>
            </a:r>
            <a:r>
              <a:rPr lang="ko-KR" altLang="en-US" sz="1000" b="1" dirty="0"/>
              <a:t>개인정보 수집</a:t>
            </a:r>
            <a:r>
              <a:rPr lang="en-US" altLang="ko-KR" sz="1000" b="1" dirty="0"/>
              <a:t>, </a:t>
            </a:r>
            <a:r>
              <a:rPr lang="ko-KR" altLang="en-US" sz="1000" b="1" dirty="0"/>
              <a:t>이용</a:t>
            </a:r>
            <a:r>
              <a:rPr lang="en-US" altLang="ko-KR" sz="1000" b="1" dirty="0"/>
              <a:t>, </a:t>
            </a:r>
            <a:r>
              <a:rPr lang="ko-KR" altLang="en-US" sz="1000" b="1" dirty="0"/>
              <a:t>제공에 대한 동의철회</a:t>
            </a:r>
            <a:r>
              <a:rPr lang="en-US" altLang="ko-KR" sz="1000" b="1" dirty="0"/>
              <a:t>)</a:t>
            </a:r>
          </a:p>
          <a:p>
            <a:r>
              <a:rPr lang="ko-KR" altLang="en-US" sz="1000" dirty="0"/>
              <a:t>회원가입 등을 통한 개인정보의 수집</a:t>
            </a:r>
            <a:r>
              <a:rPr lang="en-US" altLang="ko-KR" sz="1000" dirty="0"/>
              <a:t>, </a:t>
            </a:r>
            <a:r>
              <a:rPr lang="ko-KR" altLang="en-US" sz="1000" dirty="0"/>
              <a:t>이용</a:t>
            </a:r>
            <a:r>
              <a:rPr lang="en-US" altLang="ko-KR" sz="1000" dirty="0"/>
              <a:t>, </a:t>
            </a:r>
            <a:r>
              <a:rPr lang="ko-KR" altLang="en-US" sz="1000" dirty="0"/>
              <a:t>제공과 관련해 귀하는 동의하신 내용을 언제든지 철회 하실 수 있습니다</a:t>
            </a:r>
            <a:r>
              <a:rPr lang="en-US" altLang="ko-KR" sz="1000" dirty="0"/>
              <a:t>. </a:t>
            </a:r>
            <a:r>
              <a:rPr lang="ko-KR" altLang="en-US" sz="1000" dirty="0"/>
              <a:t>동의철회는 홈페이지 프로필 버튼을 누른 후 마이페이지의 회원정보 수정에서 </a:t>
            </a:r>
            <a:r>
              <a:rPr lang="en-US" altLang="ko-KR" sz="1000" dirty="0"/>
              <a:t>"</a:t>
            </a:r>
            <a:r>
              <a:rPr lang="ko-KR" altLang="en-US" sz="1000" dirty="0"/>
              <a:t>회원탈퇴</a:t>
            </a:r>
            <a:r>
              <a:rPr lang="en-US" altLang="ko-KR" sz="1000" dirty="0"/>
              <a:t>"</a:t>
            </a:r>
            <a:r>
              <a:rPr lang="ko-KR" altLang="en-US" sz="1000" dirty="0"/>
              <a:t>를</a:t>
            </a:r>
            <a:endParaRPr lang="en-US" altLang="ko-KR" sz="1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E9E7F08-66D9-3814-E398-958729074F32}"/>
              </a:ext>
            </a:extLst>
          </p:cNvPr>
          <p:cNvSpPr txBox="1"/>
          <p:nvPr/>
        </p:nvSpPr>
        <p:spPr>
          <a:xfrm>
            <a:off x="2022779" y="5557442"/>
            <a:ext cx="32070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부칙</a:t>
            </a:r>
            <a:endParaRPr lang="en-US" altLang="ko-KR" sz="1000" b="1" dirty="0"/>
          </a:p>
          <a:p>
            <a:endParaRPr lang="en-US" altLang="ko-KR" sz="1000" b="1" dirty="0"/>
          </a:p>
          <a:p>
            <a:r>
              <a:rPr lang="en-US" altLang="ko-KR" sz="1000" dirty="0"/>
              <a:t>1. </a:t>
            </a:r>
            <a:r>
              <a:rPr lang="ko-KR" altLang="en-US" sz="1000" dirty="0"/>
              <a:t>공지일자 </a:t>
            </a:r>
            <a:r>
              <a:rPr lang="en-US" altLang="ko-KR" sz="1000" dirty="0"/>
              <a:t>: 2026</a:t>
            </a:r>
            <a:r>
              <a:rPr lang="ko-KR" altLang="en-US" sz="1000" dirty="0"/>
              <a:t>년 </a:t>
            </a:r>
            <a:r>
              <a:rPr lang="en-US" altLang="ko-KR" sz="1000" dirty="0"/>
              <a:t>6</a:t>
            </a:r>
            <a:r>
              <a:rPr lang="ko-KR" altLang="en-US" sz="1000" dirty="0"/>
              <a:t>월 </a:t>
            </a:r>
            <a:r>
              <a:rPr lang="en-US" altLang="ko-KR" sz="1000" dirty="0"/>
              <a:t>1</a:t>
            </a:r>
            <a:r>
              <a:rPr lang="ko-KR" altLang="en-US" sz="1000" dirty="0"/>
              <a:t>일</a:t>
            </a:r>
            <a:br>
              <a:rPr lang="en-US" altLang="ko-KR" sz="1000" dirty="0"/>
            </a:br>
            <a:r>
              <a:rPr lang="en-US" altLang="ko-KR" sz="1000" dirty="0"/>
              <a:t>2. </a:t>
            </a:r>
            <a:r>
              <a:rPr lang="ko-KR" altLang="en-US" sz="1000" dirty="0"/>
              <a:t>적용일자 </a:t>
            </a:r>
            <a:r>
              <a:rPr lang="en-US" altLang="ko-KR" sz="1000" dirty="0"/>
              <a:t>: 2026</a:t>
            </a:r>
            <a:r>
              <a:rPr lang="ko-KR" altLang="en-US" sz="1000" dirty="0"/>
              <a:t>년 </a:t>
            </a:r>
            <a:r>
              <a:rPr lang="en-US" altLang="ko-KR" sz="1000" dirty="0"/>
              <a:t>6</a:t>
            </a:r>
            <a:r>
              <a:rPr lang="ko-KR" altLang="en-US" sz="1000" dirty="0"/>
              <a:t>월 </a:t>
            </a:r>
            <a:r>
              <a:rPr lang="en-US" altLang="ko-KR" sz="1000" dirty="0"/>
              <a:t>1</a:t>
            </a:r>
            <a:r>
              <a:rPr lang="ko-KR" altLang="en-US" sz="1000" dirty="0"/>
              <a:t>일</a:t>
            </a:r>
            <a:endParaRPr lang="ko-KR" altLang="en-US" sz="1000" b="1" dirty="0">
              <a:solidFill>
                <a:srgbClr val="0000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87535C-7902-673D-7B4A-6BB7810224C2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>
                <a:solidFill>
                  <a:prstClr val="black"/>
                </a:solidFill>
              </a:rPr>
              <a:t>홈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회사소개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개인정보처리방침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44171FC-6A56-055C-30B3-41FEDD4F54BC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개인정보처리방침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E63306-792A-A9CE-2EAD-647952252E14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개인정보처리방침</a:t>
            </a:r>
          </a:p>
        </p:txBody>
      </p:sp>
    </p:spTree>
    <p:extLst>
      <p:ext uri="{BB962C8B-B14F-4D97-AF65-F5344CB8AC3E}">
        <p14:creationId xmlns:p14="http://schemas.microsoft.com/office/powerpoint/2010/main" val="28532537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F8A14-D021-AB39-39D6-E2DEF1898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6AC952EF-00C4-472A-DE11-B2E3F6E32C83}"/>
              </a:ext>
            </a:extLst>
          </p:cNvPr>
          <p:cNvSpPr txBox="1"/>
          <p:nvPr/>
        </p:nvSpPr>
        <p:spPr>
          <a:xfrm rot="16200000">
            <a:off x="-432110" y="1197338"/>
            <a:ext cx="23066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C</a:t>
            </a:r>
            <a:r>
              <a:rPr lang="en-US" altLang="ko-KR" sz="3000" b="1" dirty="0">
                <a:solidFill>
                  <a:srgbClr val="D7D7D7"/>
                </a:solidFill>
                <a:latin typeface="Noto Sans" panose="020B0502040504020204" pitchFamily="34" charset="0"/>
              </a:rPr>
              <a:t>O</a:t>
            </a:r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NTENT</a:t>
            </a:r>
            <a:r>
              <a:rPr lang="en-US" altLang="ko-KR" sz="3000" b="1" dirty="0">
                <a:solidFill>
                  <a:srgbClr val="F0F0F0"/>
                </a:solidFill>
                <a:latin typeface="Noto Sans" panose="020B0502040504020204" pitchFamily="34" charset="0"/>
              </a:rPr>
              <a:t>S</a:t>
            </a:r>
            <a:endParaRPr lang="ko-KR" altLang="en-US" sz="3000" b="1" dirty="0">
              <a:solidFill>
                <a:srgbClr val="F0F0F0"/>
              </a:solidFill>
              <a:latin typeface="Noto Sans" panose="020B0502040504020204" pitchFamily="34" charset="0"/>
            </a:endParaRPr>
          </a:p>
        </p:txBody>
      </p:sp>
      <p:sp>
        <p:nvSpPr>
          <p:cNvPr id="30" name="Text Box 11">
            <a:extLst>
              <a:ext uri="{FF2B5EF4-FFF2-40B4-BE49-F238E27FC236}">
                <a16:creationId xmlns:a16="http://schemas.microsoft.com/office/drawing/2014/main" id="{1063B37F-BADE-7EF6-A1FD-651C3A02F4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5436" y="2140622"/>
            <a:ext cx="4765463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마이페이지 메뉴 구성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</p:txBody>
      </p:sp>
      <p:sp>
        <p:nvSpPr>
          <p:cNvPr id="31" name="Text Box 5">
            <a:extLst>
              <a:ext uri="{FF2B5EF4-FFF2-40B4-BE49-F238E27FC236}">
                <a16:creationId xmlns:a16="http://schemas.microsoft.com/office/drawing/2014/main" id="{36DA5443-235C-97BF-AE7C-1F864B0375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6305" y="1477454"/>
            <a:ext cx="277977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ko-KR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Noto Sans" panose="020B0502040504020204" pitchFamily="34" charset="0"/>
              </a:rPr>
              <a:t>마이페이지</a:t>
            </a:r>
            <a:endParaRPr lang="en-US" altLang="ko-KR" sz="1600" b="1" dirty="0">
              <a:solidFill>
                <a:prstClr val="black">
                  <a:lumMod val="75000"/>
                  <a:lumOff val="25000"/>
                </a:prstClr>
              </a:solidFill>
              <a:latin typeface="Noto Sans" panose="020B0502040504020204" pitchFamily="34" charset="0"/>
            </a:endParaRP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57632B15-28AC-CCF6-77F2-6CD893055C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0483" y="1369732"/>
            <a:ext cx="764953" cy="5539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prstClr val="white"/>
                </a:solidFill>
              </a:rPr>
              <a:t>05</a:t>
            </a:r>
            <a:endParaRPr lang="ko-KR" altLang="en-US" sz="2000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33901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FEA99-65ED-77CD-6711-CE8A564C3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387D38C2-C481-0C97-CFE7-4F54D7BB10A4}"/>
              </a:ext>
            </a:extLst>
          </p:cNvPr>
          <p:cNvSpPr txBox="1"/>
          <p:nvPr/>
        </p:nvSpPr>
        <p:spPr>
          <a:xfrm rot="16200000">
            <a:off x="-432110" y="1197338"/>
            <a:ext cx="23066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C</a:t>
            </a:r>
            <a:r>
              <a:rPr lang="en-US" altLang="ko-KR" sz="3000" b="1" dirty="0">
                <a:solidFill>
                  <a:srgbClr val="D7D7D7"/>
                </a:solidFill>
                <a:latin typeface="Noto Sans" panose="020B0502040504020204" pitchFamily="34" charset="0"/>
              </a:rPr>
              <a:t>O</a:t>
            </a:r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NTENT</a:t>
            </a:r>
            <a:r>
              <a:rPr lang="en-US" altLang="ko-KR" sz="3000" b="1" dirty="0">
                <a:solidFill>
                  <a:srgbClr val="F0F0F0"/>
                </a:solidFill>
                <a:latin typeface="Noto Sans" panose="020B0502040504020204" pitchFamily="34" charset="0"/>
              </a:rPr>
              <a:t>S</a:t>
            </a:r>
            <a:endParaRPr lang="ko-KR" altLang="en-US" sz="3000" b="1" dirty="0">
              <a:solidFill>
                <a:srgbClr val="F0F0F0"/>
              </a:solidFill>
              <a:latin typeface="Noto Sans" panose="020B0502040504020204" pitchFamily="34" charset="0"/>
            </a:endParaRPr>
          </a:p>
        </p:txBody>
      </p:sp>
      <p:sp>
        <p:nvSpPr>
          <p:cNvPr id="30" name="Text Box 11">
            <a:extLst>
              <a:ext uri="{FF2B5EF4-FFF2-40B4-BE49-F238E27FC236}">
                <a16:creationId xmlns:a16="http://schemas.microsoft.com/office/drawing/2014/main" id="{F1DD880E-2CE2-EC6C-6A53-249B8553F4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5436" y="2140622"/>
            <a:ext cx="4765463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회원정보 관리 메뉴 구성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</p:txBody>
      </p:sp>
      <p:sp>
        <p:nvSpPr>
          <p:cNvPr id="31" name="Text Box 5">
            <a:extLst>
              <a:ext uri="{FF2B5EF4-FFF2-40B4-BE49-F238E27FC236}">
                <a16:creationId xmlns:a16="http://schemas.microsoft.com/office/drawing/2014/main" id="{315FFA45-95BC-A719-316B-CFBD7061D1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6305" y="1477454"/>
            <a:ext cx="277977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ko-KR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Noto Sans" panose="020B0502040504020204" pitchFamily="34" charset="0"/>
              </a:rPr>
              <a:t>회원정보 관리</a:t>
            </a:r>
            <a:endParaRPr lang="en-US" altLang="ko-KR" sz="1600" b="1" dirty="0">
              <a:solidFill>
                <a:prstClr val="black">
                  <a:lumMod val="75000"/>
                  <a:lumOff val="25000"/>
                </a:prstClr>
              </a:solidFill>
              <a:latin typeface="Noto Sans" panose="020B0502040504020204" pitchFamily="34" charset="0"/>
            </a:endParaRP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6DFEC694-C189-712E-679E-17C2F3CD84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0483" y="1369732"/>
            <a:ext cx="764953" cy="5539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prstClr val="white"/>
                </a:solidFill>
              </a:rPr>
              <a:t>04</a:t>
            </a:r>
            <a:endParaRPr lang="ko-KR" altLang="en-US" sz="2000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18455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E6B69-91DD-8721-D6ED-31B690A40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260">
            <a:extLst>
              <a:ext uri="{FF2B5EF4-FFF2-40B4-BE49-F238E27FC236}">
                <a16:creationId xmlns:a16="http://schemas.microsoft.com/office/drawing/2014/main" id="{A724A789-0107-D483-E959-60A0A43C7A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450436"/>
              </p:ext>
            </p:extLst>
          </p:nvPr>
        </p:nvGraphicFramePr>
        <p:xfrm>
          <a:off x="6969418" y="2548005"/>
          <a:ext cx="2772114" cy="1990438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회원정보 관리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회원정보 조회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PC / Mobile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콘텐츠 하나의 사이즈로 동일하게 구성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회원 상태 노출</a:t>
                      </a:r>
                      <a:endParaRPr kumimoji="1" lang="en-US" altLang="ko-KR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최초 가입시 승인대기 상태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승인 처리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완료시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가입완료 상태로 변경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날짜는 가입완료 날짜 노출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98225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*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회원 승인대기 상태에서는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로그인시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회원정보 관리 메뉴로 바로 이동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- </a:t>
                      </a: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회원정보 관리 메뉴만 접근 가능</a:t>
                      </a:r>
                      <a:b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- </a:t>
                      </a: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다른 메뉴 </a:t>
                      </a:r>
                      <a:r>
                        <a:rPr kumimoji="1" lang="ko-KR" altLang="en-US" sz="7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클릭시</a:t>
                      </a: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7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알럿</a:t>
                      </a: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메시지만 노출</a:t>
                      </a:r>
                      <a:b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  . </a:t>
                      </a: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회원승인이 필요합니다</a:t>
                      </a: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b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   </a:t>
                      </a: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운영 담당자에게 문의해 주시기 바랍니다</a:t>
                      </a: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10332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90F271B-F0CA-57B5-F032-53DEA21DB9FB}"/>
              </a:ext>
            </a:extLst>
          </p:cNvPr>
          <p:cNvSpPr txBox="1"/>
          <p:nvPr/>
        </p:nvSpPr>
        <p:spPr>
          <a:xfrm>
            <a:off x="236476" y="1340768"/>
            <a:ext cx="900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err="1">
                <a:solidFill>
                  <a:srgbClr val="2858A9"/>
                </a:solidFill>
              </a:rPr>
              <a:t>wiz</a:t>
            </a:r>
            <a:r>
              <a:rPr lang="en-US" altLang="ko-KR" sz="1200" b="1" dirty="0" err="1">
                <a:solidFill>
                  <a:srgbClr val="E853A1"/>
                </a:solidFill>
              </a:rPr>
              <a:t>shop</a:t>
            </a:r>
            <a:endParaRPr lang="ko-KR" altLang="en-US" sz="1200" b="1" dirty="0">
              <a:solidFill>
                <a:srgbClr val="E853A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5EBE3B-C51F-558F-DAA8-B0255357EA8B}"/>
              </a:ext>
            </a:extLst>
          </p:cNvPr>
          <p:cNvSpPr txBox="1"/>
          <p:nvPr/>
        </p:nvSpPr>
        <p:spPr>
          <a:xfrm>
            <a:off x="992560" y="1382454"/>
            <a:ext cx="22682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서울과학기술대학교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371BCB-204E-0B00-D41B-2089D48A4521}"/>
              </a:ext>
            </a:extLst>
          </p:cNvPr>
          <p:cNvSpPr txBox="1"/>
          <p:nvPr/>
        </p:nvSpPr>
        <p:spPr>
          <a:xfrm>
            <a:off x="229472" y="1711841"/>
            <a:ext cx="45365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메인      구매신청      고객센터      회사소개      </a:t>
            </a:r>
            <a:r>
              <a:rPr lang="ko-KR" altLang="en-US" sz="1200" b="1" dirty="0">
                <a:solidFill>
                  <a:srgbClr val="2857A9"/>
                </a:solidFill>
              </a:rPr>
              <a:t>마이페이지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740C404A-2894-4F81-CBAD-985DF0758E39}"/>
              </a:ext>
            </a:extLst>
          </p:cNvPr>
          <p:cNvCxnSpPr/>
          <p:nvPr/>
        </p:nvCxnSpPr>
        <p:spPr>
          <a:xfrm>
            <a:off x="164468" y="2060848"/>
            <a:ext cx="6804950" cy="0"/>
          </a:xfrm>
          <a:prstGeom prst="line">
            <a:avLst/>
          </a:prstGeom>
          <a:ln w="6350" cmpd="sng">
            <a:solidFill>
              <a:schemeClr val="tx1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B50E4AB0-F689-22C4-B8F0-BD4E77760703}"/>
              </a:ext>
            </a:extLst>
          </p:cNvPr>
          <p:cNvGrpSpPr/>
          <p:nvPr/>
        </p:nvGrpSpPr>
        <p:grpSpPr>
          <a:xfrm>
            <a:off x="5709084" y="1364087"/>
            <a:ext cx="1188108" cy="254000"/>
            <a:chOff x="5241032" y="1433104"/>
            <a:chExt cx="1188108" cy="254000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92BB1F8C-E1CA-58D5-14A9-154F5D44BDF4}"/>
                </a:ext>
              </a:extLst>
            </p:cNvPr>
            <p:cNvGrpSpPr/>
            <p:nvPr/>
          </p:nvGrpSpPr>
          <p:grpSpPr>
            <a:xfrm>
              <a:off x="5241032" y="1433104"/>
              <a:ext cx="254000" cy="254000"/>
              <a:chOff x="7433374" y="4006664"/>
              <a:chExt cx="254000" cy="254000"/>
            </a:xfrm>
          </p:grpSpPr>
          <p:sp>
            <p:nvSpPr>
              <p:cNvPr id="21" name="Avatar Placeholder">
                <a:extLst>
                  <a:ext uri="{FF2B5EF4-FFF2-40B4-BE49-F238E27FC236}">
                    <a16:creationId xmlns:a16="http://schemas.microsoft.com/office/drawing/2014/main" id="{0EB04202-4941-BAAB-160F-1FA164E3B75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433374" y="4006664"/>
                <a:ext cx="254000" cy="254000"/>
              </a:xfrm>
              <a:prstGeom prst="ellipse">
                <a:avLst/>
              </a:prstGeom>
              <a:solidFill>
                <a:srgbClr val="E853A1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2" name="User">
                <a:extLst>
                  <a:ext uri="{FF2B5EF4-FFF2-40B4-BE49-F238E27FC236}">
                    <a16:creationId xmlns:a16="http://schemas.microsoft.com/office/drawing/2014/main" id="{1C00B3ED-5F2B-0634-4AD7-3A4919F247E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486867" y="4056798"/>
                <a:ext cx="136525" cy="161925"/>
              </a:xfrm>
              <a:custGeom>
                <a:avLst/>
                <a:gdLst>
                  <a:gd name="T0" fmla="*/ 597 w 1194"/>
                  <a:gd name="T1" fmla="*/ 0 h 1411"/>
                  <a:gd name="T2" fmla="*/ 271 w 1194"/>
                  <a:gd name="T3" fmla="*/ 325 h 1411"/>
                  <a:gd name="T4" fmla="*/ 434 w 1194"/>
                  <a:gd name="T5" fmla="*/ 695 h 1411"/>
                  <a:gd name="T6" fmla="*/ 434 w 1194"/>
                  <a:gd name="T7" fmla="*/ 771 h 1411"/>
                  <a:gd name="T8" fmla="*/ 385 w 1194"/>
                  <a:gd name="T9" fmla="*/ 836 h 1411"/>
                  <a:gd name="T10" fmla="*/ 0 w 1194"/>
                  <a:gd name="T11" fmla="*/ 1124 h 1411"/>
                  <a:gd name="T12" fmla="*/ 0 w 1194"/>
                  <a:gd name="T13" fmla="*/ 1221 h 1411"/>
                  <a:gd name="T14" fmla="*/ 597 w 1194"/>
                  <a:gd name="T15" fmla="*/ 1411 h 1411"/>
                  <a:gd name="T16" fmla="*/ 1194 w 1194"/>
                  <a:gd name="T17" fmla="*/ 1221 h 1411"/>
                  <a:gd name="T18" fmla="*/ 1194 w 1194"/>
                  <a:gd name="T19" fmla="*/ 1124 h 1411"/>
                  <a:gd name="T20" fmla="*/ 809 w 1194"/>
                  <a:gd name="T21" fmla="*/ 836 h 1411"/>
                  <a:gd name="T22" fmla="*/ 760 w 1194"/>
                  <a:gd name="T23" fmla="*/ 771 h 1411"/>
                  <a:gd name="T24" fmla="*/ 760 w 1194"/>
                  <a:gd name="T25" fmla="*/ 695 h 1411"/>
                  <a:gd name="T26" fmla="*/ 923 w 1194"/>
                  <a:gd name="T27" fmla="*/ 325 h 1411"/>
                  <a:gd name="T28" fmla="*/ 597 w 1194"/>
                  <a:gd name="T29" fmla="*/ 0 h 1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94" h="1411">
                    <a:moveTo>
                      <a:pt x="597" y="0"/>
                    </a:moveTo>
                    <a:cubicBezTo>
                      <a:pt x="418" y="0"/>
                      <a:pt x="271" y="113"/>
                      <a:pt x="271" y="325"/>
                    </a:cubicBezTo>
                    <a:cubicBezTo>
                      <a:pt x="271" y="467"/>
                      <a:pt x="337" y="613"/>
                      <a:pt x="434" y="695"/>
                    </a:cubicBezTo>
                    <a:lnTo>
                      <a:pt x="434" y="771"/>
                    </a:lnTo>
                    <a:cubicBezTo>
                      <a:pt x="434" y="804"/>
                      <a:pt x="412" y="830"/>
                      <a:pt x="385" y="836"/>
                    </a:cubicBezTo>
                    <a:cubicBezTo>
                      <a:pt x="173" y="901"/>
                      <a:pt x="0" y="1043"/>
                      <a:pt x="0" y="1124"/>
                    </a:cubicBezTo>
                    <a:lnTo>
                      <a:pt x="0" y="1221"/>
                    </a:lnTo>
                    <a:cubicBezTo>
                      <a:pt x="0" y="1324"/>
                      <a:pt x="266" y="1411"/>
                      <a:pt x="597" y="1411"/>
                    </a:cubicBezTo>
                    <a:cubicBezTo>
                      <a:pt x="928" y="1411"/>
                      <a:pt x="1194" y="1324"/>
                      <a:pt x="1194" y="1221"/>
                    </a:cubicBezTo>
                    <a:lnTo>
                      <a:pt x="1194" y="1124"/>
                    </a:lnTo>
                    <a:cubicBezTo>
                      <a:pt x="1194" y="1048"/>
                      <a:pt x="1026" y="901"/>
                      <a:pt x="809" y="836"/>
                    </a:cubicBezTo>
                    <a:cubicBezTo>
                      <a:pt x="782" y="830"/>
                      <a:pt x="760" y="798"/>
                      <a:pt x="760" y="771"/>
                    </a:cubicBezTo>
                    <a:lnTo>
                      <a:pt x="760" y="695"/>
                    </a:lnTo>
                    <a:cubicBezTo>
                      <a:pt x="857" y="613"/>
                      <a:pt x="923" y="467"/>
                      <a:pt x="923" y="325"/>
                    </a:cubicBezTo>
                    <a:cubicBezTo>
                      <a:pt x="923" y="113"/>
                      <a:pt x="776" y="0"/>
                      <a:pt x="59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47B4AE2-FA53-0E4E-7B0D-C01E7DEDC9C3}"/>
                </a:ext>
              </a:extLst>
            </p:cNvPr>
            <p:cNvSpPr txBox="1"/>
            <p:nvPr/>
          </p:nvSpPr>
          <p:spPr>
            <a:xfrm>
              <a:off x="5495032" y="1450221"/>
              <a:ext cx="89812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/>
                <a:t>홍길동 </a:t>
              </a:r>
              <a:r>
                <a:rPr lang="ko-KR" altLang="en-US" sz="900" dirty="0"/>
                <a:t>님</a:t>
              </a:r>
              <a:r>
                <a:rPr lang="ko-KR" altLang="en-US" sz="900" b="1" dirty="0"/>
                <a:t> </a:t>
              </a:r>
              <a:r>
                <a:rPr lang="en-US" altLang="ko-KR" sz="900" b="1" dirty="0"/>
                <a:t>〉</a:t>
              </a:r>
              <a:endParaRPr lang="ko-KR" altLang="en-US" sz="900" b="1" dirty="0"/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AAF0E4E2-2809-DF21-C06A-0A335EEA23BD}"/>
                </a:ext>
              </a:extLst>
            </p:cNvPr>
            <p:cNvSpPr/>
            <p:nvPr/>
          </p:nvSpPr>
          <p:spPr>
            <a:xfrm>
              <a:off x="6213140" y="1450220"/>
              <a:ext cx="216000" cy="216000"/>
            </a:xfrm>
            <a:prstGeom prst="roundRect">
              <a:avLst/>
            </a:prstGeom>
            <a:solidFill>
              <a:srgbClr val="2858A9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endParaRPr lang="ko-KR" altLang="en-US" sz="900" b="1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0" name="Exit">
              <a:extLst>
                <a:ext uri="{FF2B5EF4-FFF2-40B4-BE49-F238E27FC236}">
                  <a16:creationId xmlns:a16="http://schemas.microsoft.com/office/drawing/2014/main" id="{B8EC90BA-A6AD-36CB-4354-AC71C13997C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6244723" y="1476493"/>
              <a:ext cx="134938" cy="161925"/>
            </a:xfrm>
            <a:custGeom>
              <a:avLst/>
              <a:gdLst>
                <a:gd name="T0" fmla="*/ 163 w 1167"/>
                <a:gd name="T1" fmla="*/ 0 h 1411"/>
                <a:gd name="T2" fmla="*/ 0 w 1167"/>
                <a:gd name="T3" fmla="*/ 163 h 1411"/>
                <a:gd name="T4" fmla="*/ 0 w 1167"/>
                <a:gd name="T5" fmla="*/ 1248 h 1411"/>
                <a:gd name="T6" fmla="*/ 163 w 1167"/>
                <a:gd name="T7" fmla="*/ 1411 h 1411"/>
                <a:gd name="T8" fmla="*/ 923 w 1167"/>
                <a:gd name="T9" fmla="*/ 1411 h 1411"/>
                <a:gd name="T10" fmla="*/ 1085 w 1167"/>
                <a:gd name="T11" fmla="*/ 1248 h 1411"/>
                <a:gd name="T12" fmla="*/ 1085 w 1167"/>
                <a:gd name="T13" fmla="*/ 967 h 1411"/>
                <a:gd name="T14" fmla="*/ 977 w 1167"/>
                <a:gd name="T15" fmla="*/ 1062 h 1411"/>
                <a:gd name="T16" fmla="*/ 977 w 1167"/>
                <a:gd name="T17" fmla="*/ 1248 h 1411"/>
                <a:gd name="T18" fmla="*/ 923 w 1167"/>
                <a:gd name="T19" fmla="*/ 1303 h 1411"/>
                <a:gd name="T20" fmla="*/ 163 w 1167"/>
                <a:gd name="T21" fmla="*/ 1303 h 1411"/>
                <a:gd name="T22" fmla="*/ 109 w 1167"/>
                <a:gd name="T23" fmla="*/ 1248 h 1411"/>
                <a:gd name="T24" fmla="*/ 109 w 1167"/>
                <a:gd name="T25" fmla="*/ 163 h 1411"/>
                <a:gd name="T26" fmla="*/ 163 w 1167"/>
                <a:gd name="T27" fmla="*/ 109 h 1411"/>
                <a:gd name="T28" fmla="*/ 923 w 1167"/>
                <a:gd name="T29" fmla="*/ 109 h 1411"/>
                <a:gd name="T30" fmla="*/ 977 w 1167"/>
                <a:gd name="T31" fmla="*/ 163 h 1411"/>
                <a:gd name="T32" fmla="*/ 977 w 1167"/>
                <a:gd name="T33" fmla="*/ 351 h 1411"/>
                <a:gd name="T34" fmla="*/ 1085 w 1167"/>
                <a:gd name="T35" fmla="*/ 444 h 1411"/>
                <a:gd name="T36" fmla="*/ 1085 w 1167"/>
                <a:gd name="T37" fmla="*/ 163 h 1411"/>
                <a:gd name="T38" fmla="*/ 923 w 1167"/>
                <a:gd name="T39" fmla="*/ 0 h 1411"/>
                <a:gd name="T40" fmla="*/ 163 w 1167"/>
                <a:gd name="T41" fmla="*/ 0 h 1411"/>
                <a:gd name="T42" fmla="*/ 751 w 1167"/>
                <a:gd name="T43" fmla="*/ 351 h 1411"/>
                <a:gd name="T44" fmla="*/ 706 w 1167"/>
                <a:gd name="T45" fmla="*/ 405 h 1411"/>
                <a:gd name="T46" fmla="*/ 706 w 1167"/>
                <a:gd name="T47" fmla="*/ 543 h 1411"/>
                <a:gd name="T48" fmla="*/ 380 w 1167"/>
                <a:gd name="T49" fmla="*/ 543 h 1411"/>
                <a:gd name="T50" fmla="*/ 326 w 1167"/>
                <a:gd name="T51" fmla="*/ 597 h 1411"/>
                <a:gd name="T52" fmla="*/ 326 w 1167"/>
                <a:gd name="T53" fmla="*/ 814 h 1411"/>
                <a:gd name="T54" fmla="*/ 380 w 1167"/>
                <a:gd name="T55" fmla="*/ 869 h 1411"/>
                <a:gd name="T56" fmla="*/ 706 w 1167"/>
                <a:gd name="T57" fmla="*/ 869 h 1411"/>
                <a:gd name="T58" fmla="*/ 706 w 1167"/>
                <a:gd name="T59" fmla="*/ 1004 h 1411"/>
                <a:gd name="T60" fmla="*/ 760 w 1167"/>
                <a:gd name="T61" fmla="*/ 1058 h 1411"/>
                <a:gd name="T62" fmla="*/ 1167 w 1167"/>
                <a:gd name="T63" fmla="*/ 706 h 1411"/>
                <a:gd name="T64" fmla="*/ 760 w 1167"/>
                <a:gd name="T65" fmla="*/ 353 h 1411"/>
                <a:gd name="T66" fmla="*/ 751 w 1167"/>
                <a:gd name="T67" fmla="*/ 351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167" h="1411">
                  <a:moveTo>
                    <a:pt x="163" y="0"/>
                  </a:moveTo>
                  <a:cubicBezTo>
                    <a:pt x="73" y="0"/>
                    <a:pt x="0" y="73"/>
                    <a:pt x="0" y="163"/>
                  </a:cubicBezTo>
                  <a:lnTo>
                    <a:pt x="0" y="1248"/>
                  </a:lnTo>
                  <a:cubicBezTo>
                    <a:pt x="0" y="1338"/>
                    <a:pt x="73" y="1411"/>
                    <a:pt x="163" y="1411"/>
                  </a:cubicBezTo>
                  <a:lnTo>
                    <a:pt x="923" y="1411"/>
                  </a:lnTo>
                  <a:cubicBezTo>
                    <a:pt x="1013" y="1411"/>
                    <a:pt x="1085" y="1338"/>
                    <a:pt x="1085" y="1248"/>
                  </a:cubicBezTo>
                  <a:lnTo>
                    <a:pt x="1085" y="967"/>
                  </a:lnTo>
                  <a:lnTo>
                    <a:pt x="977" y="1062"/>
                  </a:lnTo>
                  <a:lnTo>
                    <a:pt x="977" y="1248"/>
                  </a:lnTo>
                  <a:cubicBezTo>
                    <a:pt x="977" y="1278"/>
                    <a:pt x="953" y="1303"/>
                    <a:pt x="923" y="1303"/>
                  </a:cubicBezTo>
                  <a:lnTo>
                    <a:pt x="163" y="1303"/>
                  </a:lnTo>
                  <a:cubicBezTo>
                    <a:pt x="133" y="1303"/>
                    <a:pt x="109" y="1278"/>
                    <a:pt x="109" y="1248"/>
                  </a:cubicBezTo>
                  <a:lnTo>
                    <a:pt x="109" y="163"/>
                  </a:lnTo>
                  <a:cubicBezTo>
                    <a:pt x="109" y="133"/>
                    <a:pt x="133" y="109"/>
                    <a:pt x="163" y="109"/>
                  </a:cubicBezTo>
                  <a:lnTo>
                    <a:pt x="923" y="109"/>
                  </a:lnTo>
                  <a:cubicBezTo>
                    <a:pt x="953" y="109"/>
                    <a:pt x="977" y="133"/>
                    <a:pt x="977" y="163"/>
                  </a:cubicBezTo>
                  <a:lnTo>
                    <a:pt x="977" y="351"/>
                  </a:lnTo>
                  <a:lnTo>
                    <a:pt x="1085" y="444"/>
                  </a:lnTo>
                  <a:lnTo>
                    <a:pt x="1085" y="163"/>
                  </a:lnTo>
                  <a:cubicBezTo>
                    <a:pt x="1085" y="73"/>
                    <a:pt x="1013" y="0"/>
                    <a:pt x="923" y="0"/>
                  </a:cubicBezTo>
                  <a:lnTo>
                    <a:pt x="163" y="0"/>
                  </a:lnTo>
                  <a:close/>
                  <a:moveTo>
                    <a:pt x="751" y="351"/>
                  </a:moveTo>
                  <a:cubicBezTo>
                    <a:pt x="736" y="349"/>
                    <a:pt x="706" y="351"/>
                    <a:pt x="706" y="405"/>
                  </a:cubicBezTo>
                  <a:lnTo>
                    <a:pt x="706" y="543"/>
                  </a:lnTo>
                  <a:lnTo>
                    <a:pt x="380" y="543"/>
                  </a:lnTo>
                  <a:cubicBezTo>
                    <a:pt x="350" y="543"/>
                    <a:pt x="326" y="567"/>
                    <a:pt x="326" y="597"/>
                  </a:cubicBezTo>
                  <a:lnTo>
                    <a:pt x="326" y="814"/>
                  </a:lnTo>
                  <a:cubicBezTo>
                    <a:pt x="326" y="844"/>
                    <a:pt x="350" y="869"/>
                    <a:pt x="380" y="869"/>
                  </a:cubicBezTo>
                  <a:lnTo>
                    <a:pt x="706" y="869"/>
                  </a:lnTo>
                  <a:lnTo>
                    <a:pt x="706" y="1004"/>
                  </a:lnTo>
                  <a:cubicBezTo>
                    <a:pt x="706" y="1074"/>
                    <a:pt x="760" y="1058"/>
                    <a:pt x="760" y="1058"/>
                  </a:cubicBezTo>
                  <a:lnTo>
                    <a:pt x="1167" y="706"/>
                  </a:lnTo>
                  <a:lnTo>
                    <a:pt x="760" y="353"/>
                  </a:lnTo>
                  <a:cubicBezTo>
                    <a:pt x="760" y="353"/>
                    <a:pt x="756" y="352"/>
                    <a:pt x="751" y="35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3" name="Menu">
            <a:extLst>
              <a:ext uri="{FF2B5EF4-FFF2-40B4-BE49-F238E27FC236}">
                <a16:creationId xmlns:a16="http://schemas.microsoft.com/office/drawing/2014/main" id="{1E32DFB3-BA60-14C0-78F8-FC945AF2C904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681192" y="1833259"/>
            <a:ext cx="161925" cy="111125"/>
          </a:xfrm>
          <a:custGeom>
            <a:avLst/>
            <a:gdLst>
              <a:gd name="T0" fmla="*/ 0 w 1411"/>
              <a:gd name="T1" fmla="*/ 0 h 977"/>
              <a:gd name="T2" fmla="*/ 0 w 1411"/>
              <a:gd name="T3" fmla="*/ 108 h 977"/>
              <a:gd name="T4" fmla="*/ 1411 w 1411"/>
              <a:gd name="T5" fmla="*/ 108 h 977"/>
              <a:gd name="T6" fmla="*/ 1411 w 1411"/>
              <a:gd name="T7" fmla="*/ 0 h 977"/>
              <a:gd name="T8" fmla="*/ 0 w 1411"/>
              <a:gd name="T9" fmla="*/ 0 h 977"/>
              <a:gd name="T10" fmla="*/ 0 w 1411"/>
              <a:gd name="T11" fmla="*/ 434 h 977"/>
              <a:gd name="T12" fmla="*/ 0 w 1411"/>
              <a:gd name="T13" fmla="*/ 542 h 977"/>
              <a:gd name="T14" fmla="*/ 1411 w 1411"/>
              <a:gd name="T15" fmla="*/ 542 h 977"/>
              <a:gd name="T16" fmla="*/ 1411 w 1411"/>
              <a:gd name="T17" fmla="*/ 434 h 977"/>
              <a:gd name="T18" fmla="*/ 0 w 1411"/>
              <a:gd name="T19" fmla="*/ 434 h 977"/>
              <a:gd name="T20" fmla="*/ 0 w 1411"/>
              <a:gd name="T21" fmla="*/ 868 h 977"/>
              <a:gd name="T22" fmla="*/ 0 w 1411"/>
              <a:gd name="T23" fmla="*/ 977 h 977"/>
              <a:gd name="T24" fmla="*/ 1411 w 1411"/>
              <a:gd name="T25" fmla="*/ 977 h 977"/>
              <a:gd name="T26" fmla="*/ 1411 w 1411"/>
              <a:gd name="T27" fmla="*/ 868 h 977"/>
              <a:gd name="T28" fmla="*/ 0 w 1411"/>
              <a:gd name="T29" fmla="*/ 868 h 9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411" h="977">
                <a:moveTo>
                  <a:pt x="0" y="0"/>
                </a:moveTo>
                <a:lnTo>
                  <a:pt x="0" y="108"/>
                </a:lnTo>
                <a:lnTo>
                  <a:pt x="1411" y="108"/>
                </a:lnTo>
                <a:lnTo>
                  <a:pt x="1411" y="0"/>
                </a:lnTo>
                <a:lnTo>
                  <a:pt x="0" y="0"/>
                </a:lnTo>
                <a:close/>
                <a:moveTo>
                  <a:pt x="0" y="434"/>
                </a:moveTo>
                <a:lnTo>
                  <a:pt x="0" y="542"/>
                </a:lnTo>
                <a:lnTo>
                  <a:pt x="1411" y="542"/>
                </a:lnTo>
                <a:lnTo>
                  <a:pt x="1411" y="434"/>
                </a:lnTo>
                <a:lnTo>
                  <a:pt x="0" y="434"/>
                </a:lnTo>
                <a:close/>
                <a:moveTo>
                  <a:pt x="0" y="868"/>
                </a:moveTo>
                <a:lnTo>
                  <a:pt x="0" y="977"/>
                </a:lnTo>
                <a:lnTo>
                  <a:pt x="1411" y="977"/>
                </a:lnTo>
                <a:lnTo>
                  <a:pt x="1411" y="868"/>
                </a:lnTo>
                <a:lnTo>
                  <a:pt x="0" y="868"/>
                </a:lnTo>
                <a:close/>
              </a:path>
            </a:pathLst>
          </a:custGeom>
          <a:solidFill>
            <a:srgbClr val="5F5F5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D8025C2-29FA-95FF-5C2D-86A518413DAE}"/>
              </a:ext>
            </a:extLst>
          </p:cNvPr>
          <p:cNvSpPr txBox="1"/>
          <p:nvPr/>
        </p:nvSpPr>
        <p:spPr>
          <a:xfrm>
            <a:off x="217197" y="2102659"/>
            <a:ext cx="14931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회원정보 관리</a:t>
            </a: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00F995EB-594D-F58F-F260-15EF47686A9F}"/>
              </a:ext>
            </a:extLst>
          </p:cNvPr>
          <p:cNvGrpSpPr/>
          <p:nvPr/>
        </p:nvGrpSpPr>
        <p:grpSpPr>
          <a:xfrm>
            <a:off x="5078348" y="2118048"/>
            <a:ext cx="1793493" cy="230832"/>
            <a:chOff x="5078348" y="2073804"/>
            <a:chExt cx="1793493" cy="230832"/>
          </a:xfrm>
        </p:grpSpPr>
        <p:sp>
          <p:nvSpPr>
            <p:cNvPr id="36" name="Go Home">
              <a:extLst>
                <a:ext uri="{FF2B5EF4-FFF2-40B4-BE49-F238E27FC236}">
                  <a16:creationId xmlns:a16="http://schemas.microsoft.com/office/drawing/2014/main" id="{ABADED64-2A76-BA48-A4E1-C07D1E088D0D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5078348" y="2110820"/>
              <a:ext cx="160338" cy="150812"/>
            </a:xfrm>
            <a:custGeom>
              <a:avLst/>
              <a:gdLst>
                <a:gd name="T0" fmla="*/ 1078 w 1396"/>
                <a:gd name="T1" fmla="*/ 0 h 1301"/>
                <a:gd name="T2" fmla="*/ 1024 w 1396"/>
                <a:gd name="T3" fmla="*/ 54 h 1301"/>
                <a:gd name="T4" fmla="*/ 1024 w 1396"/>
                <a:gd name="T5" fmla="*/ 317 h 1301"/>
                <a:gd name="T6" fmla="*/ 735 w 1396"/>
                <a:gd name="T7" fmla="*/ 29 h 1301"/>
                <a:gd name="T8" fmla="*/ 659 w 1396"/>
                <a:gd name="T9" fmla="*/ 29 h 1301"/>
                <a:gd name="T10" fmla="*/ 21 w 1396"/>
                <a:gd name="T11" fmla="*/ 665 h 1301"/>
                <a:gd name="T12" fmla="*/ 21 w 1396"/>
                <a:gd name="T13" fmla="*/ 743 h 1301"/>
                <a:gd name="T14" fmla="*/ 98 w 1396"/>
                <a:gd name="T15" fmla="*/ 743 h 1301"/>
                <a:gd name="T16" fmla="*/ 698 w 1396"/>
                <a:gd name="T17" fmla="*/ 144 h 1301"/>
                <a:gd name="T18" fmla="*/ 1298 w 1396"/>
                <a:gd name="T19" fmla="*/ 744 h 1301"/>
                <a:gd name="T20" fmla="*/ 1336 w 1396"/>
                <a:gd name="T21" fmla="*/ 760 h 1301"/>
                <a:gd name="T22" fmla="*/ 1375 w 1396"/>
                <a:gd name="T23" fmla="*/ 744 h 1301"/>
                <a:gd name="T24" fmla="*/ 1375 w 1396"/>
                <a:gd name="T25" fmla="*/ 666 h 1301"/>
                <a:gd name="T26" fmla="*/ 1186 w 1396"/>
                <a:gd name="T27" fmla="*/ 478 h 1301"/>
                <a:gd name="T28" fmla="*/ 1186 w 1396"/>
                <a:gd name="T29" fmla="*/ 54 h 1301"/>
                <a:gd name="T30" fmla="*/ 1132 w 1396"/>
                <a:gd name="T31" fmla="*/ 0 h 1301"/>
                <a:gd name="T32" fmla="*/ 1078 w 1396"/>
                <a:gd name="T33" fmla="*/ 0 h 1301"/>
                <a:gd name="T34" fmla="*/ 698 w 1396"/>
                <a:gd name="T35" fmla="*/ 242 h 1301"/>
                <a:gd name="T36" fmla="*/ 101 w 1396"/>
                <a:gd name="T37" fmla="*/ 839 h 1301"/>
                <a:gd name="T38" fmla="*/ 101 w 1396"/>
                <a:gd name="T39" fmla="*/ 1138 h 1301"/>
                <a:gd name="T40" fmla="*/ 264 w 1396"/>
                <a:gd name="T41" fmla="*/ 1301 h 1301"/>
                <a:gd name="T42" fmla="*/ 1132 w 1396"/>
                <a:gd name="T43" fmla="*/ 1301 h 1301"/>
                <a:gd name="T44" fmla="*/ 1295 w 1396"/>
                <a:gd name="T45" fmla="*/ 1138 h 1301"/>
                <a:gd name="T46" fmla="*/ 1295 w 1396"/>
                <a:gd name="T47" fmla="*/ 839 h 1301"/>
                <a:gd name="T48" fmla="*/ 698 w 1396"/>
                <a:gd name="T49" fmla="*/ 242 h 1301"/>
                <a:gd name="T50" fmla="*/ 589 w 1396"/>
                <a:gd name="T51" fmla="*/ 758 h 1301"/>
                <a:gd name="T52" fmla="*/ 807 w 1396"/>
                <a:gd name="T53" fmla="*/ 758 h 1301"/>
                <a:gd name="T54" fmla="*/ 861 w 1396"/>
                <a:gd name="T55" fmla="*/ 812 h 1301"/>
                <a:gd name="T56" fmla="*/ 861 w 1396"/>
                <a:gd name="T57" fmla="*/ 1138 h 1301"/>
                <a:gd name="T58" fmla="*/ 807 w 1396"/>
                <a:gd name="T59" fmla="*/ 1192 h 1301"/>
                <a:gd name="T60" fmla="*/ 589 w 1396"/>
                <a:gd name="T61" fmla="*/ 1192 h 1301"/>
                <a:gd name="T62" fmla="*/ 535 w 1396"/>
                <a:gd name="T63" fmla="*/ 1138 h 1301"/>
                <a:gd name="T64" fmla="*/ 535 w 1396"/>
                <a:gd name="T65" fmla="*/ 812 h 1301"/>
                <a:gd name="T66" fmla="*/ 589 w 1396"/>
                <a:gd name="T67" fmla="*/ 758 h 1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96" h="1301">
                  <a:moveTo>
                    <a:pt x="1078" y="0"/>
                  </a:moveTo>
                  <a:cubicBezTo>
                    <a:pt x="1048" y="0"/>
                    <a:pt x="1024" y="24"/>
                    <a:pt x="1024" y="54"/>
                  </a:cubicBezTo>
                  <a:lnTo>
                    <a:pt x="1024" y="317"/>
                  </a:lnTo>
                  <a:lnTo>
                    <a:pt x="735" y="29"/>
                  </a:lnTo>
                  <a:cubicBezTo>
                    <a:pt x="714" y="7"/>
                    <a:pt x="680" y="7"/>
                    <a:pt x="659" y="29"/>
                  </a:cubicBezTo>
                  <a:lnTo>
                    <a:pt x="21" y="665"/>
                  </a:lnTo>
                  <a:cubicBezTo>
                    <a:pt x="0" y="686"/>
                    <a:pt x="0" y="722"/>
                    <a:pt x="21" y="743"/>
                  </a:cubicBezTo>
                  <a:cubicBezTo>
                    <a:pt x="43" y="764"/>
                    <a:pt x="76" y="764"/>
                    <a:pt x="98" y="743"/>
                  </a:cubicBezTo>
                  <a:lnTo>
                    <a:pt x="698" y="144"/>
                  </a:lnTo>
                  <a:lnTo>
                    <a:pt x="1298" y="744"/>
                  </a:lnTo>
                  <a:cubicBezTo>
                    <a:pt x="1309" y="755"/>
                    <a:pt x="1322" y="760"/>
                    <a:pt x="1336" y="760"/>
                  </a:cubicBezTo>
                  <a:cubicBezTo>
                    <a:pt x="1350" y="760"/>
                    <a:pt x="1364" y="755"/>
                    <a:pt x="1375" y="744"/>
                  </a:cubicBezTo>
                  <a:cubicBezTo>
                    <a:pt x="1396" y="723"/>
                    <a:pt x="1396" y="688"/>
                    <a:pt x="1375" y="666"/>
                  </a:cubicBezTo>
                  <a:lnTo>
                    <a:pt x="1186" y="478"/>
                  </a:lnTo>
                  <a:lnTo>
                    <a:pt x="1186" y="54"/>
                  </a:lnTo>
                  <a:cubicBezTo>
                    <a:pt x="1186" y="24"/>
                    <a:pt x="1162" y="0"/>
                    <a:pt x="1132" y="0"/>
                  </a:cubicBezTo>
                  <a:lnTo>
                    <a:pt x="1078" y="0"/>
                  </a:lnTo>
                  <a:close/>
                  <a:moveTo>
                    <a:pt x="698" y="242"/>
                  </a:moveTo>
                  <a:lnTo>
                    <a:pt x="101" y="839"/>
                  </a:lnTo>
                  <a:lnTo>
                    <a:pt x="101" y="1138"/>
                  </a:lnTo>
                  <a:cubicBezTo>
                    <a:pt x="101" y="1228"/>
                    <a:pt x="174" y="1301"/>
                    <a:pt x="264" y="1301"/>
                  </a:cubicBezTo>
                  <a:lnTo>
                    <a:pt x="1132" y="1301"/>
                  </a:lnTo>
                  <a:cubicBezTo>
                    <a:pt x="1222" y="1301"/>
                    <a:pt x="1295" y="1228"/>
                    <a:pt x="1295" y="1138"/>
                  </a:cubicBezTo>
                  <a:lnTo>
                    <a:pt x="1295" y="839"/>
                  </a:lnTo>
                  <a:lnTo>
                    <a:pt x="698" y="242"/>
                  </a:lnTo>
                  <a:close/>
                  <a:moveTo>
                    <a:pt x="589" y="758"/>
                  </a:moveTo>
                  <a:lnTo>
                    <a:pt x="807" y="758"/>
                  </a:lnTo>
                  <a:cubicBezTo>
                    <a:pt x="836" y="758"/>
                    <a:pt x="861" y="782"/>
                    <a:pt x="861" y="812"/>
                  </a:cubicBezTo>
                  <a:lnTo>
                    <a:pt x="861" y="1138"/>
                  </a:lnTo>
                  <a:cubicBezTo>
                    <a:pt x="861" y="1168"/>
                    <a:pt x="836" y="1192"/>
                    <a:pt x="807" y="1192"/>
                  </a:cubicBezTo>
                  <a:lnTo>
                    <a:pt x="589" y="1192"/>
                  </a:lnTo>
                  <a:cubicBezTo>
                    <a:pt x="560" y="1192"/>
                    <a:pt x="535" y="1168"/>
                    <a:pt x="535" y="1138"/>
                  </a:cubicBezTo>
                  <a:lnTo>
                    <a:pt x="535" y="812"/>
                  </a:lnTo>
                  <a:cubicBezTo>
                    <a:pt x="535" y="782"/>
                    <a:pt x="560" y="758"/>
                    <a:pt x="589" y="758"/>
                  </a:cubicBezTo>
                  <a:close/>
                </a:path>
              </a:pathLst>
            </a:custGeom>
            <a:solidFill>
              <a:srgbClr val="5F5F5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1C83AE6-D286-CD3F-04F8-E1019F7B8A96}"/>
                </a:ext>
              </a:extLst>
            </p:cNvPr>
            <p:cNvSpPr txBox="1"/>
            <p:nvPr/>
          </p:nvSpPr>
          <p:spPr>
            <a:xfrm>
              <a:off x="5210720" y="2073804"/>
              <a:ext cx="166112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900" dirty="0"/>
                <a:t>마이페이지 </a:t>
              </a:r>
              <a:r>
                <a:rPr lang="en-US" altLang="ko-KR" sz="900" dirty="0"/>
                <a:t>&gt; </a:t>
              </a:r>
              <a:r>
                <a:rPr lang="ko-KR" altLang="en-US" sz="900" dirty="0"/>
                <a:t>회원정보 관리</a:t>
              </a:r>
            </a:p>
          </p:txBody>
        </p:sp>
      </p:grp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DE917488-D9B3-A1BC-9174-F0E78A19896E}"/>
              </a:ext>
            </a:extLst>
          </p:cNvPr>
          <p:cNvSpPr/>
          <p:nvPr/>
        </p:nvSpPr>
        <p:spPr>
          <a:xfrm>
            <a:off x="2000672" y="2548005"/>
            <a:ext cx="3207008" cy="3905331"/>
          </a:xfrm>
          <a:prstGeom prst="roundRect">
            <a:avLst>
              <a:gd name="adj" fmla="val 4362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19A16DA7-F039-83F7-FACC-AC00E66B83DE}"/>
              </a:ext>
            </a:extLst>
          </p:cNvPr>
          <p:cNvGrpSpPr/>
          <p:nvPr/>
        </p:nvGrpSpPr>
        <p:grpSpPr>
          <a:xfrm>
            <a:off x="3044788" y="2708920"/>
            <a:ext cx="1080120" cy="1080000"/>
            <a:chOff x="3044788" y="2960948"/>
            <a:chExt cx="1080120" cy="1080000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560E0651-F9AB-1DB8-B149-A7E615A6108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44788" y="2960948"/>
              <a:ext cx="1080120" cy="108000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70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4" name="User">
              <a:extLst>
                <a:ext uri="{FF2B5EF4-FFF2-40B4-BE49-F238E27FC236}">
                  <a16:creationId xmlns:a16="http://schemas.microsoft.com/office/drawing/2014/main" id="{CF47E0D5-20AD-6AEB-E96C-10741D695E85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231603" y="3130284"/>
              <a:ext cx="720000" cy="720000"/>
            </a:xfrm>
            <a:custGeom>
              <a:avLst/>
              <a:gdLst>
                <a:gd name="T0" fmla="*/ 4516 w 9031"/>
                <a:gd name="T1" fmla="*/ 0 h 9031"/>
                <a:gd name="T2" fmla="*/ 2258 w 9031"/>
                <a:gd name="T3" fmla="*/ 2258 h 9031"/>
                <a:gd name="T4" fmla="*/ 4516 w 9031"/>
                <a:gd name="T5" fmla="*/ 4515 h 9031"/>
                <a:gd name="T6" fmla="*/ 6773 w 9031"/>
                <a:gd name="T7" fmla="*/ 2258 h 9031"/>
                <a:gd name="T8" fmla="*/ 4516 w 9031"/>
                <a:gd name="T9" fmla="*/ 0 h 9031"/>
                <a:gd name="T10" fmla="*/ 4516 w 9031"/>
                <a:gd name="T11" fmla="*/ 5661 h 9031"/>
                <a:gd name="T12" fmla="*/ 0 w 9031"/>
                <a:gd name="T13" fmla="*/ 7564 h 9031"/>
                <a:gd name="T14" fmla="*/ 0 w 9031"/>
                <a:gd name="T15" fmla="*/ 9031 h 9031"/>
                <a:gd name="T16" fmla="*/ 9031 w 9031"/>
                <a:gd name="T17" fmla="*/ 9031 h 9031"/>
                <a:gd name="T18" fmla="*/ 9031 w 9031"/>
                <a:gd name="T19" fmla="*/ 7564 h 9031"/>
                <a:gd name="T20" fmla="*/ 4516 w 9031"/>
                <a:gd name="T21" fmla="*/ 5661 h 90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31" h="9031">
                  <a:moveTo>
                    <a:pt x="4516" y="0"/>
                  </a:moveTo>
                  <a:cubicBezTo>
                    <a:pt x="3269" y="0"/>
                    <a:pt x="2258" y="1011"/>
                    <a:pt x="2258" y="2258"/>
                  </a:cubicBezTo>
                  <a:cubicBezTo>
                    <a:pt x="2258" y="3505"/>
                    <a:pt x="3269" y="4515"/>
                    <a:pt x="4516" y="4515"/>
                  </a:cubicBezTo>
                  <a:cubicBezTo>
                    <a:pt x="5762" y="4515"/>
                    <a:pt x="6773" y="3505"/>
                    <a:pt x="6773" y="2258"/>
                  </a:cubicBezTo>
                  <a:cubicBezTo>
                    <a:pt x="6773" y="1011"/>
                    <a:pt x="5762" y="0"/>
                    <a:pt x="4516" y="0"/>
                  </a:cubicBezTo>
                  <a:close/>
                  <a:moveTo>
                    <a:pt x="4516" y="5661"/>
                  </a:moveTo>
                  <a:cubicBezTo>
                    <a:pt x="2258" y="5658"/>
                    <a:pt x="0" y="6290"/>
                    <a:pt x="0" y="7564"/>
                  </a:cubicBezTo>
                  <a:lnTo>
                    <a:pt x="0" y="9031"/>
                  </a:lnTo>
                  <a:lnTo>
                    <a:pt x="9031" y="9031"/>
                  </a:lnTo>
                  <a:lnTo>
                    <a:pt x="9031" y="7564"/>
                  </a:lnTo>
                  <a:cubicBezTo>
                    <a:pt x="9031" y="6302"/>
                    <a:pt x="6773" y="5664"/>
                    <a:pt x="4516" y="5661"/>
                  </a:cubicBezTo>
                  <a:close/>
                </a:path>
              </a:pathLst>
            </a:custGeom>
            <a:solidFill>
              <a:srgbClr val="D4D4D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4E65DDCC-8FAD-9A06-78DC-852188557FC1}"/>
              </a:ext>
            </a:extLst>
          </p:cNvPr>
          <p:cNvSpPr txBox="1"/>
          <p:nvPr/>
        </p:nvSpPr>
        <p:spPr>
          <a:xfrm>
            <a:off x="3008219" y="3861048"/>
            <a:ext cx="11526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홍길동 님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9359406-D973-0801-32F1-070F413E0D53}"/>
              </a:ext>
            </a:extLst>
          </p:cNvPr>
          <p:cNvSpPr txBox="1"/>
          <p:nvPr/>
        </p:nvSpPr>
        <p:spPr>
          <a:xfrm>
            <a:off x="3620852" y="4089990"/>
            <a:ext cx="14972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b="1" dirty="0"/>
              <a:t>2026.03.01 </a:t>
            </a:r>
            <a:r>
              <a:rPr lang="ko-KR" altLang="en-US" sz="900" b="1" dirty="0">
                <a:solidFill>
                  <a:srgbClr val="0000FF"/>
                </a:solidFill>
              </a:rPr>
              <a:t>승인대기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C57BFC-732E-76BA-3E43-B78F4C6CDBD0}"/>
              </a:ext>
            </a:extLst>
          </p:cNvPr>
          <p:cNvSpPr txBox="1"/>
          <p:nvPr/>
        </p:nvSpPr>
        <p:spPr>
          <a:xfrm>
            <a:off x="2047829" y="4337172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기본 정보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D5F10D-99DD-E232-2B6E-4CD2D6D2F2A7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>
                <a:solidFill>
                  <a:prstClr val="black"/>
                </a:solidFill>
              </a:rPr>
              <a:t>홈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마이페이지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회원정보관리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09D3FB-23CC-C432-44E1-648DE52AE0F9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회원정보 관리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C33DA34-A70D-21DB-C41A-C21B1CB37F90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조회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D1F18B-75FE-4C21-295A-9793E5C941C8}"/>
              </a:ext>
            </a:extLst>
          </p:cNvPr>
          <p:cNvSpPr txBox="1"/>
          <p:nvPr/>
        </p:nvSpPr>
        <p:spPr>
          <a:xfrm>
            <a:off x="5283853" y="4084577"/>
            <a:ext cx="135846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b="1" dirty="0"/>
              <a:t>2026.03.01 </a:t>
            </a:r>
            <a:r>
              <a:rPr lang="ko-KR" altLang="en-US" sz="900" b="1" dirty="0"/>
              <a:t>가입완료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9903145D-A6FC-8D13-E617-D922B8E5884F}"/>
              </a:ext>
            </a:extLst>
          </p:cNvPr>
          <p:cNvSpPr/>
          <p:nvPr/>
        </p:nvSpPr>
        <p:spPr>
          <a:xfrm>
            <a:off x="1921683" y="2459419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1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10CAAC23-8F0B-CB42-03D1-503A6F50E94E}"/>
              </a:ext>
            </a:extLst>
          </p:cNvPr>
          <p:cNvSpPr/>
          <p:nvPr/>
        </p:nvSpPr>
        <p:spPr>
          <a:xfrm>
            <a:off x="4809008" y="3905697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2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018D7E08-5E1F-ADB8-F3CC-FF0DD75815DF}"/>
              </a:ext>
            </a:extLst>
          </p:cNvPr>
          <p:cNvSpPr/>
          <p:nvPr/>
        </p:nvSpPr>
        <p:spPr>
          <a:xfrm>
            <a:off x="2128214" y="4764493"/>
            <a:ext cx="2973559" cy="28803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홍길동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F458E76-7207-6AC3-76BE-4499C0143DF0}"/>
              </a:ext>
            </a:extLst>
          </p:cNvPr>
          <p:cNvSpPr txBox="1"/>
          <p:nvPr/>
        </p:nvSpPr>
        <p:spPr>
          <a:xfrm>
            <a:off x="2060102" y="4527824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이름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C70BD6EF-D09C-2F34-B0E1-6CE44D6B075E}"/>
              </a:ext>
            </a:extLst>
          </p:cNvPr>
          <p:cNvSpPr/>
          <p:nvPr/>
        </p:nvSpPr>
        <p:spPr>
          <a:xfrm>
            <a:off x="2128214" y="5406064"/>
            <a:ext cx="2973559" cy="28803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abcde123@naver.com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7EA8AEB-6A5F-9FD4-FE91-A449563E7EFF}"/>
              </a:ext>
            </a:extLst>
          </p:cNvPr>
          <p:cNvSpPr txBox="1"/>
          <p:nvPr/>
        </p:nvSpPr>
        <p:spPr>
          <a:xfrm>
            <a:off x="2060102" y="5169395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이메일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955E34D1-3857-058D-5D25-718B806DDBEA}"/>
              </a:ext>
            </a:extLst>
          </p:cNvPr>
          <p:cNvSpPr/>
          <p:nvPr/>
        </p:nvSpPr>
        <p:spPr>
          <a:xfrm>
            <a:off x="2121221" y="6020078"/>
            <a:ext cx="2973559" cy="28803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000-0000-0000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06938BA-87B6-7E57-DBF7-DC700C67C83D}"/>
              </a:ext>
            </a:extLst>
          </p:cNvPr>
          <p:cNvSpPr txBox="1"/>
          <p:nvPr/>
        </p:nvSpPr>
        <p:spPr>
          <a:xfrm>
            <a:off x="2053109" y="5783409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휴대전화번호</a:t>
            </a: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7FB517C9-A00B-4C5D-0E76-DBD2C4366C62}"/>
              </a:ext>
            </a:extLst>
          </p:cNvPr>
          <p:cNvSpPr/>
          <p:nvPr/>
        </p:nvSpPr>
        <p:spPr>
          <a:xfrm>
            <a:off x="4509405" y="4815303"/>
            <a:ext cx="521122" cy="211643"/>
          </a:xfrm>
          <a:prstGeom prst="round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수정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8D571D93-27A1-D4F2-CF22-7DCF36216772}"/>
              </a:ext>
            </a:extLst>
          </p:cNvPr>
          <p:cNvSpPr/>
          <p:nvPr/>
        </p:nvSpPr>
        <p:spPr>
          <a:xfrm>
            <a:off x="4501695" y="6058272"/>
            <a:ext cx="521122" cy="211643"/>
          </a:xfrm>
          <a:prstGeom prst="round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수정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155788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22A04-BD5C-AB5D-03E9-D8642C4E1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86D1CA99-3E51-3FA0-F773-1BAC8FE00E58}"/>
              </a:ext>
            </a:extLst>
          </p:cNvPr>
          <p:cNvSpPr/>
          <p:nvPr/>
        </p:nvSpPr>
        <p:spPr>
          <a:xfrm>
            <a:off x="277701" y="1412776"/>
            <a:ext cx="3207008" cy="5148572"/>
          </a:xfrm>
          <a:prstGeom prst="roundRect">
            <a:avLst>
              <a:gd name="adj" fmla="val 4362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E65BEA22-756C-C145-A613-F8612D5B9332}"/>
              </a:ext>
            </a:extLst>
          </p:cNvPr>
          <p:cNvGrpSpPr/>
          <p:nvPr/>
        </p:nvGrpSpPr>
        <p:grpSpPr>
          <a:xfrm>
            <a:off x="1321817" y="1573691"/>
            <a:ext cx="1080120" cy="1080000"/>
            <a:chOff x="3044788" y="2960948"/>
            <a:chExt cx="1080120" cy="1080000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B9C44314-B54E-49EE-A2B0-B1890B101E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44788" y="2960948"/>
              <a:ext cx="1080120" cy="108000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70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4" name="User">
              <a:extLst>
                <a:ext uri="{FF2B5EF4-FFF2-40B4-BE49-F238E27FC236}">
                  <a16:creationId xmlns:a16="http://schemas.microsoft.com/office/drawing/2014/main" id="{9CD17E7B-DBB3-EC13-263A-097E62E0B1F6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231603" y="3130284"/>
              <a:ext cx="720000" cy="720000"/>
            </a:xfrm>
            <a:custGeom>
              <a:avLst/>
              <a:gdLst>
                <a:gd name="T0" fmla="*/ 4516 w 9031"/>
                <a:gd name="T1" fmla="*/ 0 h 9031"/>
                <a:gd name="T2" fmla="*/ 2258 w 9031"/>
                <a:gd name="T3" fmla="*/ 2258 h 9031"/>
                <a:gd name="T4" fmla="*/ 4516 w 9031"/>
                <a:gd name="T5" fmla="*/ 4515 h 9031"/>
                <a:gd name="T6" fmla="*/ 6773 w 9031"/>
                <a:gd name="T7" fmla="*/ 2258 h 9031"/>
                <a:gd name="T8" fmla="*/ 4516 w 9031"/>
                <a:gd name="T9" fmla="*/ 0 h 9031"/>
                <a:gd name="T10" fmla="*/ 4516 w 9031"/>
                <a:gd name="T11" fmla="*/ 5661 h 9031"/>
                <a:gd name="T12" fmla="*/ 0 w 9031"/>
                <a:gd name="T13" fmla="*/ 7564 h 9031"/>
                <a:gd name="T14" fmla="*/ 0 w 9031"/>
                <a:gd name="T15" fmla="*/ 9031 h 9031"/>
                <a:gd name="T16" fmla="*/ 9031 w 9031"/>
                <a:gd name="T17" fmla="*/ 9031 h 9031"/>
                <a:gd name="T18" fmla="*/ 9031 w 9031"/>
                <a:gd name="T19" fmla="*/ 7564 h 9031"/>
                <a:gd name="T20" fmla="*/ 4516 w 9031"/>
                <a:gd name="T21" fmla="*/ 5661 h 90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31" h="9031">
                  <a:moveTo>
                    <a:pt x="4516" y="0"/>
                  </a:moveTo>
                  <a:cubicBezTo>
                    <a:pt x="3269" y="0"/>
                    <a:pt x="2258" y="1011"/>
                    <a:pt x="2258" y="2258"/>
                  </a:cubicBezTo>
                  <a:cubicBezTo>
                    <a:pt x="2258" y="3505"/>
                    <a:pt x="3269" y="4515"/>
                    <a:pt x="4516" y="4515"/>
                  </a:cubicBezTo>
                  <a:cubicBezTo>
                    <a:pt x="5762" y="4515"/>
                    <a:pt x="6773" y="3505"/>
                    <a:pt x="6773" y="2258"/>
                  </a:cubicBezTo>
                  <a:cubicBezTo>
                    <a:pt x="6773" y="1011"/>
                    <a:pt x="5762" y="0"/>
                    <a:pt x="4516" y="0"/>
                  </a:cubicBezTo>
                  <a:close/>
                  <a:moveTo>
                    <a:pt x="4516" y="5661"/>
                  </a:moveTo>
                  <a:cubicBezTo>
                    <a:pt x="2258" y="5658"/>
                    <a:pt x="0" y="6290"/>
                    <a:pt x="0" y="7564"/>
                  </a:cubicBezTo>
                  <a:lnTo>
                    <a:pt x="0" y="9031"/>
                  </a:lnTo>
                  <a:lnTo>
                    <a:pt x="9031" y="9031"/>
                  </a:lnTo>
                  <a:lnTo>
                    <a:pt x="9031" y="7564"/>
                  </a:lnTo>
                  <a:cubicBezTo>
                    <a:pt x="9031" y="6302"/>
                    <a:pt x="6773" y="5664"/>
                    <a:pt x="4516" y="5661"/>
                  </a:cubicBezTo>
                  <a:close/>
                </a:path>
              </a:pathLst>
            </a:custGeom>
            <a:solidFill>
              <a:srgbClr val="D4D4D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9A76B77E-6DF0-F227-4D0A-7D4CDA4A6952}"/>
              </a:ext>
            </a:extLst>
          </p:cNvPr>
          <p:cNvSpPr txBox="1"/>
          <p:nvPr/>
        </p:nvSpPr>
        <p:spPr>
          <a:xfrm>
            <a:off x="1285248" y="2725819"/>
            <a:ext cx="11526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홍길동 님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4EA97B7-B147-EA53-D629-0FE5A037C270}"/>
              </a:ext>
            </a:extLst>
          </p:cNvPr>
          <p:cNvSpPr txBox="1"/>
          <p:nvPr/>
        </p:nvSpPr>
        <p:spPr>
          <a:xfrm>
            <a:off x="2036677" y="2954761"/>
            <a:ext cx="135846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b="1" dirty="0"/>
              <a:t>2026.03.01 </a:t>
            </a:r>
            <a:r>
              <a:rPr lang="ko-KR" altLang="en-US" sz="900" b="1" dirty="0"/>
              <a:t>가입완료</a:t>
            </a:r>
          </a:p>
        </p:txBody>
      </p:sp>
      <p:graphicFrame>
        <p:nvGraphicFramePr>
          <p:cNvPr id="12" name="Group 260">
            <a:extLst>
              <a:ext uri="{FF2B5EF4-FFF2-40B4-BE49-F238E27FC236}">
                <a16:creationId xmlns:a16="http://schemas.microsoft.com/office/drawing/2014/main" id="{C3B95206-F6E2-EE30-BF4A-3E8699C898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400122"/>
              </p:ext>
            </p:extLst>
          </p:nvPr>
        </p:nvGraphicFramePr>
        <p:xfrm>
          <a:off x="6969418" y="2548005"/>
          <a:ext cx="2772114" cy="2360114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회원정보 관리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이름 수정 버튼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수정 팝업 페이지 링크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이메일</a:t>
                      </a:r>
                      <a:endParaRPr kumimoji="1" lang="en-US" altLang="ko-KR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수정 불가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98225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휴대전화번호 수정 버튼</a:t>
                      </a:r>
                      <a:endParaRPr kumimoji="1" lang="en-US" altLang="ko-KR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수정 팝업 페이지 링크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767904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비밀번호 수정 버튼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수정 팝업 페이지 링크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512549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약관동의</a:t>
                      </a:r>
                      <a:endParaRPr kumimoji="1" lang="en-US" altLang="ko-KR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약관 동의 항목 노출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하드코등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전문 보기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전문 보기 팝업 링크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068502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탈퇴하기 버튼</a:t>
                      </a:r>
                      <a:endParaRPr kumimoji="1" lang="en-US" altLang="ko-KR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탈퇴하기 버튼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회원탈퇴 신청 팝업 페이지 링크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592965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F8B09468-9206-B17A-6CF2-B4F9010A3987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>
                <a:solidFill>
                  <a:prstClr val="black"/>
                </a:solidFill>
              </a:rPr>
              <a:t>홈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마이페이지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회원정보관리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7454CE-C1AE-97DD-CF24-AF7842A9864B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회원정보 관리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93DB15-0C86-BD6C-11C6-5DC19BE6B8B9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조회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E67A64C-3F8D-0965-8D72-16457319A376}"/>
              </a:ext>
            </a:extLst>
          </p:cNvPr>
          <p:cNvSpPr/>
          <p:nvPr/>
        </p:nvSpPr>
        <p:spPr>
          <a:xfrm>
            <a:off x="381817" y="3838197"/>
            <a:ext cx="2973559" cy="28803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홍길동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A2274F-2E0E-CC00-F8FD-3437FE87DF54}"/>
              </a:ext>
            </a:extLst>
          </p:cNvPr>
          <p:cNvSpPr txBox="1"/>
          <p:nvPr/>
        </p:nvSpPr>
        <p:spPr>
          <a:xfrm>
            <a:off x="324858" y="3356992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기본 정보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4505FAA-2807-5B60-BC09-B73BE4889827}"/>
              </a:ext>
            </a:extLst>
          </p:cNvPr>
          <p:cNvSpPr txBox="1"/>
          <p:nvPr/>
        </p:nvSpPr>
        <p:spPr>
          <a:xfrm>
            <a:off x="313705" y="3601528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이름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E31DD030-BA0F-CC43-F821-F95F1B000490}"/>
              </a:ext>
            </a:extLst>
          </p:cNvPr>
          <p:cNvSpPr/>
          <p:nvPr/>
        </p:nvSpPr>
        <p:spPr>
          <a:xfrm>
            <a:off x="381817" y="4479768"/>
            <a:ext cx="2973559" cy="28803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abcde123@naver.com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76AC55F-2653-8760-23BF-477829972169}"/>
              </a:ext>
            </a:extLst>
          </p:cNvPr>
          <p:cNvSpPr txBox="1"/>
          <p:nvPr/>
        </p:nvSpPr>
        <p:spPr>
          <a:xfrm>
            <a:off x="313705" y="4243099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이메일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0974482-5E1C-14F1-BB36-A45BBF2E358D}"/>
              </a:ext>
            </a:extLst>
          </p:cNvPr>
          <p:cNvSpPr/>
          <p:nvPr/>
        </p:nvSpPr>
        <p:spPr>
          <a:xfrm>
            <a:off x="374824" y="5093782"/>
            <a:ext cx="2973559" cy="28803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000-0000-0000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55D623-D3CC-1F32-8417-4B812D3948FA}"/>
              </a:ext>
            </a:extLst>
          </p:cNvPr>
          <p:cNvSpPr txBox="1"/>
          <p:nvPr/>
        </p:nvSpPr>
        <p:spPr>
          <a:xfrm>
            <a:off x="306712" y="4857113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휴대전화번호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920FCB91-4D3A-98BB-1B92-69A15621253D}"/>
              </a:ext>
            </a:extLst>
          </p:cNvPr>
          <p:cNvSpPr/>
          <p:nvPr/>
        </p:nvSpPr>
        <p:spPr>
          <a:xfrm>
            <a:off x="374824" y="5730990"/>
            <a:ext cx="2973559" cy="28803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**********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4ED5831-9243-A612-0F40-55762104209A}"/>
              </a:ext>
            </a:extLst>
          </p:cNvPr>
          <p:cNvSpPr txBox="1"/>
          <p:nvPr/>
        </p:nvSpPr>
        <p:spPr>
          <a:xfrm>
            <a:off x="306712" y="5494321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비밀번호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24230D6B-2728-CDA4-45E0-1B3FAFC5594B}"/>
              </a:ext>
            </a:extLst>
          </p:cNvPr>
          <p:cNvSpPr/>
          <p:nvPr/>
        </p:nvSpPr>
        <p:spPr>
          <a:xfrm>
            <a:off x="2763008" y="3889007"/>
            <a:ext cx="521122" cy="211643"/>
          </a:xfrm>
          <a:prstGeom prst="round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수정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1CB09BCB-67DE-EB46-453C-748BD67C1E7E}"/>
              </a:ext>
            </a:extLst>
          </p:cNvPr>
          <p:cNvSpPr/>
          <p:nvPr/>
        </p:nvSpPr>
        <p:spPr>
          <a:xfrm>
            <a:off x="2755298" y="5131976"/>
            <a:ext cx="521122" cy="211643"/>
          </a:xfrm>
          <a:prstGeom prst="round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수정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4F08A1CF-472F-0EC5-277F-750C2FE36B3F}"/>
              </a:ext>
            </a:extLst>
          </p:cNvPr>
          <p:cNvSpPr/>
          <p:nvPr/>
        </p:nvSpPr>
        <p:spPr>
          <a:xfrm>
            <a:off x="2762204" y="5776269"/>
            <a:ext cx="521122" cy="211643"/>
          </a:xfrm>
          <a:prstGeom prst="round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수정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5D0063CC-A5C3-331B-A142-644F52EA2DF2}"/>
              </a:ext>
            </a:extLst>
          </p:cNvPr>
          <p:cNvSpPr/>
          <p:nvPr/>
        </p:nvSpPr>
        <p:spPr>
          <a:xfrm>
            <a:off x="2678889" y="3681052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1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EA8C0028-AF68-58AF-674D-7919233D72C9}"/>
              </a:ext>
            </a:extLst>
          </p:cNvPr>
          <p:cNvSpPr/>
          <p:nvPr/>
        </p:nvSpPr>
        <p:spPr>
          <a:xfrm>
            <a:off x="193582" y="4398061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2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911696E2-D757-94F2-5579-FB578BCCB60F}"/>
              </a:ext>
            </a:extLst>
          </p:cNvPr>
          <p:cNvSpPr/>
          <p:nvPr/>
        </p:nvSpPr>
        <p:spPr>
          <a:xfrm>
            <a:off x="2654204" y="4964557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3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ECF21B55-878D-4979-9902-10588B630286}"/>
              </a:ext>
            </a:extLst>
          </p:cNvPr>
          <p:cNvSpPr/>
          <p:nvPr/>
        </p:nvSpPr>
        <p:spPr>
          <a:xfrm>
            <a:off x="2666725" y="5612378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4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23AC74E6-F714-A014-C347-3BC6F24117A4}"/>
              </a:ext>
            </a:extLst>
          </p:cNvPr>
          <p:cNvSpPr/>
          <p:nvPr/>
        </p:nvSpPr>
        <p:spPr>
          <a:xfrm>
            <a:off x="3608016" y="1407927"/>
            <a:ext cx="3207008" cy="5148572"/>
          </a:xfrm>
          <a:prstGeom prst="roundRect">
            <a:avLst>
              <a:gd name="adj" fmla="val 4362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D0BA79A3-F9FD-B463-37F1-3B8DC8E32926}"/>
              </a:ext>
            </a:extLst>
          </p:cNvPr>
          <p:cNvSpPr/>
          <p:nvPr/>
        </p:nvSpPr>
        <p:spPr>
          <a:xfrm>
            <a:off x="3661667" y="2692569"/>
            <a:ext cx="3073833" cy="28803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탈퇴하기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CB3D0607-D68B-7F89-2901-6A367DC003CE}"/>
              </a:ext>
            </a:extLst>
          </p:cNvPr>
          <p:cNvGrpSpPr/>
          <p:nvPr/>
        </p:nvGrpSpPr>
        <p:grpSpPr>
          <a:xfrm>
            <a:off x="3620852" y="1556792"/>
            <a:ext cx="3110767" cy="940109"/>
            <a:chOff x="3634476" y="2986499"/>
            <a:chExt cx="3110767" cy="940109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12774888-639B-35DA-3A64-D3B085F47392}"/>
                </a:ext>
              </a:extLst>
            </p:cNvPr>
            <p:cNvSpPr txBox="1"/>
            <p:nvPr/>
          </p:nvSpPr>
          <p:spPr>
            <a:xfrm>
              <a:off x="3634476" y="2986499"/>
              <a:ext cx="99695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/>
                <a:t>약관동의</a:t>
              </a:r>
            </a:p>
          </p:txBody>
        </p:sp>
        <p:sp>
          <p:nvSpPr>
            <p:cNvPr id="102" name="사각형: 둥근 모서리 101">
              <a:extLst>
                <a:ext uri="{FF2B5EF4-FFF2-40B4-BE49-F238E27FC236}">
                  <a16:creationId xmlns:a16="http://schemas.microsoft.com/office/drawing/2014/main" id="{3B632F24-9D6C-1989-A8BA-A352C6699F6C}"/>
                </a:ext>
              </a:extLst>
            </p:cNvPr>
            <p:cNvSpPr/>
            <p:nvPr/>
          </p:nvSpPr>
          <p:spPr>
            <a:xfrm>
              <a:off x="3679367" y="3241807"/>
              <a:ext cx="3065876" cy="684801"/>
            </a:xfrm>
            <a:prstGeom prst="roundRect">
              <a:avLst>
                <a:gd name="adj" fmla="val 4685"/>
              </a:avLst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 lang="ko-KR" altLang="en-US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56166731-1C3E-0D89-F6AC-B2F6A1BE8565}"/>
                </a:ext>
              </a:extLst>
            </p:cNvPr>
            <p:cNvSpPr txBox="1"/>
            <p:nvPr/>
          </p:nvSpPr>
          <p:spPr>
            <a:xfrm>
              <a:off x="3763614" y="3601238"/>
              <a:ext cx="239686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/>
                <a:t>개인정보 수집</a:t>
              </a:r>
              <a:r>
                <a:rPr lang="en-US" altLang="ko-KR" sz="800" b="1" dirty="0"/>
                <a:t>·</a:t>
              </a:r>
              <a:r>
                <a:rPr lang="ko-KR" altLang="en-US" sz="800" b="1" dirty="0"/>
                <a:t>이용 동의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384E9E2C-28C6-5595-E7CA-F1EEA444D4E9}"/>
                </a:ext>
              </a:extLst>
            </p:cNvPr>
            <p:cNvSpPr txBox="1"/>
            <p:nvPr/>
          </p:nvSpPr>
          <p:spPr>
            <a:xfrm>
              <a:off x="5998318" y="3604735"/>
              <a:ext cx="67318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/>
                <a:t>전문보기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CFD737AA-0386-8BCC-79D1-FB429B34E470}"/>
                </a:ext>
              </a:extLst>
            </p:cNvPr>
            <p:cNvSpPr txBox="1"/>
            <p:nvPr/>
          </p:nvSpPr>
          <p:spPr>
            <a:xfrm>
              <a:off x="3773299" y="3320988"/>
              <a:ext cx="239686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/>
                <a:t>이용약관 동의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EFD928C0-A80F-79C2-0274-2BAEA786574A}"/>
                </a:ext>
              </a:extLst>
            </p:cNvPr>
            <p:cNvSpPr txBox="1"/>
            <p:nvPr/>
          </p:nvSpPr>
          <p:spPr>
            <a:xfrm>
              <a:off x="6008003" y="3324485"/>
              <a:ext cx="67318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b="1" dirty="0"/>
                <a:t>전문보기</a:t>
              </a:r>
            </a:p>
          </p:txBody>
        </p:sp>
      </p:grp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F7D0FBF7-7E26-CE07-0682-9F01A1BC63DC}"/>
              </a:ext>
            </a:extLst>
          </p:cNvPr>
          <p:cNvSpPr/>
          <p:nvPr/>
        </p:nvSpPr>
        <p:spPr>
          <a:xfrm>
            <a:off x="5948397" y="1778226"/>
            <a:ext cx="719171" cy="684801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1" name="타원 130">
            <a:extLst>
              <a:ext uri="{FF2B5EF4-FFF2-40B4-BE49-F238E27FC236}">
                <a16:creationId xmlns:a16="http://schemas.microsoft.com/office/drawing/2014/main" id="{E828D3FE-2258-05AD-7EBF-581364D511FC}"/>
              </a:ext>
            </a:extLst>
          </p:cNvPr>
          <p:cNvSpPr/>
          <p:nvPr/>
        </p:nvSpPr>
        <p:spPr>
          <a:xfrm>
            <a:off x="5754617" y="1652957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5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34" name="타원 133">
            <a:extLst>
              <a:ext uri="{FF2B5EF4-FFF2-40B4-BE49-F238E27FC236}">
                <a16:creationId xmlns:a16="http://schemas.microsoft.com/office/drawing/2014/main" id="{BA9A1292-1A88-72F7-1407-EC6740553B78}"/>
              </a:ext>
            </a:extLst>
          </p:cNvPr>
          <p:cNvSpPr/>
          <p:nvPr/>
        </p:nvSpPr>
        <p:spPr>
          <a:xfrm>
            <a:off x="3543675" y="2636912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6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10330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A77B3-0EFA-B37A-0D05-ADF3A3BF3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517CB42D-DBF1-658A-4022-9A45FE715F04}"/>
              </a:ext>
            </a:extLst>
          </p:cNvPr>
          <p:cNvSpPr/>
          <p:nvPr/>
        </p:nvSpPr>
        <p:spPr>
          <a:xfrm>
            <a:off x="277701" y="1412776"/>
            <a:ext cx="3207008" cy="5040560"/>
          </a:xfrm>
          <a:prstGeom prst="roundRect">
            <a:avLst>
              <a:gd name="adj" fmla="val 4362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F507AC48-A5D7-0F9F-1A0D-4622806C6183}"/>
              </a:ext>
            </a:extLst>
          </p:cNvPr>
          <p:cNvGrpSpPr/>
          <p:nvPr/>
        </p:nvGrpSpPr>
        <p:grpSpPr>
          <a:xfrm>
            <a:off x="1321817" y="1573691"/>
            <a:ext cx="1080120" cy="1080000"/>
            <a:chOff x="3044788" y="2960948"/>
            <a:chExt cx="1080120" cy="1080000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30A07D7C-B929-9D16-24CB-2873BAB9980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44788" y="2960948"/>
              <a:ext cx="1080120" cy="108000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70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4" name="User">
              <a:extLst>
                <a:ext uri="{FF2B5EF4-FFF2-40B4-BE49-F238E27FC236}">
                  <a16:creationId xmlns:a16="http://schemas.microsoft.com/office/drawing/2014/main" id="{AC221068-8F75-74B1-BABE-788CFE651323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231603" y="3130284"/>
              <a:ext cx="720000" cy="720000"/>
            </a:xfrm>
            <a:custGeom>
              <a:avLst/>
              <a:gdLst>
                <a:gd name="T0" fmla="*/ 4516 w 9031"/>
                <a:gd name="T1" fmla="*/ 0 h 9031"/>
                <a:gd name="T2" fmla="*/ 2258 w 9031"/>
                <a:gd name="T3" fmla="*/ 2258 h 9031"/>
                <a:gd name="T4" fmla="*/ 4516 w 9031"/>
                <a:gd name="T5" fmla="*/ 4515 h 9031"/>
                <a:gd name="T6" fmla="*/ 6773 w 9031"/>
                <a:gd name="T7" fmla="*/ 2258 h 9031"/>
                <a:gd name="T8" fmla="*/ 4516 w 9031"/>
                <a:gd name="T9" fmla="*/ 0 h 9031"/>
                <a:gd name="T10" fmla="*/ 4516 w 9031"/>
                <a:gd name="T11" fmla="*/ 5661 h 9031"/>
                <a:gd name="T12" fmla="*/ 0 w 9031"/>
                <a:gd name="T13" fmla="*/ 7564 h 9031"/>
                <a:gd name="T14" fmla="*/ 0 w 9031"/>
                <a:gd name="T15" fmla="*/ 9031 h 9031"/>
                <a:gd name="T16" fmla="*/ 9031 w 9031"/>
                <a:gd name="T17" fmla="*/ 9031 h 9031"/>
                <a:gd name="T18" fmla="*/ 9031 w 9031"/>
                <a:gd name="T19" fmla="*/ 7564 h 9031"/>
                <a:gd name="T20" fmla="*/ 4516 w 9031"/>
                <a:gd name="T21" fmla="*/ 5661 h 90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31" h="9031">
                  <a:moveTo>
                    <a:pt x="4516" y="0"/>
                  </a:moveTo>
                  <a:cubicBezTo>
                    <a:pt x="3269" y="0"/>
                    <a:pt x="2258" y="1011"/>
                    <a:pt x="2258" y="2258"/>
                  </a:cubicBezTo>
                  <a:cubicBezTo>
                    <a:pt x="2258" y="3505"/>
                    <a:pt x="3269" y="4515"/>
                    <a:pt x="4516" y="4515"/>
                  </a:cubicBezTo>
                  <a:cubicBezTo>
                    <a:pt x="5762" y="4515"/>
                    <a:pt x="6773" y="3505"/>
                    <a:pt x="6773" y="2258"/>
                  </a:cubicBezTo>
                  <a:cubicBezTo>
                    <a:pt x="6773" y="1011"/>
                    <a:pt x="5762" y="0"/>
                    <a:pt x="4516" y="0"/>
                  </a:cubicBezTo>
                  <a:close/>
                  <a:moveTo>
                    <a:pt x="4516" y="5661"/>
                  </a:moveTo>
                  <a:cubicBezTo>
                    <a:pt x="2258" y="5658"/>
                    <a:pt x="0" y="6290"/>
                    <a:pt x="0" y="7564"/>
                  </a:cubicBezTo>
                  <a:lnTo>
                    <a:pt x="0" y="9031"/>
                  </a:lnTo>
                  <a:lnTo>
                    <a:pt x="9031" y="9031"/>
                  </a:lnTo>
                  <a:lnTo>
                    <a:pt x="9031" y="7564"/>
                  </a:lnTo>
                  <a:cubicBezTo>
                    <a:pt x="9031" y="6302"/>
                    <a:pt x="6773" y="5664"/>
                    <a:pt x="4516" y="5661"/>
                  </a:cubicBezTo>
                  <a:close/>
                </a:path>
              </a:pathLst>
            </a:custGeom>
            <a:solidFill>
              <a:srgbClr val="D4D4D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EEC83DBA-AA7E-0F62-7FA8-261A23DA9E9A}"/>
              </a:ext>
            </a:extLst>
          </p:cNvPr>
          <p:cNvSpPr txBox="1"/>
          <p:nvPr/>
        </p:nvSpPr>
        <p:spPr>
          <a:xfrm>
            <a:off x="1285248" y="2725819"/>
            <a:ext cx="11526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홍길동 님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BB9359-9189-4639-A500-14ACE181066B}"/>
              </a:ext>
            </a:extLst>
          </p:cNvPr>
          <p:cNvSpPr txBox="1"/>
          <p:nvPr/>
        </p:nvSpPr>
        <p:spPr>
          <a:xfrm>
            <a:off x="2039597" y="2954761"/>
            <a:ext cx="135554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b="1" dirty="0"/>
              <a:t>2026.03.01 </a:t>
            </a:r>
            <a:r>
              <a:rPr lang="ko-KR" altLang="en-US" sz="900" b="1" dirty="0"/>
              <a:t>가입완료</a:t>
            </a:r>
          </a:p>
        </p:txBody>
      </p:sp>
      <p:graphicFrame>
        <p:nvGraphicFramePr>
          <p:cNvPr id="12" name="Group 260">
            <a:extLst>
              <a:ext uri="{FF2B5EF4-FFF2-40B4-BE49-F238E27FC236}">
                <a16:creationId xmlns:a16="http://schemas.microsoft.com/office/drawing/2014/main" id="{5A8B5609-7382-9A78-4E2C-04A9D45ECA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5936887"/>
              </p:ext>
            </p:extLst>
          </p:nvPr>
        </p:nvGraphicFramePr>
        <p:xfrm>
          <a:off x="6969418" y="2548005"/>
          <a:ext cx="2772114" cy="139741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회원정보 관리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이름 변경 팝업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이름 수정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이름 최소 자릿수 이상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등록시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수정 가능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이름 수정 적용시 상단 이름 정보 동시 변경 노출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이름 수정 </a:t>
                      </a:r>
                      <a:r>
                        <a:rPr kumimoji="1" lang="ko-KR" altLang="en-US" sz="7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알럿</a:t>
                      </a:r>
                      <a:endParaRPr kumimoji="1" lang="en-US" altLang="ko-KR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1)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이름 모두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삭제시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이름 입력 안내 문구 노출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2) 3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글자 이내 입력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완료시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이름 입력 안내 경고 문구 노출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3)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이름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20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글자까지 입력 가능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4) 3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글자 이상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입력시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수정 버튼 활성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9822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15BE25BD-42A2-5483-C77D-C76C5E15A887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>
                <a:solidFill>
                  <a:prstClr val="black"/>
                </a:solidFill>
              </a:rPr>
              <a:t>홈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마이페이지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회원정보관리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CA7A13-C42A-964A-18B7-CD62DB5905AD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회원정보 관리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12B85649-2D06-7373-604F-E28D59A022A0}"/>
              </a:ext>
            </a:extLst>
          </p:cNvPr>
          <p:cNvSpPr/>
          <p:nvPr/>
        </p:nvSpPr>
        <p:spPr>
          <a:xfrm>
            <a:off x="381817" y="3838197"/>
            <a:ext cx="2973559" cy="28803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홍길동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9A2F29D-5656-3ED8-4589-95C097D6DD2C}"/>
              </a:ext>
            </a:extLst>
          </p:cNvPr>
          <p:cNvSpPr txBox="1"/>
          <p:nvPr/>
        </p:nvSpPr>
        <p:spPr>
          <a:xfrm>
            <a:off x="324858" y="3356992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기본 정보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7B09F3-0B70-8AE5-4F48-56C488EF9AA2}"/>
              </a:ext>
            </a:extLst>
          </p:cNvPr>
          <p:cNvSpPr txBox="1"/>
          <p:nvPr/>
        </p:nvSpPr>
        <p:spPr>
          <a:xfrm>
            <a:off x="313705" y="3601528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이름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38515208-7299-8E21-4E0C-BD95D8566C45}"/>
              </a:ext>
            </a:extLst>
          </p:cNvPr>
          <p:cNvSpPr/>
          <p:nvPr/>
        </p:nvSpPr>
        <p:spPr>
          <a:xfrm>
            <a:off x="381817" y="4479768"/>
            <a:ext cx="2973559" cy="28803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abcde123@naver.com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B59ADD-5D6B-9B7F-0D76-FAC00DC25C63}"/>
              </a:ext>
            </a:extLst>
          </p:cNvPr>
          <p:cNvSpPr txBox="1"/>
          <p:nvPr/>
        </p:nvSpPr>
        <p:spPr>
          <a:xfrm>
            <a:off x="313705" y="4243099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이메일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84C472ED-FBD4-01C3-7222-5EC731ABA08D}"/>
              </a:ext>
            </a:extLst>
          </p:cNvPr>
          <p:cNvSpPr/>
          <p:nvPr/>
        </p:nvSpPr>
        <p:spPr>
          <a:xfrm>
            <a:off x="374824" y="5093782"/>
            <a:ext cx="2973559" cy="28803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000-0000-0000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5B38A5D-3FF4-0A71-9DA0-4B94D4B07782}"/>
              </a:ext>
            </a:extLst>
          </p:cNvPr>
          <p:cNvSpPr txBox="1"/>
          <p:nvPr/>
        </p:nvSpPr>
        <p:spPr>
          <a:xfrm>
            <a:off x="306712" y="4857113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휴대전화번호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1DD15AB6-D2AE-ABE2-D198-29BCB26D722D}"/>
              </a:ext>
            </a:extLst>
          </p:cNvPr>
          <p:cNvSpPr/>
          <p:nvPr/>
        </p:nvSpPr>
        <p:spPr>
          <a:xfrm>
            <a:off x="374824" y="5730990"/>
            <a:ext cx="2973559" cy="28803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**********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2DEB058-92CC-9B0B-739E-8C80EEC4E993}"/>
              </a:ext>
            </a:extLst>
          </p:cNvPr>
          <p:cNvSpPr txBox="1"/>
          <p:nvPr/>
        </p:nvSpPr>
        <p:spPr>
          <a:xfrm>
            <a:off x="306712" y="5494321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비밀번호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7E22B1F8-C9AB-4BC0-6607-8373545EBE41}"/>
              </a:ext>
            </a:extLst>
          </p:cNvPr>
          <p:cNvSpPr/>
          <p:nvPr/>
        </p:nvSpPr>
        <p:spPr>
          <a:xfrm>
            <a:off x="2763008" y="3889007"/>
            <a:ext cx="521122" cy="211643"/>
          </a:xfrm>
          <a:prstGeom prst="round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수정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A13DBFD-BA00-3A31-2870-B330BDDAD240}"/>
              </a:ext>
            </a:extLst>
          </p:cNvPr>
          <p:cNvSpPr/>
          <p:nvPr/>
        </p:nvSpPr>
        <p:spPr>
          <a:xfrm>
            <a:off x="2755298" y="5131976"/>
            <a:ext cx="521122" cy="211643"/>
          </a:xfrm>
          <a:prstGeom prst="round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수정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DF8D7C24-27D8-A873-46C7-80984EBCD175}"/>
              </a:ext>
            </a:extLst>
          </p:cNvPr>
          <p:cNvSpPr/>
          <p:nvPr/>
        </p:nvSpPr>
        <p:spPr>
          <a:xfrm>
            <a:off x="2762204" y="5776269"/>
            <a:ext cx="521122" cy="211643"/>
          </a:xfrm>
          <a:prstGeom prst="round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수정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2703D0F4-7109-6C37-3D2A-99A7F4FE195F}"/>
              </a:ext>
            </a:extLst>
          </p:cNvPr>
          <p:cNvSpPr/>
          <p:nvPr/>
        </p:nvSpPr>
        <p:spPr>
          <a:xfrm>
            <a:off x="3635389" y="1412776"/>
            <a:ext cx="3207008" cy="2561730"/>
          </a:xfrm>
          <a:prstGeom prst="roundRect">
            <a:avLst>
              <a:gd name="adj" fmla="val 4362"/>
            </a:avLst>
          </a:prstGeom>
          <a:solidFill>
            <a:schemeClr val="tx1">
              <a:alpha val="2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6338BA28-B7A0-055A-7CEE-FE301E54A20A}"/>
              </a:ext>
            </a:extLst>
          </p:cNvPr>
          <p:cNvGrpSpPr/>
          <p:nvPr/>
        </p:nvGrpSpPr>
        <p:grpSpPr>
          <a:xfrm>
            <a:off x="3641243" y="1412776"/>
            <a:ext cx="3191585" cy="1050251"/>
            <a:chOff x="3641243" y="1412776"/>
            <a:chExt cx="3191585" cy="1050251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BEE08146-F600-68B2-1FA6-72737D3F92E8}"/>
                </a:ext>
              </a:extLst>
            </p:cNvPr>
            <p:cNvGrpSpPr/>
            <p:nvPr/>
          </p:nvGrpSpPr>
          <p:grpSpPr>
            <a:xfrm>
              <a:off x="3641243" y="1412776"/>
              <a:ext cx="3191585" cy="1050251"/>
              <a:chOff x="3657876" y="1412776"/>
              <a:chExt cx="3191585" cy="1050251"/>
            </a:xfrm>
          </p:grpSpPr>
          <p:sp>
            <p:nvSpPr>
              <p:cNvPr id="39" name="사각형: 둥근 모서리 38">
                <a:extLst>
                  <a:ext uri="{FF2B5EF4-FFF2-40B4-BE49-F238E27FC236}">
                    <a16:creationId xmlns:a16="http://schemas.microsoft.com/office/drawing/2014/main" id="{05FFA7B5-3ABC-0919-A85D-8F01BCFFAF3C}"/>
                  </a:ext>
                </a:extLst>
              </p:cNvPr>
              <p:cNvSpPr/>
              <p:nvPr/>
            </p:nvSpPr>
            <p:spPr>
              <a:xfrm>
                <a:off x="3657876" y="1448779"/>
                <a:ext cx="3191585" cy="1014248"/>
              </a:xfrm>
              <a:prstGeom prst="roundRect">
                <a:avLst>
                  <a:gd name="adj" fmla="val 7547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CE3225A-64BA-328E-AC21-C4D0DD72DC28}"/>
                  </a:ext>
                </a:extLst>
              </p:cNvPr>
              <p:cNvSpPr txBox="1"/>
              <p:nvPr/>
            </p:nvSpPr>
            <p:spPr>
              <a:xfrm>
                <a:off x="6502192" y="1412776"/>
                <a:ext cx="2788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/>
                  <a:t>×</a:t>
                </a:r>
                <a:endParaRPr lang="ko-KR" altLang="en-US" b="1" dirty="0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19487B2-3FE1-61BE-D598-0991513FAD52}"/>
                  </a:ext>
                </a:extLst>
              </p:cNvPr>
              <p:cNvSpPr txBox="1"/>
              <p:nvPr/>
            </p:nvSpPr>
            <p:spPr>
              <a:xfrm>
                <a:off x="3680808" y="1489720"/>
                <a:ext cx="1920264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800" b="1" dirty="0"/>
                  <a:t>이름 변경</a:t>
                </a:r>
              </a:p>
            </p:txBody>
          </p:sp>
        </p:grpSp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34EB4730-1720-BDBE-F86C-FDC91DF9DAA0}"/>
                </a:ext>
              </a:extLst>
            </p:cNvPr>
            <p:cNvSpPr/>
            <p:nvPr/>
          </p:nvSpPr>
          <p:spPr>
            <a:xfrm>
              <a:off x="3759200" y="2009485"/>
              <a:ext cx="2973559" cy="288032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ko-KR" altLang="en-US" sz="800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홍길동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1A13DBBF-4032-3AAE-7C5D-E8C663A4E060}"/>
                </a:ext>
              </a:extLst>
            </p:cNvPr>
            <p:cNvSpPr txBox="1"/>
            <p:nvPr/>
          </p:nvSpPr>
          <p:spPr>
            <a:xfrm>
              <a:off x="3691088" y="1772816"/>
              <a:ext cx="99695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/>
                <a:t>이름</a:t>
              </a:r>
              <a:endParaRPr lang="ko-KR" altLang="en-US" sz="800" b="1" dirty="0">
                <a:solidFill>
                  <a:srgbClr val="FF0000"/>
                </a:solidFill>
              </a:endParaRPr>
            </a:p>
          </p:txBody>
        </p:sp>
        <p:sp>
          <p:nvSpPr>
            <p:cNvPr id="57" name="사각형: 둥근 모서리 56">
              <a:extLst>
                <a:ext uri="{FF2B5EF4-FFF2-40B4-BE49-F238E27FC236}">
                  <a16:creationId xmlns:a16="http://schemas.microsoft.com/office/drawing/2014/main" id="{DED888D9-373C-34B1-ABB3-DA824A3EC279}"/>
                </a:ext>
              </a:extLst>
            </p:cNvPr>
            <p:cNvSpPr/>
            <p:nvPr/>
          </p:nvSpPr>
          <p:spPr>
            <a:xfrm>
              <a:off x="6140391" y="2047595"/>
              <a:ext cx="521122" cy="211643"/>
            </a:xfrm>
            <a:prstGeom prst="roundRect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b="1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수정</a:t>
              </a:r>
              <a:endPara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06D8E41D-6BAB-0B72-C656-6D282E2FFA58}"/>
                </a:ext>
              </a:extLst>
            </p:cNvPr>
            <p:cNvSpPr txBox="1"/>
            <p:nvPr/>
          </p:nvSpPr>
          <p:spPr>
            <a:xfrm>
              <a:off x="5538953" y="2048728"/>
              <a:ext cx="59264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800" dirty="0"/>
                <a:t>3/20</a:t>
              </a:r>
              <a:endParaRPr lang="ko-KR" altLang="en-US" sz="800" dirty="0"/>
            </a:p>
          </p:txBody>
        </p:sp>
      </p:grp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86C3B891-3884-08FB-2BBF-C64C27B8F29F}"/>
              </a:ext>
            </a:extLst>
          </p:cNvPr>
          <p:cNvSpPr/>
          <p:nvPr/>
        </p:nvSpPr>
        <p:spPr>
          <a:xfrm>
            <a:off x="3698102" y="4349745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dirty="0">
                <a:solidFill>
                  <a:schemeClr val="tx1"/>
                </a:solidFill>
                <a:latin typeface="맑은 고딕" pitchFamily="50" charset="-127"/>
              </a:rPr>
              <a:t>한글</a:t>
            </a:r>
            <a:r>
              <a:rPr lang="en-US" altLang="ko-KR" sz="700" dirty="0">
                <a:solidFill>
                  <a:schemeClr val="tx1"/>
                </a:solidFill>
                <a:latin typeface="맑은 고딕" pitchFamily="50" charset="-127"/>
              </a:rPr>
              <a:t> </a:t>
            </a:r>
            <a:r>
              <a:rPr lang="ko-KR" altLang="en-US" sz="700" dirty="0">
                <a:solidFill>
                  <a:schemeClr val="tx1"/>
                </a:solidFill>
                <a:latin typeface="맑은 고딕" pitchFamily="50" charset="-127"/>
              </a:rPr>
              <a:t>또는 영문 </a:t>
            </a:r>
            <a:r>
              <a:rPr lang="en-US" altLang="ko-KR" sz="700" dirty="0">
                <a:solidFill>
                  <a:schemeClr val="tx1"/>
                </a:solidFill>
                <a:latin typeface="맑은 고딕" pitchFamily="50" charset="-127"/>
              </a:rPr>
              <a:t>2~20</a:t>
            </a:r>
            <a:r>
              <a:rPr lang="ko-KR" altLang="en-US" sz="700" dirty="0">
                <a:solidFill>
                  <a:schemeClr val="tx1"/>
                </a:solidFill>
                <a:latin typeface="맑은 고딕" pitchFamily="50" charset="-127"/>
              </a:rPr>
              <a:t>자 이내로 입력해 주세요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85987A0-4DCF-FD9D-750B-F729F3AA726D}"/>
              </a:ext>
            </a:extLst>
          </p:cNvPr>
          <p:cNvSpPr txBox="1"/>
          <p:nvPr/>
        </p:nvSpPr>
        <p:spPr>
          <a:xfrm>
            <a:off x="3629990" y="4113076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이름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6B21508-4B6F-7B0C-1031-9225BD993BD8}"/>
              </a:ext>
            </a:extLst>
          </p:cNvPr>
          <p:cNvSpPr txBox="1"/>
          <p:nvPr/>
        </p:nvSpPr>
        <p:spPr>
          <a:xfrm>
            <a:off x="5444390" y="4388209"/>
            <a:ext cx="5926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/>
              <a:t>0/20</a:t>
            </a:r>
            <a:endParaRPr lang="ko-KR" altLang="en-US" sz="800" dirty="0"/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3CC0A5F5-E88F-C397-F713-67867501885F}"/>
              </a:ext>
            </a:extLst>
          </p:cNvPr>
          <p:cNvSpPr/>
          <p:nvPr/>
        </p:nvSpPr>
        <p:spPr>
          <a:xfrm>
            <a:off x="6079293" y="4400555"/>
            <a:ext cx="521122" cy="21164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수정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DE3D5FFE-CD7A-57B1-57FB-C0AF6102E016}"/>
              </a:ext>
            </a:extLst>
          </p:cNvPr>
          <p:cNvSpPr/>
          <p:nvPr/>
        </p:nvSpPr>
        <p:spPr>
          <a:xfrm>
            <a:off x="3698044" y="5121188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dirty="0">
                <a:solidFill>
                  <a:srgbClr val="FF0000"/>
                </a:solidFill>
                <a:latin typeface="맑은 고딕" pitchFamily="50" charset="-127"/>
              </a:rPr>
              <a:t>홍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91D6D48-620F-22B8-0091-99FA863B1405}"/>
              </a:ext>
            </a:extLst>
          </p:cNvPr>
          <p:cNvSpPr txBox="1"/>
          <p:nvPr/>
        </p:nvSpPr>
        <p:spPr>
          <a:xfrm>
            <a:off x="3629932" y="4884519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이름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AB22742-A1F8-592A-C778-D3500404678D}"/>
              </a:ext>
            </a:extLst>
          </p:cNvPr>
          <p:cNvSpPr txBox="1"/>
          <p:nvPr/>
        </p:nvSpPr>
        <p:spPr>
          <a:xfrm>
            <a:off x="5444332" y="5159652"/>
            <a:ext cx="5926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/>
              <a:t>1/20</a:t>
            </a:r>
            <a:endParaRPr lang="ko-KR" altLang="en-US" sz="800" dirty="0"/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892CECF3-43C3-6CDC-4BEC-B73CFF19DAA6}"/>
              </a:ext>
            </a:extLst>
          </p:cNvPr>
          <p:cNvSpPr/>
          <p:nvPr/>
        </p:nvSpPr>
        <p:spPr>
          <a:xfrm>
            <a:off x="6079235" y="5171998"/>
            <a:ext cx="521122" cy="21164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수정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5CCFEE8D-692A-9079-227C-717488F7DD19}"/>
              </a:ext>
            </a:extLst>
          </p:cNvPr>
          <p:cNvSpPr/>
          <p:nvPr/>
        </p:nvSpPr>
        <p:spPr>
          <a:xfrm>
            <a:off x="3698044" y="6021288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dirty="0" err="1">
                <a:solidFill>
                  <a:schemeClr val="tx1"/>
                </a:solidFill>
                <a:latin typeface="맑은 고딕" pitchFamily="50" charset="-127"/>
              </a:rPr>
              <a:t>홍홍홍홍홍홍홍홍홍홍홍홍홍홍홍홍홍홍홍홍</a:t>
            </a:r>
            <a:endParaRPr lang="ko-KR" altLang="en-US" sz="700" dirty="0">
              <a:solidFill>
                <a:schemeClr val="tx1"/>
              </a:solidFill>
              <a:latin typeface="맑은 고딕" pitchFamily="50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AEACFAC-2708-CD64-0CB7-AA56C86A5044}"/>
              </a:ext>
            </a:extLst>
          </p:cNvPr>
          <p:cNvSpPr txBox="1"/>
          <p:nvPr/>
        </p:nvSpPr>
        <p:spPr>
          <a:xfrm>
            <a:off x="3629932" y="5784619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이름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4FE393A-8DD1-D6C3-DA67-2C364A47439E}"/>
              </a:ext>
            </a:extLst>
          </p:cNvPr>
          <p:cNvSpPr txBox="1"/>
          <p:nvPr/>
        </p:nvSpPr>
        <p:spPr>
          <a:xfrm>
            <a:off x="5444332" y="6059752"/>
            <a:ext cx="5926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/>
              <a:t>20/20</a:t>
            </a:r>
            <a:endParaRPr lang="ko-KR" altLang="en-US" sz="800" dirty="0"/>
          </a:p>
        </p:txBody>
      </p: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0EC8F176-9BA4-04E1-8D28-6AE211E44230}"/>
              </a:ext>
            </a:extLst>
          </p:cNvPr>
          <p:cNvSpPr/>
          <p:nvPr/>
        </p:nvSpPr>
        <p:spPr>
          <a:xfrm>
            <a:off x="6079235" y="6072098"/>
            <a:ext cx="521122" cy="211643"/>
          </a:xfrm>
          <a:prstGeom prst="round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수정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AD2B90D-3904-0A67-CC90-9015408D0D78}"/>
              </a:ext>
            </a:extLst>
          </p:cNvPr>
          <p:cNvSpPr txBox="1"/>
          <p:nvPr/>
        </p:nvSpPr>
        <p:spPr>
          <a:xfrm>
            <a:off x="3639484" y="5392838"/>
            <a:ext cx="2973559" cy="253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FF0000"/>
                </a:solidFill>
              </a:rPr>
              <a:t>한글 또는 영문 </a:t>
            </a:r>
            <a:r>
              <a:rPr lang="en-US" altLang="ko-KR" sz="800" dirty="0">
                <a:solidFill>
                  <a:srgbClr val="FF0000"/>
                </a:solidFill>
              </a:rPr>
              <a:t>2~20</a:t>
            </a:r>
            <a:r>
              <a:rPr lang="ko-KR" altLang="en-US" sz="800" dirty="0">
                <a:solidFill>
                  <a:srgbClr val="FF0000"/>
                </a:solidFill>
              </a:rPr>
              <a:t>자 이내로 입력해 주세요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cxnSp>
        <p:nvCxnSpPr>
          <p:cNvPr id="4" name="연결선: 꺾임 3">
            <a:extLst>
              <a:ext uri="{FF2B5EF4-FFF2-40B4-BE49-F238E27FC236}">
                <a16:creationId xmlns:a16="http://schemas.microsoft.com/office/drawing/2014/main" id="{4C7499FA-AC63-6FA0-18D7-EB67FBA18A44}"/>
              </a:ext>
            </a:extLst>
          </p:cNvPr>
          <p:cNvCxnSpPr>
            <a:cxnSpLocks/>
            <a:stCxn id="37" idx="0"/>
            <a:endCxn id="7" idx="1"/>
          </p:cNvCxnSpPr>
          <p:nvPr/>
        </p:nvCxnSpPr>
        <p:spPr>
          <a:xfrm rot="5400000" flipH="1" flipV="1">
            <a:off x="2333196" y="2628276"/>
            <a:ext cx="1951105" cy="570359"/>
          </a:xfrm>
          <a:prstGeom prst="bentConnector2">
            <a:avLst/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474BF470-1CFD-23E4-B0C1-861C80BC90C8}"/>
              </a:ext>
            </a:extLst>
          </p:cNvPr>
          <p:cNvSpPr/>
          <p:nvPr/>
        </p:nvSpPr>
        <p:spPr>
          <a:xfrm>
            <a:off x="3593928" y="1412776"/>
            <a:ext cx="3267284" cy="1050251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9BD08D1-C775-681B-F20F-261A746EC800}"/>
              </a:ext>
            </a:extLst>
          </p:cNvPr>
          <p:cNvSpPr/>
          <p:nvPr/>
        </p:nvSpPr>
        <p:spPr>
          <a:xfrm>
            <a:off x="3581831" y="4126229"/>
            <a:ext cx="3250997" cy="2327107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1DA35F88-B96C-61A9-9BBE-AEC7F98997E3}"/>
              </a:ext>
            </a:extLst>
          </p:cNvPr>
          <p:cNvCxnSpPr>
            <a:cxnSpLocks/>
            <a:stCxn id="39" idx="2"/>
            <a:endCxn id="10" idx="0"/>
          </p:cNvCxnSpPr>
          <p:nvPr/>
        </p:nvCxnSpPr>
        <p:spPr>
          <a:xfrm rot="5400000">
            <a:off x="4390582" y="3279775"/>
            <a:ext cx="1663202" cy="29706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669CF6B0-64D1-220E-3EE3-BDFBB7776BC6}"/>
              </a:ext>
            </a:extLst>
          </p:cNvPr>
          <p:cNvCxnSpPr>
            <a:cxnSpLocks/>
            <a:stCxn id="54" idx="1"/>
            <a:endCxn id="29" idx="0"/>
          </p:cNvCxnSpPr>
          <p:nvPr/>
        </p:nvCxnSpPr>
        <p:spPr>
          <a:xfrm rot="10800000" flipV="1">
            <a:off x="1861596" y="2153501"/>
            <a:ext cx="1897605" cy="572318"/>
          </a:xfrm>
          <a:prstGeom prst="bentConnector2">
            <a:avLst/>
          </a:prstGeom>
          <a:ln w="12700">
            <a:solidFill>
              <a:srgbClr val="0000FF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타원 35">
            <a:extLst>
              <a:ext uri="{FF2B5EF4-FFF2-40B4-BE49-F238E27FC236}">
                <a16:creationId xmlns:a16="http://schemas.microsoft.com/office/drawing/2014/main" id="{6D542B5E-7D37-DB9A-B73C-1E06D04D3AA8}"/>
              </a:ext>
            </a:extLst>
          </p:cNvPr>
          <p:cNvSpPr/>
          <p:nvPr/>
        </p:nvSpPr>
        <p:spPr>
          <a:xfrm>
            <a:off x="3585143" y="1933313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1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3705D9F1-D8AC-3315-2505-AE9FD57A08DC}"/>
              </a:ext>
            </a:extLst>
          </p:cNvPr>
          <p:cNvSpPr/>
          <p:nvPr/>
        </p:nvSpPr>
        <p:spPr>
          <a:xfrm>
            <a:off x="3441376" y="3991285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2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2E36E63-1F5F-5123-8F1E-7599E51FBE23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이름 변경 팝업</a:t>
            </a:r>
          </a:p>
        </p:txBody>
      </p:sp>
    </p:spTree>
    <p:extLst>
      <p:ext uri="{BB962C8B-B14F-4D97-AF65-F5344CB8AC3E}">
        <p14:creationId xmlns:p14="http://schemas.microsoft.com/office/powerpoint/2010/main" val="16426988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37257-ADA9-339D-3D67-6B464AAF9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oup 260">
            <a:extLst>
              <a:ext uri="{FF2B5EF4-FFF2-40B4-BE49-F238E27FC236}">
                <a16:creationId xmlns:a16="http://schemas.microsoft.com/office/drawing/2014/main" id="{657D9CEF-64E8-2F3D-7C58-91AA82DA7F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4162227"/>
              </p:ext>
            </p:extLst>
          </p:nvPr>
        </p:nvGraphicFramePr>
        <p:xfrm>
          <a:off x="6969418" y="2548005"/>
          <a:ext cx="2772114" cy="1171678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회원정보 관리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휴대전화번호 변경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휴대전화번호 변경 신청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휴대전화번호 입력 후 문자 인증 절차 필요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휴대전화번호 변경 완료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휴대전화번호 변경 문자 인증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완료시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인증하기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&amp;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휴대전화번호 수정 버튼 활성 노출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수정 적용 버튼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휴대전화 번호 변경 저장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9822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FE121AB-6B31-C853-190B-AB48F50E016C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>
                <a:solidFill>
                  <a:prstClr val="black"/>
                </a:solidFill>
              </a:rPr>
              <a:t>홈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마이페이지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회원정보관리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56CBB9-5062-CA92-37BC-BF43BECD3BC7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회원정보 관리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43DE2B-45A1-664C-B5CD-0D71F332B468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휴대전화번호 변경 팝업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B43E853E-BA53-711A-D87E-20C47FB6E7A0}"/>
              </a:ext>
            </a:extLst>
          </p:cNvPr>
          <p:cNvSpPr/>
          <p:nvPr/>
        </p:nvSpPr>
        <p:spPr>
          <a:xfrm>
            <a:off x="277701" y="1412776"/>
            <a:ext cx="3207008" cy="5040560"/>
          </a:xfrm>
          <a:prstGeom prst="roundRect">
            <a:avLst>
              <a:gd name="adj" fmla="val 4362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58584A38-7107-7B64-9FF3-3D28774AF118}"/>
              </a:ext>
            </a:extLst>
          </p:cNvPr>
          <p:cNvGrpSpPr/>
          <p:nvPr/>
        </p:nvGrpSpPr>
        <p:grpSpPr>
          <a:xfrm>
            <a:off x="1321817" y="1573691"/>
            <a:ext cx="1080120" cy="1080000"/>
            <a:chOff x="3044788" y="2960948"/>
            <a:chExt cx="1080120" cy="1080000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9CA52F6F-C0A7-70F1-C9E4-BCD54C4E56B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44788" y="2960948"/>
              <a:ext cx="1080120" cy="108000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70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" name="User">
              <a:extLst>
                <a:ext uri="{FF2B5EF4-FFF2-40B4-BE49-F238E27FC236}">
                  <a16:creationId xmlns:a16="http://schemas.microsoft.com/office/drawing/2014/main" id="{C68A82B8-C0DC-7606-A3C1-E626C2F591C5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231603" y="3130284"/>
              <a:ext cx="720000" cy="720000"/>
            </a:xfrm>
            <a:custGeom>
              <a:avLst/>
              <a:gdLst>
                <a:gd name="T0" fmla="*/ 4516 w 9031"/>
                <a:gd name="T1" fmla="*/ 0 h 9031"/>
                <a:gd name="T2" fmla="*/ 2258 w 9031"/>
                <a:gd name="T3" fmla="*/ 2258 h 9031"/>
                <a:gd name="T4" fmla="*/ 4516 w 9031"/>
                <a:gd name="T5" fmla="*/ 4515 h 9031"/>
                <a:gd name="T6" fmla="*/ 6773 w 9031"/>
                <a:gd name="T7" fmla="*/ 2258 h 9031"/>
                <a:gd name="T8" fmla="*/ 4516 w 9031"/>
                <a:gd name="T9" fmla="*/ 0 h 9031"/>
                <a:gd name="T10" fmla="*/ 4516 w 9031"/>
                <a:gd name="T11" fmla="*/ 5661 h 9031"/>
                <a:gd name="T12" fmla="*/ 0 w 9031"/>
                <a:gd name="T13" fmla="*/ 7564 h 9031"/>
                <a:gd name="T14" fmla="*/ 0 w 9031"/>
                <a:gd name="T15" fmla="*/ 9031 h 9031"/>
                <a:gd name="T16" fmla="*/ 9031 w 9031"/>
                <a:gd name="T17" fmla="*/ 9031 h 9031"/>
                <a:gd name="T18" fmla="*/ 9031 w 9031"/>
                <a:gd name="T19" fmla="*/ 7564 h 9031"/>
                <a:gd name="T20" fmla="*/ 4516 w 9031"/>
                <a:gd name="T21" fmla="*/ 5661 h 90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31" h="9031">
                  <a:moveTo>
                    <a:pt x="4516" y="0"/>
                  </a:moveTo>
                  <a:cubicBezTo>
                    <a:pt x="3269" y="0"/>
                    <a:pt x="2258" y="1011"/>
                    <a:pt x="2258" y="2258"/>
                  </a:cubicBezTo>
                  <a:cubicBezTo>
                    <a:pt x="2258" y="3505"/>
                    <a:pt x="3269" y="4515"/>
                    <a:pt x="4516" y="4515"/>
                  </a:cubicBezTo>
                  <a:cubicBezTo>
                    <a:pt x="5762" y="4515"/>
                    <a:pt x="6773" y="3505"/>
                    <a:pt x="6773" y="2258"/>
                  </a:cubicBezTo>
                  <a:cubicBezTo>
                    <a:pt x="6773" y="1011"/>
                    <a:pt x="5762" y="0"/>
                    <a:pt x="4516" y="0"/>
                  </a:cubicBezTo>
                  <a:close/>
                  <a:moveTo>
                    <a:pt x="4516" y="5661"/>
                  </a:moveTo>
                  <a:cubicBezTo>
                    <a:pt x="2258" y="5658"/>
                    <a:pt x="0" y="6290"/>
                    <a:pt x="0" y="7564"/>
                  </a:cubicBezTo>
                  <a:lnTo>
                    <a:pt x="0" y="9031"/>
                  </a:lnTo>
                  <a:lnTo>
                    <a:pt x="9031" y="9031"/>
                  </a:lnTo>
                  <a:lnTo>
                    <a:pt x="9031" y="7564"/>
                  </a:lnTo>
                  <a:cubicBezTo>
                    <a:pt x="9031" y="6302"/>
                    <a:pt x="6773" y="5664"/>
                    <a:pt x="4516" y="5661"/>
                  </a:cubicBezTo>
                  <a:close/>
                </a:path>
              </a:pathLst>
            </a:custGeom>
            <a:solidFill>
              <a:srgbClr val="D4D4D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DCFCB6E8-2A1C-B633-5E0B-FDD150C6C418}"/>
              </a:ext>
            </a:extLst>
          </p:cNvPr>
          <p:cNvSpPr txBox="1"/>
          <p:nvPr/>
        </p:nvSpPr>
        <p:spPr>
          <a:xfrm>
            <a:off x="1285248" y="2725819"/>
            <a:ext cx="11526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홍길동 님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C0798E-D55C-344D-8669-33D66534AAB9}"/>
              </a:ext>
            </a:extLst>
          </p:cNvPr>
          <p:cNvSpPr txBox="1"/>
          <p:nvPr/>
        </p:nvSpPr>
        <p:spPr>
          <a:xfrm>
            <a:off x="2242445" y="2954761"/>
            <a:ext cx="11526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b="1" dirty="0"/>
              <a:t>2026.03.01 </a:t>
            </a:r>
            <a:r>
              <a:rPr lang="ko-KR" altLang="en-US" sz="900" b="1" dirty="0"/>
              <a:t>가입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2C25444-F4FC-D5C6-25B2-352A0D601C39}"/>
              </a:ext>
            </a:extLst>
          </p:cNvPr>
          <p:cNvSpPr/>
          <p:nvPr/>
        </p:nvSpPr>
        <p:spPr>
          <a:xfrm>
            <a:off x="381817" y="3838197"/>
            <a:ext cx="2973559" cy="28803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홍길동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A93BBC-DFB5-49E2-8005-CF427A1514D5}"/>
              </a:ext>
            </a:extLst>
          </p:cNvPr>
          <p:cNvSpPr txBox="1"/>
          <p:nvPr/>
        </p:nvSpPr>
        <p:spPr>
          <a:xfrm>
            <a:off x="324858" y="3356992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기본 정보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093C7D-72E7-B0C2-7414-C3F89448151B}"/>
              </a:ext>
            </a:extLst>
          </p:cNvPr>
          <p:cNvSpPr txBox="1"/>
          <p:nvPr/>
        </p:nvSpPr>
        <p:spPr>
          <a:xfrm>
            <a:off x="313705" y="3601528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이름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82C3A1BD-94FE-147A-4D44-08AEF9C91ADF}"/>
              </a:ext>
            </a:extLst>
          </p:cNvPr>
          <p:cNvSpPr/>
          <p:nvPr/>
        </p:nvSpPr>
        <p:spPr>
          <a:xfrm>
            <a:off x="381817" y="4479768"/>
            <a:ext cx="2973559" cy="28803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abcde123@naver.com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45F1B3-02A5-09E8-0A1C-06899D9A9569}"/>
              </a:ext>
            </a:extLst>
          </p:cNvPr>
          <p:cNvSpPr txBox="1"/>
          <p:nvPr/>
        </p:nvSpPr>
        <p:spPr>
          <a:xfrm>
            <a:off x="313705" y="4243099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이메일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1C39A26-9FB1-7A01-3D92-ACDECE5E404D}"/>
              </a:ext>
            </a:extLst>
          </p:cNvPr>
          <p:cNvSpPr/>
          <p:nvPr/>
        </p:nvSpPr>
        <p:spPr>
          <a:xfrm>
            <a:off x="374824" y="5093782"/>
            <a:ext cx="2973559" cy="28803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000-0000-0000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47430F-2A34-86B4-E7EC-7ABFBC03F62B}"/>
              </a:ext>
            </a:extLst>
          </p:cNvPr>
          <p:cNvSpPr txBox="1"/>
          <p:nvPr/>
        </p:nvSpPr>
        <p:spPr>
          <a:xfrm>
            <a:off x="306712" y="4857113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휴대전화번호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D3080ACE-33FB-4727-B692-D8577D3BDAFC}"/>
              </a:ext>
            </a:extLst>
          </p:cNvPr>
          <p:cNvSpPr/>
          <p:nvPr/>
        </p:nvSpPr>
        <p:spPr>
          <a:xfrm>
            <a:off x="374824" y="5730990"/>
            <a:ext cx="2973559" cy="28803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**********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EEDD2DA-C53F-03A0-FB15-A1E345522C9F}"/>
              </a:ext>
            </a:extLst>
          </p:cNvPr>
          <p:cNvSpPr txBox="1"/>
          <p:nvPr/>
        </p:nvSpPr>
        <p:spPr>
          <a:xfrm>
            <a:off x="306712" y="5494321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비밀번호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978948B-D90C-A57C-53A7-F0B08E1F031A}"/>
              </a:ext>
            </a:extLst>
          </p:cNvPr>
          <p:cNvSpPr/>
          <p:nvPr/>
        </p:nvSpPr>
        <p:spPr>
          <a:xfrm>
            <a:off x="2763008" y="3889007"/>
            <a:ext cx="521122" cy="211643"/>
          </a:xfrm>
          <a:prstGeom prst="round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수정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59E73B34-79C4-5A42-0E82-9400AF64FE06}"/>
              </a:ext>
            </a:extLst>
          </p:cNvPr>
          <p:cNvSpPr/>
          <p:nvPr/>
        </p:nvSpPr>
        <p:spPr>
          <a:xfrm>
            <a:off x="2755298" y="5131976"/>
            <a:ext cx="521122" cy="211643"/>
          </a:xfrm>
          <a:prstGeom prst="round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수정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0CD87CD8-7BC7-C707-E619-2B9FFD934E1E}"/>
              </a:ext>
            </a:extLst>
          </p:cNvPr>
          <p:cNvSpPr/>
          <p:nvPr/>
        </p:nvSpPr>
        <p:spPr>
          <a:xfrm>
            <a:off x="2762204" y="5776269"/>
            <a:ext cx="521122" cy="211643"/>
          </a:xfrm>
          <a:prstGeom prst="round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수정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0893D4A7-DB47-EC09-AAF3-BC2EA0E36BEE}"/>
              </a:ext>
            </a:extLst>
          </p:cNvPr>
          <p:cNvSpPr/>
          <p:nvPr/>
        </p:nvSpPr>
        <p:spPr>
          <a:xfrm>
            <a:off x="3635389" y="1412776"/>
            <a:ext cx="3207008" cy="2590232"/>
          </a:xfrm>
          <a:prstGeom prst="roundRect">
            <a:avLst>
              <a:gd name="adj" fmla="val 4362"/>
            </a:avLst>
          </a:prstGeom>
          <a:solidFill>
            <a:schemeClr val="tx1">
              <a:alpha val="2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E726AA56-3AE2-B29B-8B5D-152B28C79DD9}"/>
              </a:ext>
            </a:extLst>
          </p:cNvPr>
          <p:cNvSpPr/>
          <p:nvPr/>
        </p:nvSpPr>
        <p:spPr>
          <a:xfrm>
            <a:off x="3641243" y="1448779"/>
            <a:ext cx="3191585" cy="2203618"/>
          </a:xfrm>
          <a:prstGeom prst="roundRect">
            <a:avLst>
              <a:gd name="adj" fmla="val 3091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851F423-848D-6E16-2445-F39C4EF312C8}"/>
              </a:ext>
            </a:extLst>
          </p:cNvPr>
          <p:cNvSpPr txBox="1"/>
          <p:nvPr/>
        </p:nvSpPr>
        <p:spPr>
          <a:xfrm>
            <a:off x="6485559" y="1412776"/>
            <a:ext cx="278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×</a:t>
            </a:r>
            <a:endParaRPr lang="ko-KR" altLang="en-US" b="1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1DB77F1B-D70A-C46A-E708-03932486426F}"/>
              </a:ext>
            </a:extLst>
          </p:cNvPr>
          <p:cNvSpPr txBox="1"/>
          <p:nvPr/>
        </p:nvSpPr>
        <p:spPr>
          <a:xfrm>
            <a:off x="3664175" y="1489720"/>
            <a:ext cx="19202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휴대전화번호 변경</a:t>
            </a:r>
          </a:p>
        </p:txBody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900BC9EA-62A5-B2FE-2CFE-DECFC6B0A346}"/>
              </a:ext>
            </a:extLst>
          </p:cNvPr>
          <p:cNvSpPr/>
          <p:nvPr/>
        </p:nvSpPr>
        <p:spPr>
          <a:xfrm>
            <a:off x="3756497" y="2621553"/>
            <a:ext cx="2240620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인증번호를 발송해 주세요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DE93BD5-E2DA-480C-762D-7D6431CFED32}"/>
              </a:ext>
            </a:extLst>
          </p:cNvPr>
          <p:cNvSpPr txBox="1"/>
          <p:nvPr/>
        </p:nvSpPr>
        <p:spPr>
          <a:xfrm>
            <a:off x="3688384" y="2384884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인증번호</a:t>
            </a: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A5C8A322-71B7-FEE9-FC35-E5629D9588BD}"/>
              </a:ext>
            </a:extLst>
          </p:cNvPr>
          <p:cNvSpPr/>
          <p:nvPr/>
        </p:nvSpPr>
        <p:spPr>
          <a:xfrm>
            <a:off x="3756496" y="3044390"/>
            <a:ext cx="2983370" cy="28803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인증하기 </a:t>
            </a:r>
            <a:r>
              <a:rPr lang="en-US" altLang="ko-KR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&amp;</a:t>
            </a: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휴대전화번호 수정</a:t>
            </a:r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E5622B40-9556-EC27-60AC-C7027E668306}"/>
              </a:ext>
            </a:extLst>
          </p:cNvPr>
          <p:cNvSpPr/>
          <p:nvPr/>
        </p:nvSpPr>
        <p:spPr>
          <a:xfrm>
            <a:off x="6078440" y="2622615"/>
            <a:ext cx="674760" cy="28803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인증하기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821BEBAF-6EBA-AE9A-2864-4FDBAB14EED9}"/>
              </a:ext>
            </a:extLst>
          </p:cNvPr>
          <p:cNvSpPr/>
          <p:nvPr/>
        </p:nvSpPr>
        <p:spPr>
          <a:xfrm>
            <a:off x="3779641" y="2000569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dirty="0">
                <a:solidFill>
                  <a:schemeClr val="tx1"/>
                </a:solidFill>
                <a:latin typeface="맑은 고딕" pitchFamily="50" charset="-127"/>
              </a:rPr>
              <a:t>휴대전화번호를 숫자만 입력해 주세요</a:t>
            </a:r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</a:rPr>
              <a:t>.</a:t>
            </a:r>
            <a:endParaRPr lang="ko-KR" altLang="en-US" sz="800" dirty="0">
              <a:solidFill>
                <a:schemeClr val="tx1"/>
              </a:solidFill>
              <a:latin typeface="맑은 고딕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ABEDCE6-63B2-98FE-AFCA-195C3E9E45E9}"/>
              </a:ext>
            </a:extLst>
          </p:cNvPr>
          <p:cNvSpPr txBox="1"/>
          <p:nvPr/>
        </p:nvSpPr>
        <p:spPr>
          <a:xfrm>
            <a:off x="3711529" y="1763900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휴대전화번호</a:t>
            </a: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2C69B2C5-0B8A-DB38-05B7-65A3F47BCA65}"/>
              </a:ext>
            </a:extLst>
          </p:cNvPr>
          <p:cNvSpPr/>
          <p:nvPr/>
        </p:nvSpPr>
        <p:spPr>
          <a:xfrm>
            <a:off x="5842759" y="2035473"/>
            <a:ext cx="842880" cy="21164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인증번호 발송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96984608-E745-517D-86FE-1F8A621BE595}"/>
              </a:ext>
            </a:extLst>
          </p:cNvPr>
          <p:cNvSpPr/>
          <p:nvPr/>
        </p:nvSpPr>
        <p:spPr>
          <a:xfrm>
            <a:off x="3633277" y="4126229"/>
            <a:ext cx="3191585" cy="2203618"/>
          </a:xfrm>
          <a:prstGeom prst="roundRect">
            <a:avLst>
              <a:gd name="adj" fmla="val 3091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20E25AB-F4DA-0D37-7BC0-590691168DBC}"/>
              </a:ext>
            </a:extLst>
          </p:cNvPr>
          <p:cNvSpPr txBox="1"/>
          <p:nvPr/>
        </p:nvSpPr>
        <p:spPr>
          <a:xfrm>
            <a:off x="3656209" y="4167170"/>
            <a:ext cx="19202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휴대전화번호 변경</a:t>
            </a: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25ACB606-15B2-6EF3-E305-A43B65BDE505}"/>
              </a:ext>
            </a:extLst>
          </p:cNvPr>
          <p:cNvSpPr/>
          <p:nvPr/>
        </p:nvSpPr>
        <p:spPr>
          <a:xfrm>
            <a:off x="3748531" y="5310419"/>
            <a:ext cx="2240620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</a:rPr>
              <a:t>334455</a:t>
            </a:r>
            <a:endParaRPr lang="ko-KR" altLang="en-US" sz="800" dirty="0">
              <a:solidFill>
                <a:schemeClr val="tx1"/>
              </a:solidFill>
              <a:latin typeface="맑은 고딕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45BA23C-EE44-747D-8B75-B9D886BC5768}"/>
              </a:ext>
            </a:extLst>
          </p:cNvPr>
          <p:cNvSpPr txBox="1"/>
          <p:nvPr/>
        </p:nvSpPr>
        <p:spPr>
          <a:xfrm>
            <a:off x="3680418" y="5073750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인증번호</a:t>
            </a: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0975CFB2-E951-3D9F-85A4-78F4DC634C80}"/>
              </a:ext>
            </a:extLst>
          </p:cNvPr>
          <p:cNvSpPr/>
          <p:nvPr/>
        </p:nvSpPr>
        <p:spPr>
          <a:xfrm>
            <a:off x="3748530" y="5949280"/>
            <a:ext cx="2983370" cy="288032"/>
          </a:xfrm>
          <a:prstGeom prst="round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</a:rPr>
              <a:t>인증하기 </a:t>
            </a: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</a:rPr>
              <a:t>&amp; </a:t>
            </a: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</a:rPr>
              <a:t>휴대전화번호 수정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437180D8-329A-CE2E-EFAF-DADB28EA40FB}"/>
              </a:ext>
            </a:extLst>
          </p:cNvPr>
          <p:cNvSpPr/>
          <p:nvPr/>
        </p:nvSpPr>
        <p:spPr>
          <a:xfrm>
            <a:off x="6070474" y="5311481"/>
            <a:ext cx="674760" cy="28803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인증완료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08AD1FD1-0F0D-4D14-C36D-1BF8964F1356}"/>
              </a:ext>
            </a:extLst>
          </p:cNvPr>
          <p:cNvSpPr/>
          <p:nvPr/>
        </p:nvSpPr>
        <p:spPr>
          <a:xfrm>
            <a:off x="3771675" y="4678019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</a:rPr>
              <a:t>010-0000-0000</a:t>
            </a:r>
            <a:endParaRPr lang="ko-KR" altLang="en-US" sz="800" dirty="0">
              <a:solidFill>
                <a:schemeClr val="tx1"/>
              </a:solidFill>
              <a:latin typeface="맑은 고딕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03667F0-1661-1689-22B4-0236134B3465}"/>
              </a:ext>
            </a:extLst>
          </p:cNvPr>
          <p:cNvSpPr txBox="1"/>
          <p:nvPr/>
        </p:nvSpPr>
        <p:spPr>
          <a:xfrm>
            <a:off x="3703563" y="4441350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휴대전화번호</a:t>
            </a: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20646DE9-05A5-5732-2D54-902591F5DBBC}"/>
              </a:ext>
            </a:extLst>
          </p:cNvPr>
          <p:cNvSpPr/>
          <p:nvPr/>
        </p:nvSpPr>
        <p:spPr>
          <a:xfrm>
            <a:off x="5834793" y="4712923"/>
            <a:ext cx="842880" cy="211643"/>
          </a:xfrm>
          <a:prstGeom prst="round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인증번호 발송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8B69E25-417C-4031-4924-FDC1E6DCC774}"/>
              </a:ext>
            </a:extLst>
          </p:cNvPr>
          <p:cNvSpPr txBox="1"/>
          <p:nvPr/>
        </p:nvSpPr>
        <p:spPr>
          <a:xfrm>
            <a:off x="3640000" y="5632064"/>
            <a:ext cx="2973559" cy="253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0000FF"/>
                </a:solidFill>
              </a:rPr>
              <a:t>휴대전화 문자</a:t>
            </a:r>
            <a:r>
              <a:rPr lang="en-US" altLang="ko-KR" sz="800" dirty="0">
                <a:solidFill>
                  <a:srgbClr val="0000FF"/>
                </a:solidFill>
              </a:rPr>
              <a:t> </a:t>
            </a:r>
            <a:r>
              <a:rPr lang="ko-KR" altLang="en-US" sz="800" dirty="0">
                <a:solidFill>
                  <a:srgbClr val="0000FF"/>
                </a:solidFill>
              </a:rPr>
              <a:t>인증절차가 정상적으로 완료 되었습니다</a:t>
            </a:r>
            <a:r>
              <a:rPr lang="en-US" altLang="ko-KR" sz="800" dirty="0">
                <a:solidFill>
                  <a:srgbClr val="0000FF"/>
                </a:solidFill>
              </a:rPr>
              <a:t>.</a:t>
            </a:r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5F0A8264-6039-94D0-452E-E6A427AD2792}"/>
              </a:ext>
            </a:extLst>
          </p:cNvPr>
          <p:cNvCxnSpPr>
            <a:cxnSpLocks/>
            <a:stCxn id="28" idx="0"/>
            <a:endCxn id="13" idx="1"/>
          </p:cNvCxnSpPr>
          <p:nvPr/>
        </p:nvCxnSpPr>
        <p:spPr>
          <a:xfrm rot="5400000" flipH="1" flipV="1">
            <a:off x="2036211" y="3547336"/>
            <a:ext cx="2564289" cy="604993"/>
          </a:xfrm>
          <a:prstGeom prst="bentConnector2">
            <a:avLst/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1BF4941-34E8-FF02-FF09-6147EA5AB83E}"/>
              </a:ext>
            </a:extLst>
          </p:cNvPr>
          <p:cNvSpPr/>
          <p:nvPr/>
        </p:nvSpPr>
        <p:spPr>
          <a:xfrm>
            <a:off x="3620852" y="1412776"/>
            <a:ext cx="3267284" cy="2309822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57EA7E5-8AC4-9D07-D92B-4BF0F83A631D}"/>
              </a:ext>
            </a:extLst>
          </p:cNvPr>
          <p:cNvSpPr/>
          <p:nvPr/>
        </p:nvSpPr>
        <p:spPr>
          <a:xfrm>
            <a:off x="3613996" y="4082886"/>
            <a:ext cx="3267284" cy="2309822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B341195D-FD92-BAA9-C1D3-7D89C0ABCE4C}"/>
              </a:ext>
            </a:extLst>
          </p:cNvPr>
          <p:cNvCxnSpPr>
            <a:cxnSpLocks/>
            <a:stCxn id="13" idx="2"/>
            <a:endCxn id="25" idx="0"/>
          </p:cNvCxnSpPr>
          <p:nvPr/>
        </p:nvCxnSpPr>
        <p:spPr>
          <a:xfrm rot="5400000">
            <a:off x="5070922" y="3899314"/>
            <a:ext cx="360288" cy="6856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타원 32">
            <a:extLst>
              <a:ext uri="{FF2B5EF4-FFF2-40B4-BE49-F238E27FC236}">
                <a16:creationId xmlns:a16="http://schemas.microsoft.com/office/drawing/2014/main" id="{63AA60C7-DC8F-5F81-AB73-51E9DCBC38C7}"/>
              </a:ext>
            </a:extLst>
          </p:cNvPr>
          <p:cNvSpPr/>
          <p:nvPr/>
        </p:nvSpPr>
        <p:spPr>
          <a:xfrm>
            <a:off x="3548844" y="1340792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1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66FD96EC-AF90-A826-2F81-84B31F61DBA8}"/>
              </a:ext>
            </a:extLst>
          </p:cNvPr>
          <p:cNvSpPr/>
          <p:nvPr/>
        </p:nvSpPr>
        <p:spPr>
          <a:xfrm>
            <a:off x="3548844" y="4005088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2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30756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AFA3F-4797-3CD4-01AE-6732A5EC6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oup 260">
            <a:extLst>
              <a:ext uri="{FF2B5EF4-FFF2-40B4-BE49-F238E27FC236}">
                <a16:creationId xmlns:a16="http://schemas.microsoft.com/office/drawing/2014/main" id="{A73A63BE-6821-D1A9-8F74-A1F248D052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8479976"/>
              </p:ext>
            </p:extLst>
          </p:nvPr>
        </p:nvGraphicFramePr>
        <p:xfrm>
          <a:off x="6969418" y="2548005"/>
          <a:ext cx="2772114" cy="1388777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회원정보 관리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휴대전화번호 변경 </a:t>
                      </a:r>
                      <a:r>
                        <a:rPr kumimoji="1" lang="ko-KR" altLang="en-US" sz="7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알럿</a:t>
                      </a: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(1/3)</a:t>
                      </a: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최초 변경 신청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최초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신청시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노출 화면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휴대전화번호 입력 안내 문구 노출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이미 사용중인 번호 </a:t>
                      </a:r>
                      <a:r>
                        <a:rPr kumimoji="1" lang="ko-KR" altLang="en-US" sz="7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입력시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이미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사용중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오류 문구 노출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98225"/>
                  </a:ext>
                </a:extLst>
              </a:tr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오류 번호 </a:t>
                      </a:r>
                      <a:r>
                        <a:rPr kumimoji="1" lang="ko-KR" altLang="en-US" sz="7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입력시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휴대전화 번호 전체 미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입력시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오류 문구 노출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76790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D3E28F5-6037-385C-0A9F-1224B31DB2F3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>
                <a:solidFill>
                  <a:prstClr val="black"/>
                </a:solidFill>
              </a:rPr>
              <a:t>홈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마이페이지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회원정보관리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AB655B-71D3-49FB-0AC8-088915AC4403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회원정보 관리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515328-484D-2C12-C4FD-F4BB800F7B82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수정</a:t>
            </a: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70AF094E-EEE3-8752-A11D-BBF5B6E5E9B4}"/>
              </a:ext>
            </a:extLst>
          </p:cNvPr>
          <p:cNvSpPr/>
          <p:nvPr/>
        </p:nvSpPr>
        <p:spPr>
          <a:xfrm>
            <a:off x="214888" y="1412775"/>
            <a:ext cx="3191585" cy="2203618"/>
          </a:xfrm>
          <a:prstGeom prst="roundRect">
            <a:avLst>
              <a:gd name="adj" fmla="val 3091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53E9D43-1653-3BD1-C508-A50C9B0938AE}"/>
              </a:ext>
            </a:extLst>
          </p:cNvPr>
          <p:cNvSpPr txBox="1"/>
          <p:nvPr/>
        </p:nvSpPr>
        <p:spPr>
          <a:xfrm>
            <a:off x="3059204" y="1376772"/>
            <a:ext cx="278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×</a:t>
            </a:r>
            <a:endParaRPr lang="ko-KR" altLang="en-US" b="1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FC5A040-5CFA-1890-2942-25B52A797299}"/>
              </a:ext>
            </a:extLst>
          </p:cNvPr>
          <p:cNvSpPr txBox="1"/>
          <p:nvPr/>
        </p:nvSpPr>
        <p:spPr>
          <a:xfrm>
            <a:off x="237820" y="1453716"/>
            <a:ext cx="19202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휴대전화번호 변경</a:t>
            </a: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654DF011-8D3E-48EC-BEA7-205232A0F41B}"/>
              </a:ext>
            </a:extLst>
          </p:cNvPr>
          <p:cNvSpPr/>
          <p:nvPr/>
        </p:nvSpPr>
        <p:spPr>
          <a:xfrm>
            <a:off x="330142" y="2585549"/>
            <a:ext cx="2240620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인증번호를 발송해 주세요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AF70F4D-E968-99F1-BE6B-9BD3C54177B5}"/>
              </a:ext>
            </a:extLst>
          </p:cNvPr>
          <p:cNvSpPr txBox="1"/>
          <p:nvPr/>
        </p:nvSpPr>
        <p:spPr>
          <a:xfrm>
            <a:off x="262029" y="2348880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인증번호</a:t>
            </a:r>
          </a:p>
        </p:txBody>
      </p: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C5F5988E-8041-D5C3-1369-A2801900D1D6}"/>
              </a:ext>
            </a:extLst>
          </p:cNvPr>
          <p:cNvSpPr/>
          <p:nvPr/>
        </p:nvSpPr>
        <p:spPr>
          <a:xfrm>
            <a:off x="330141" y="3008386"/>
            <a:ext cx="2983370" cy="28803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인증하기 </a:t>
            </a:r>
            <a:r>
              <a:rPr lang="en-US" altLang="ko-KR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&amp;</a:t>
            </a: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휴대전화번호 수정</a:t>
            </a:r>
          </a:p>
        </p:txBody>
      </p:sp>
      <p:sp>
        <p:nvSpPr>
          <p:cNvPr id="109" name="사각형: 둥근 모서리 108">
            <a:extLst>
              <a:ext uri="{FF2B5EF4-FFF2-40B4-BE49-F238E27FC236}">
                <a16:creationId xmlns:a16="http://schemas.microsoft.com/office/drawing/2014/main" id="{CDF7EE83-7D20-E31A-E42E-A40C4E2BBF17}"/>
              </a:ext>
            </a:extLst>
          </p:cNvPr>
          <p:cNvSpPr/>
          <p:nvPr/>
        </p:nvSpPr>
        <p:spPr>
          <a:xfrm>
            <a:off x="2652085" y="2586611"/>
            <a:ext cx="674760" cy="28803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인증하기</a:t>
            </a: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B871789D-CF4A-5FFE-2E6D-E5907C4B1900}"/>
              </a:ext>
            </a:extLst>
          </p:cNvPr>
          <p:cNvSpPr/>
          <p:nvPr/>
        </p:nvSpPr>
        <p:spPr>
          <a:xfrm>
            <a:off x="353286" y="1964565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dirty="0">
                <a:solidFill>
                  <a:schemeClr val="tx1"/>
                </a:solidFill>
                <a:latin typeface="맑은 고딕" pitchFamily="50" charset="-127"/>
              </a:rPr>
              <a:t>휴대전화번호를 숫자만 입력해 주세요</a:t>
            </a:r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</a:rPr>
              <a:t>.</a:t>
            </a:r>
            <a:endParaRPr lang="ko-KR" altLang="en-US" sz="800" dirty="0">
              <a:solidFill>
                <a:schemeClr val="tx1"/>
              </a:solidFill>
              <a:latin typeface="맑은 고딕" pitchFamily="50" charset="-127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450E4237-D395-91FE-1260-AD98A4FCB98F}"/>
              </a:ext>
            </a:extLst>
          </p:cNvPr>
          <p:cNvSpPr txBox="1"/>
          <p:nvPr/>
        </p:nvSpPr>
        <p:spPr>
          <a:xfrm>
            <a:off x="285174" y="1727896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휴대전화번호</a:t>
            </a:r>
          </a:p>
        </p:txBody>
      </p:sp>
      <p:sp>
        <p:nvSpPr>
          <p:cNvPr id="112" name="사각형: 둥근 모서리 111">
            <a:extLst>
              <a:ext uri="{FF2B5EF4-FFF2-40B4-BE49-F238E27FC236}">
                <a16:creationId xmlns:a16="http://schemas.microsoft.com/office/drawing/2014/main" id="{4F779A05-8B1C-EC51-83EF-29719D7CE783}"/>
              </a:ext>
            </a:extLst>
          </p:cNvPr>
          <p:cNvSpPr/>
          <p:nvPr/>
        </p:nvSpPr>
        <p:spPr>
          <a:xfrm>
            <a:off x="2416404" y="1999469"/>
            <a:ext cx="842880" cy="21164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인증번호 발송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3" name="사각형: 둥근 모서리 122">
            <a:extLst>
              <a:ext uri="{FF2B5EF4-FFF2-40B4-BE49-F238E27FC236}">
                <a16:creationId xmlns:a16="http://schemas.microsoft.com/office/drawing/2014/main" id="{E5C99523-6ABF-0F3B-617D-9270407F8F0B}"/>
              </a:ext>
            </a:extLst>
          </p:cNvPr>
          <p:cNvSpPr/>
          <p:nvPr/>
        </p:nvSpPr>
        <p:spPr>
          <a:xfrm>
            <a:off x="3533381" y="3715106"/>
            <a:ext cx="3191585" cy="2203618"/>
          </a:xfrm>
          <a:prstGeom prst="roundRect">
            <a:avLst>
              <a:gd name="adj" fmla="val 3091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1AB48FAC-88A0-AF15-922D-E2189DEB523D}"/>
              </a:ext>
            </a:extLst>
          </p:cNvPr>
          <p:cNvSpPr txBox="1"/>
          <p:nvPr/>
        </p:nvSpPr>
        <p:spPr>
          <a:xfrm>
            <a:off x="6377697" y="3679103"/>
            <a:ext cx="278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×</a:t>
            </a:r>
            <a:endParaRPr lang="ko-KR" altLang="en-US" b="1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D5EE3D4-7032-F27E-B2D5-AF58CA6DB073}"/>
              </a:ext>
            </a:extLst>
          </p:cNvPr>
          <p:cNvSpPr txBox="1"/>
          <p:nvPr/>
        </p:nvSpPr>
        <p:spPr>
          <a:xfrm>
            <a:off x="3556313" y="3756047"/>
            <a:ext cx="19202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휴대전화번호 변경</a:t>
            </a:r>
          </a:p>
        </p:txBody>
      </p: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67D2D5D3-94BF-44D9-8F7C-E07AF3E29D6B}"/>
              </a:ext>
            </a:extLst>
          </p:cNvPr>
          <p:cNvSpPr/>
          <p:nvPr/>
        </p:nvSpPr>
        <p:spPr>
          <a:xfrm>
            <a:off x="3648635" y="5128474"/>
            <a:ext cx="2240620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인증번호를 발송해 주세요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7AB02D6D-504D-0597-CB92-08FDD582704C}"/>
              </a:ext>
            </a:extLst>
          </p:cNvPr>
          <p:cNvSpPr txBox="1"/>
          <p:nvPr/>
        </p:nvSpPr>
        <p:spPr>
          <a:xfrm>
            <a:off x="3580522" y="4891805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인증번호</a:t>
            </a:r>
          </a:p>
        </p:txBody>
      </p:sp>
      <p:sp>
        <p:nvSpPr>
          <p:cNvPr id="128" name="사각형: 둥근 모서리 127">
            <a:extLst>
              <a:ext uri="{FF2B5EF4-FFF2-40B4-BE49-F238E27FC236}">
                <a16:creationId xmlns:a16="http://schemas.microsoft.com/office/drawing/2014/main" id="{2B0D57D4-6C22-7ECB-1E88-FD06580B24A5}"/>
              </a:ext>
            </a:extLst>
          </p:cNvPr>
          <p:cNvSpPr/>
          <p:nvPr/>
        </p:nvSpPr>
        <p:spPr>
          <a:xfrm>
            <a:off x="3648634" y="5551311"/>
            <a:ext cx="2983370" cy="28803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인증하기 </a:t>
            </a:r>
            <a:r>
              <a:rPr lang="en-US" altLang="ko-KR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&amp;</a:t>
            </a: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휴대전화번호 수정</a:t>
            </a:r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D7D56ABE-08C9-9078-CA3B-BF3F4DCB4DBE}"/>
              </a:ext>
            </a:extLst>
          </p:cNvPr>
          <p:cNvSpPr/>
          <p:nvPr/>
        </p:nvSpPr>
        <p:spPr>
          <a:xfrm>
            <a:off x="5970578" y="5129536"/>
            <a:ext cx="674760" cy="28803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인증하기</a:t>
            </a:r>
          </a:p>
        </p:txBody>
      </p:sp>
      <p:sp>
        <p:nvSpPr>
          <p:cNvPr id="130" name="사각형: 둥근 모서리 129">
            <a:extLst>
              <a:ext uri="{FF2B5EF4-FFF2-40B4-BE49-F238E27FC236}">
                <a16:creationId xmlns:a16="http://schemas.microsoft.com/office/drawing/2014/main" id="{B8C1E22A-7549-25D2-7393-FB4E86476445}"/>
              </a:ext>
            </a:extLst>
          </p:cNvPr>
          <p:cNvSpPr/>
          <p:nvPr/>
        </p:nvSpPr>
        <p:spPr>
          <a:xfrm>
            <a:off x="3671779" y="4266896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rgbClr val="FF0000"/>
                </a:solidFill>
                <a:latin typeface="맑은 고딕" pitchFamily="50" charset="-127"/>
              </a:rPr>
              <a:t>000-0000</a:t>
            </a:r>
            <a:endParaRPr lang="ko-KR" altLang="en-US" sz="800" dirty="0">
              <a:solidFill>
                <a:srgbClr val="FF0000"/>
              </a:solidFill>
              <a:latin typeface="맑은 고딕" pitchFamily="50" charset="-127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C95E9FC4-391D-A7E9-2707-4490DCDA893D}"/>
              </a:ext>
            </a:extLst>
          </p:cNvPr>
          <p:cNvSpPr txBox="1"/>
          <p:nvPr/>
        </p:nvSpPr>
        <p:spPr>
          <a:xfrm>
            <a:off x="3603667" y="4030227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휴대전화번호</a:t>
            </a:r>
          </a:p>
        </p:txBody>
      </p:sp>
      <p:sp>
        <p:nvSpPr>
          <p:cNvPr id="132" name="사각형: 둥근 모서리 131">
            <a:extLst>
              <a:ext uri="{FF2B5EF4-FFF2-40B4-BE49-F238E27FC236}">
                <a16:creationId xmlns:a16="http://schemas.microsoft.com/office/drawing/2014/main" id="{09FED4F1-88CE-624E-6E30-ACB19AB6ACD5}"/>
              </a:ext>
            </a:extLst>
          </p:cNvPr>
          <p:cNvSpPr/>
          <p:nvPr/>
        </p:nvSpPr>
        <p:spPr>
          <a:xfrm>
            <a:off x="5734897" y="4301800"/>
            <a:ext cx="842880" cy="21164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인증번호 발송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3C9ABBE0-77F3-C15F-92AF-6A16A6A7BE83}"/>
              </a:ext>
            </a:extLst>
          </p:cNvPr>
          <p:cNvSpPr txBox="1"/>
          <p:nvPr/>
        </p:nvSpPr>
        <p:spPr>
          <a:xfrm>
            <a:off x="3642393" y="4579203"/>
            <a:ext cx="2973559" cy="253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FF0000"/>
                </a:solidFill>
              </a:rPr>
              <a:t>올바른 휴대전화 번호 형식이 아닙니다</a:t>
            </a:r>
            <a:r>
              <a:rPr lang="en-US" altLang="ko-KR" sz="800" dirty="0">
                <a:solidFill>
                  <a:srgbClr val="FF0000"/>
                </a:solidFill>
              </a:rPr>
              <a:t>. </a:t>
            </a:r>
            <a:r>
              <a:rPr lang="ko-KR" altLang="en-US" sz="800" dirty="0">
                <a:solidFill>
                  <a:srgbClr val="FF0000"/>
                </a:solidFill>
              </a:rPr>
              <a:t>숫자만 입력해주세요</a:t>
            </a:r>
            <a:r>
              <a:rPr lang="en-US" altLang="ko-KR" sz="800" dirty="0">
                <a:solidFill>
                  <a:srgbClr val="FF0000"/>
                </a:solidFill>
              </a:rPr>
              <a:t>.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134" name="사각형: 둥근 모서리 133">
            <a:extLst>
              <a:ext uri="{FF2B5EF4-FFF2-40B4-BE49-F238E27FC236}">
                <a16:creationId xmlns:a16="http://schemas.microsoft.com/office/drawing/2014/main" id="{D2B85F22-C13B-707C-78E8-6F3357A61DC4}"/>
              </a:ext>
            </a:extLst>
          </p:cNvPr>
          <p:cNvSpPr/>
          <p:nvPr/>
        </p:nvSpPr>
        <p:spPr>
          <a:xfrm>
            <a:off x="214888" y="3699607"/>
            <a:ext cx="3191585" cy="2203618"/>
          </a:xfrm>
          <a:prstGeom prst="roundRect">
            <a:avLst>
              <a:gd name="adj" fmla="val 3091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072160C4-89B1-56DF-D5F8-96183A471AF4}"/>
              </a:ext>
            </a:extLst>
          </p:cNvPr>
          <p:cNvSpPr txBox="1"/>
          <p:nvPr/>
        </p:nvSpPr>
        <p:spPr>
          <a:xfrm>
            <a:off x="3059204" y="3663604"/>
            <a:ext cx="278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×</a:t>
            </a:r>
            <a:endParaRPr lang="ko-KR" altLang="en-US" b="1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D719F1BB-DE21-A876-7597-A5952EC9F4FF}"/>
              </a:ext>
            </a:extLst>
          </p:cNvPr>
          <p:cNvSpPr txBox="1"/>
          <p:nvPr/>
        </p:nvSpPr>
        <p:spPr>
          <a:xfrm>
            <a:off x="237820" y="3740548"/>
            <a:ext cx="19202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휴대전화번호 변경</a:t>
            </a:r>
          </a:p>
        </p:txBody>
      </p:sp>
      <p:sp>
        <p:nvSpPr>
          <p:cNvPr id="137" name="사각형: 둥근 모서리 136">
            <a:extLst>
              <a:ext uri="{FF2B5EF4-FFF2-40B4-BE49-F238E27FC236}">
                <a16:creationId xmlns:a16="http://schemas.microsoft.com/office/drawing/2014/main" id="{8042C113-F744-C647-9F8E-D9B9F47AA7CD}"/>
              </a:ext>
            </a:extLst>
          </p:cNvPr>
          <p:cNvSpPr/>
          <p:nvPr/>
        </p:nvSpPr>
        <p:spPr>
          <a:xfrm>
            <a:off x="330142" y="5112975"/>
            <a:ext cx="2240620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인증번호를 발송해 주세요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13F50F8B-17F6-8FF7-3390-7F2D562EEFC5}"/>
              </a:ext>
            </a:extLst>
          </p:cNvPr>
          <p:cNvSpPr txBox="1"/>
          <p:nvPr/>
        </p:nvSpPr>
        <p:spPr>
          <a:xfrm>
            <a:off x="262029" y="4876306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인증번호</a:t>
            </a:r>
          </a:p>
        </p:txBody>
      </p:sp>
      <p:sp>
        <p:nvSpPr>
          <p:cNvPr id="139" name="사각형: 둥근 모서리 138">
            <a:extLst>
              <a:ext uri="{FF2B5EF4-FFF2-40B4-BE49-F238E27FC236}">
                <a16:creationId xmlns:a16="http://schemas.microsoft.com/office/drawing/2014/main" id="{5402B626-63C1-CFE3-DE3B-5981405526CF}"/>
              </a:ext>
            </a:extLst>
          </p:cNvPr>
          <p:cNvSpPr/>
          <p:nvPr/>
        </p:nvSpPr>
        <p:spPr>
          <a:xfrm>
            <a:off x="330141" y="5535812"/>
            <a:ext cx="2983370" cy="28803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인증하기 </a:t>
            </a:r>
            <a:r>
              <a:rPr lang="en-US" altLang="ko-KR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&amp;</a:t>
            </a: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휴대전화번호 수정</a:t>
            </a:r>
          </a:p>
        </p:txBody>
      </p: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E0875A0B-9E9C-3584-E448-3FDD2B735F58}"/>
              </a:ext>
            </a:extLst>
          </p:cNvPr>
          <p:cNvSpPr/>
          <p:nvPr/>
        </p:nvSpPr>
        <p:spPr>
          <a:xfrm>
            <a:off x="2652085" y="5114037"/>
            <a:ext cx="674760" cy="28803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인증하기</a:t>
            </a:r>
          </a:p>
        </p:txBody>
      </p:sp>
      <p:sp>
        <p:nvSpPr>
          <p:cNvPr id="141" name="사각형: 둥근 모서리 140">
            <a:extLst>
              <a:ext uri="{FF2B5EF4-FFF2-40B4-BE49-F238E27FC236}">
                <a16:creationId xmlns:a16="http://schemas.microsoft.com/office/drawing/2014/main" id="{8DC3105E-78C4-E4A5-F9CF-848EBFA74B01}"/>
              </a:ext>
            </a:extLst>
          </p:cNvPr>
          <p:cNvSpPr/>
          <p:nvPr/>
        </p:nvSpPr>
        <p:spPr>
          <a:xfrm>
            <a:off x="353286" y="4251397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rgbClr val="FF0000"/>
                </a:solidFill>
                <a:latin typeface="맑은 고딕" pitchFamily="50" charset="-127"/>
              </a:rPr>
              <a:t>000-0000-0000</a:t>
            </a:r>
            <a:endParaRPr lang="ko-KR" altLang="en-US" sz="800" dirty="0">
              <a:solidFill>
                <a:srgbClr val="FF0000"/>
              </a:solidFill>
              <a:latin typeface="맑은 고딕" pitchFamily="50" charset="-127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B9CE313A-2D8D-DAEB-93C6-8264A545DD5D}"/>
              </a:ext>
            </a:extLst>
          </p:cNvPr>
          <p:cNvSpPr txBox="1"/>
          <p:nvPr/>
        </p:nvSpPr>
        <p:spPr>
          <a:xfrm>
            <a:off x="285174" y="4014728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휴대전화번호</a:t>
            </a:r>
          </a:p>
        </p:txBody>
      </p:sp>
      <p:sp>
        <p:nvSpPr>
          <p:cNvPr id="143" name="사각형: 둥근 모서리 142">
            <a:extLst>
              <a:ext uri="{FF2B5EF4-FFF2-40B4-BE49-F238E27FC236}">
                <a16:creationId xmlns:a16="http://schemas.microsoft.com/office/drawing/2014/main" id="{B9EE1195-C3A4-79DC-CDBF-AA903B2531AC}"/>
              </a:ext>
            </a:extLst>
          </p:cNvPr>
          <p:cNvSpPr/>
          <p:nvPr/>
        </p:nvSpPr>
        <p:spPr>
          <a:xfrm>
            <a:off x="2416404" y="4286301"/>
            <a:ext cx="842880" cy="21164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인증번호 발송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7B0366A6-5501-5BBD-4BC7-E4C1F3098AB4}"/>
              </a:ext>
            </a:extLst>
          </p:cNvPr>
          <p:cNvSpPr txBox="1"/>
          <p:nvPr/>
        </p:nvSpPr>
        <p:spPr>
          <a:xfrm>
            <a:off x="323900" y="4563704"/>
            <a:ext cx="2973559" cy="253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FF0000"/>
                </a:solidFill>
              </a:rPr>
              <a:t>이미 사용중인 휴대전화 번호입니다</a:t>
            </a:r>
            <a:r>
              <a:rPr lang="en-US" altLang="ko-KR" sz="800" dirty="0">
                <a:solidFill>
                  <a:srgbClr val="FF0000"/>
                </a:solidFill>
              </a:rPr>
              <a:t>.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7D240029-2C99-1F6A-902A-1E8E841D8478}"/>
              </a:ext>
            </a:extLst>
          </p:cNvPr>
          <p:cNvSpPr/>
          <p:nvPr/>
        </p:nvSpPr>
        <p:spPr>
          <a:xfrm>
            <a:off x="125939" y="1325246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1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639EE901-A1D7-2396-08C8-07BAD8288054}"/>
              </a:ext>
            </a:extLst>
          </p:cNvPr>
          <p:cNvSpPr/>
          <p:nvPr/>
        </p:nvSpPr>
        <p:spPr>
          <a:xfrm>
            <a:off x="110912" y="3635115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2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27DDD266-5EA3-494B-2272-99276FBCFEAB}"/>
              </a:ext>
            </a:extLst>
          </p:cNvPr>
          <p:cNvSpPr/>
          <p:nvPr/>
        </p:nvSpPr>
        <p:spPr>
          <a:xfrm>
            <a:off x="3472522" y="3651261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3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76306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DAD9E-3B02-629E-BCF5-A3C2210A5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oup 260">
            <a:extLst>
              <a:ext uri="{FF2B5EF4-FFF2-40B4-BE49-F238E27FC236}">
                <a16:creationId xmlns:a16="http://schemas.microsoft.com/office/drawing/2014/main" id="{EEB0E424-9C43-60FE-F46E-51F8FD5221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0713311"/>
              </p:ext>
            </p:extLst>
          </p:nvPr>
        </p:nvGraphicFramePr>
        <p:xfrm>
          <a:off x="6969418" y="2548005"/>
          <a:ext cx="2772114" cy="2245318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회원정보 관리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휴대전화번호 변경 </a:t>
                      </a:r>
                      <a:r>
                        <a:rPr kumimoji="1" lang="ko-KR" altLang="en-US" sz="7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알럿</a:t>
                      </a: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(2/3)</a:t>
                      </a: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정상 번호 입력 완료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인증번호 발송 버튼 활성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정상 안내 문구 노출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512549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인증버튼 발송 버튼 클릭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 번호 문자 발송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문자 발송 안내 문구 노출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인증번호 입력 잔여시간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시간연장 버튼 노출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.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시간연장 버튼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3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분씩 연장 적용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5929651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인증번호 미 입력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인증번호 입력 시간내 번호 미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입력시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기간 만료 처리</a:t>
                      </a:r>
                      <a:b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</a:b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기간 만료 안내 문구 노출</a:t>
                      </a:r>
                      <a:b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</a:b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*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인증번호 발송 버튼 다시 클릭 유도 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198861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인증번호 오류 번호 입력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오류 번호 입력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완료시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번호 오류 안내 문구 노출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32021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7853C61-D018-0A1E-BFA3-6749EFE6CEF4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>
                <a:solidFill>
                  <a:prstClr val="black"/>
                </a:solidFill>
              </a:rPr>
              <a:t>홈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마이페이지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회원정보관리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D02B43-113C-0A86-A92C-3BA407D99D9B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회원정보 관리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4603F6-8061-F224-E1D4-E80BF91BC70E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수정</a:t>
            </a:r>
          </a:p>
        </p:txBody>
      </p:sp>
      <p:sp>
        <p:nvSpPr>
          <p:cNvPr id="123" name="사각형: 둥근 모서리 122">
            <a:extLst>
              <a:ext uri="{FF2B5EF4-FFF2-40B4-BE49-F238E27FC236}">
                <a16:creationId xmlns:a16="http://schemas.microsoft.com/office/drawing/2014/main" id="{6EE16F99-6896-6A66-D2C4-ADE0D588F81D}"/>
              </a:ext>
            </a:extLst>
          </p:cNvPr>
          <p:cNvSpPr/>
          <p:nvPr/>
        </p:nvSpPr>
        <p:spPr>
          <a:xfrm>
            <a:off x="198307" y="3744117"/>
            <a:ext cx="3191585" cy="2889239"/>
          </a:xfrm>
          <a:prstGeom prst="roundRect">
            <a:avLst>
              <a:gd name="adj" fmla="val 3091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39E55A43-660B-E623-4507-84090208094A}"/>
              </a:ext>
            </a:extLst>
          </p:cNvPr>
          <p:cNvSpPr txBox="1"/>
          <p:nvPr/>
        </p:nvSpPr>
        <p:spPr>
          <a:xfrm>
            <a:off x="3042623" y="3708116"/>
            <a:ext cx="278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×</a:t>
            </a:r>
            <a:endParaRPr lang="ko-KR" altLang="en-US" b="1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26233219-9BA6-3AF7-AE39-83D8505E2F43}"/>
              </a:ext>
            </a:extLst>
          </p:cNvPr>
          <p:cNvSpPr txBox="1"/>
          <p:nvPr/>
        </p:nvSpPr>
        <p:spPr>
          <a:xfrm>
            <a:off x="221239" y="3785060"/>
            <a:ext cx="19202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휴대전화번호 변경</a:t>
            </a:r>
          </a:p>
        </p:txBody>
      </p: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BB881833-38C2-C049-D823-D494CD72E5EA}"/>
              </a:ext>
            </a:extLst>
          </p:cNvPr>
          <p:cNvSpPr/>
          <p:nvPr/>
        </p:nvSpPr>
        <p:spPr>
          <a:xfrm>
            <a:off x="313561" y="5373511"/>
            <a:ext cx="2240620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dirty="0">
                <a:solidFill>
                  <a:schemeClr val="tx1"/>
                </a:solidFill>
                <a:latin typeface="맑은 고딕" pitchFamily="50" charset="-127"/>
              </a:rPr>
              <a:t>인증번호를 입력해 주세요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9CD29D92-5EDA-961B-9130-D64977D1DF20}"/>
              </a:ext>
            </a:extLst>
          </p:cNvPr>
          <p:cNvSpPr txBox="1"/>
          <p:nvPr/>
        </p:nvSpPr>
        <p:spPr>
          <a:xfrm>
            <a:off x="245448" y="5136842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인증번호</a:t>
            </a:r>
          </a:p>
        </p:txBody>
      </p:sp>
      <p:sp>
        <p:nvSpPr>
          <p:cNvPr id="128" name="사각형: 둥근 모서리 127">
            <a:extLst>
              <a:ext uri="{FF2B5EF4-FFF2-40B4-BE49-F238E27FC236}">
                <a16:creationId xmlns:a16="http://schemas.microsoft.com/office/drawing/2014/main" id="{12C518BC-434C-EC95-624F-AEB05A1CD675}"/>
              </a:ext>
            </a:extLst>
          </p:cNvPr>
          <p:cNvSpPr/>
          <p:nvPr/>
        </p:nvSpPr>
        <p:spPr>
          <a:xfrm>
            <a:off x="313560" y="6238966"/>
            <a:ext cx="2983370" cy="28803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인증하기 </a:t>
            </a:r>
            <a:r>
              <a:rPr lang="en-US" altLang="ko-KR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&amp;</a:t>
            </a: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휴대전화번호 수정</a:t>
            </a:r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373CCBDA-7396-6B7F-C435-BADA37496B8D}"/>
              </a:ext>
            </a:extLst>
          </p:cNvPr>
          <p:cNvSpPr/>
          <p:nvPr/>
        </p:nvSpPr>
        <p:spPr>
          <a:xfrm>
            <a:off x="2635504" y="5374573"/>
            <a:ext cx="674760" cy="28803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인증하기</a:t>
            </a:r>
          </a:p>
        </p:txBody>
      </p:sp>
      <p:sp>
        <p:nvSpPr>
          <p:cNvPr id="130" name="사각형: 둥근 모서리 129">
            <a:extLst>
              <a:ext uri="{FF2B5EF4-FFF2-40B4-BE49-F238E27FC236}">
                <a16:creationId xmlns:a16="http://schemas.microsoft.com/office/drawing/2014/main" id="{9C1C2CBC-1DB1-3F9B-4798-E00DB112463C}"/>
              </a:ext>
            </a:extLst>
          </p:cNvPr>
          <p:cNvSpPr/>
          <p:nvPr/>
        </p:nvSpPr>
        <p:spPr>
          <a:xfrm>
            <a:off x="336705" y="4295909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</a:rPr>
              <a:t>010-0000-0000</a:t>
            </a:r>
            <a:endParaRPr lang="ko-KR" altLang="en-US" sz="800" dirty="0">
              <a:solidFill>
                <a:srgbClr val="FF0000"/>
              </a:solidFill>
              <a:latin typeface="맑은 고딕" pitchFamily="50" charset="-127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0DEFAD85-5733-0E32-99F7-DA49F9B91FB8}"/>
              </a:ext>
            </a:extLst>
          </p:cNvPr>
          <p:cNvSpPr txBox="1"/>
          <p:nvPr/>
        </p:nvSpPr>
        <p:spPr>
          <a:xfrm>
            <a:off x="268593" y="4059240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휴대전화번호</a:t>
            </a:r>
          </a:p>
        </p:txBody>
      </p:sp>
      <p:sp>
        <p:nvSpPr>
          <p:cNvPr id="132" name="사각형: 둥근 모서리 131">
            <a:extLst>
              <a:ext uri="{FF2B5EF4-FFF2-40B4-BE49-F238E27FC236}">
                <a16:creationId xmlns:a16="http://schemas.microsoft.com/office/drawing/2014/main" id="{BCFD1422-835E-3B31-33ED-A627AC3E53D6}"/>
              </a:ext>
            </a:extLst>
          </p:cNvPr>
          <p:cNvSpPr/>
          <p:nvPr/>
        </p:nvSpPr>
        <p:spPr>
          <a:xfrm>
            <a:off x="2399823" y="4330813"/>
            <a:ext cx="842880" cy="211643"/>
          </a:xfrm>
          <a:prstGeom prst="round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인증번호 발송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EBF1A4DD-42F0-8C52-451E-CC432B4B43B2}"/>
              </a:ext>
            </a:extLst>
          </p:cNvPr>
          <p:cNvSpPr txBox="1"/>
          <p:nvPr/>
        </p:nvSpPr>
        <p:spPr>
          <a:xfrm>
            <a:off x="307319" y="4608216"/>
            <a:ext cx="3137344" cy="437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0000FF"/>
                </a:solidFill>
              </a:rPr>
              <a:t>입력하신 휴대전화 번호로 인증번호를 발송하였습니다</a:t>
            </a:r>
            <a:r>
              <a:rPr lang="en-US" altLang="ko-KR" sz="800" dirty="0">
                <a:solidFill>
                  <a:srgbClr val="0000FF"/>
                </a:solidFill>
              </a:rPr>
              <a:t>.</a:t>
            </a:r>
            <a:br>
              <a:rPr lang="en-US" altLang="ko-KR" sz="800" dirty="0">
                <a:solidFill>
                  <a:srgbClr val="0000FF"/>
                </a:solidFill>
              </a:rPr>
            </a:br>
            <a:r>
              <a:rPr lang="ko-KR" altLang="en-US" sz="800" dirty="0">
                <a:solidFill>
                  <a:srgbClr val="0000FF"/>
                </a:solidFill>
              </a:rPr>
              <a:t>인증번호 수신이 안되었으면</a:t>
            </a:r>
            <a:r>
              <a:rPr lang="en-US" altLang="ko-KR" sz="800" dirty="0">
                <a:solidFill>
                  <a:srgbClr val="0000FF"/>
                </a:solidFill>
              </a:rPr>
              <a:t>, </a:t>
            </a:r>
            <a:r>
              <a:rPr lang="ko-KR" altLang="en-US" sz="800" dirty="0">
                <a:solidFill>
                  <a:srgbClr val="0000FF"/>
                </a:solidFill>
              </a:rPr>
              <a:t>인증번호를 다시 발송하여 주세요</a:t>
            </a:r>
            <a:r>
              <a:rPr lang="en-US" altLang="ko-KR" sz="800" dirty="0">
                <a:solidFill>
                  <a:srgbClr val="0000FF"/>
                </a:solidFill>
              </a:rPr>
              <a:t>.</a:t>
            </a:r>
          </a:p>
        </p:txBody>
      </p:sp>
      <p:sp>
        <p:nvSpPr>
          <p:cNvPr id="145" name="사각형: 둥근 모서리 144">
            <a:extLst>
              <a:ext uri="{FF2B5EF4-FFF2-40B4-BE49-F238E27FC236}">
                <a16:creationId xmlns:a16="http://schemas.microsoft.com/office/drawing/2014/main" id="{1B76DB46-A4AD-10FE-60FA-A16848CBB542}"/>
              </a:ext>
            </a:extLst>
          </p:cNvPr>
          <p:cNvSpPr/>
          <p:nvPr/>
        </p:nvSpPr>
        <p:spPr>
          <a:xfrm>
            <a:off x="204906" y="1340767"/>
            <a:ext cx="3191585" cy="2203618"/>
          </a:xfrm>
          <a:prstGeom prst="roundRect">
            <a:avLst>
              <a:gd name="adj" fmla="val 3091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241CBEE7-A3C5-0F7B-2646-5C908AF53282}"/>
              </a:ext>
            </a:extLst>
          </p:cNvPr>
          <p:cNvSpPr txBox="1"/>
          <p:nvPr/>
        </p:nvSpPr>
        <p:spPr>
          <a:xfrm>
            <a:off x="3049222" y="1304764"/>
            <a:ext cx="278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×</a:t>
            </a:r>
            <a:endParaRPr lang="ko-KR" altLang="en-US" b="1" dirty="0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CF727E8D-CB1E-8120-6F5A-CF143F2433F7}"/>
              </a:ext>
            </a:extLst>
          </p:cNvPr>
          <p:cNvSpPr txBox="1"/>
          <p:nvPr/>
        </p:nvSpPr>
        <p:spPr>
          <a:xfrm>
            <a:off x="227838" y="1381708"/>
            <a:ext cx="19202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휴대전화번호 변경</a:t>
            </a:r>
          </a:p>
        </p:txBody>
      </p:sp>
      <p:sp>
        <p:nvSpPr>
          <p:cNvPr id="148" name="사각형: 둥근 모서리 147">
            <a:extLst>
              <a:ext uri="{FF2B5EF4-FFF2-40B4-BE49-F238E27FC236}">
                <a16:creationId xmlns:a16="http://schemas.microsoft.com/office/drawing/2014/main" id="{6FAE6029-7AD8-F51B-3825-8334CCE63C38}"/>
              </a:ext>
            </a:extLst>
          </p:cNvPr>
          <p:cNvSpPr/>
          <p:nvPr/>
        </p:nvSpPr>
        <p:spPr>
          <a:xfrm>
            <a:off x="320160" y="2754135"/>
            <a:ext cx="2240620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인증번호를 발송해 주세요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2EF9DD98-FEC8-961C-4A01-A25A57CDF748}"/>
              </a:ext>
            </a:extLst>
          </p:cNvPr>
          <p:cNvSpPr txBox="1"/>
          <p:nvPr/>
        </p:nvSpPr>
        <p:spPr>
          <a:xfrm>
            <a:off x="252047" y="2517466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인증번호</a:t>
            </a:r>
          </a:p>
        </p:txBody>
      </p:sp>
      <p:sp>
        <p:nvSpPr>
          <p:cNvPr id="150" name="사각형: 둥근 모서리 149">
            <a:extLst>
              <a:ext uri="{FF2B5EF4-FFF2-40B4-BE49-F238E27FC236}">
                <a16:creationId xmlns:a16="http://schemas.microsoft.com/office/drawing/2014/main" id="{D739B377-46FA-2807-E452-2287A2D313E2}"/>
              </a:ext>
            </a:extLst>
          </p:cNvPr>
          <p:cNvSpPr/>
          <p:nvPr/>
        </p:nvSpPr>
        <p:spPr>
          <a:xfrm>
            <a:off x="320159" y="3176972"/>
            <a:ext cx="2983370" cy="28803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인증하기 </a:t>
            </a:r>
            <a:r>
              <a:rPr lang="en-US" altLang="ko-KR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&amp;</a:t>
            </a: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휴대전화번호 수정</a:t>
            </a:r>
          </a:p>
        </p:txBody>
      </p:sp>
      <p:sp>
        <p:nvSpPr>
          <p:cNvPr id="151" name="사각형: 둥근 모서리 150">
            <a:extLst>
              <a:ext uri="{FF2B5EF4-FFF2-40B4-BE49-F238E27FC236}">
                <a16:creationId xmlns:a16="http://schemas.microsoft.com/office/drawing/2014/main" id="{E3E67432-31B8-2CDC-508E-5C87049A194E}"/>
              </a:ext>
            </a:extLst>
          </p:cNvPr>
          <p:cNvSpPr/>
          <p:nvPr/>
        </p:nvSpPr>
        <p:spPr>
          <a:xfrm>
            <a:off x="2642103" y="2755197"/>
            <a:ext cx="674760" cy="28803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인증하기</a:t>
            </a:r>
          </a:p>
        </p:txBody>
      </p:sp>
      <p:sp>
        <p:nvSpPr>
          <p:cNvPr id="152" name="사각형: 둥근 모서리 151">
            <a:extLst>
              <a:ext uri="{FF2B5EF4-FFF2-40B4-BE49-F238E27FC236}">
                <a16:creationId xmlns:a16="http://schemas.microsoft.com/office/drawing/2014/main" id="{D18B50BA-8855-E6C7-A589-1C46789EE856}"/>
              </a:ext>
            </a:extLst>
          </p:cNvPr>
          <p:cNvSpPr/>
          <p:nvPr/>
        </p:nvSpPr>
        <p:spPr>
          <a:xfrm>
            <a:off x="343304" y="1892557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</a:rPr>
              <a:t>010-0000-0000</a:t>
            </a:r>
            <a:endParaRPr lang="ko-KR" altLang="en-US" sz="800" dirty="0">
              <a:solidFill>
                <a:schemeClr val="tx1"/>
              </a:solidFill>
              <a:latin typeface="맑은 고딕" pitchFamily="50" charset="-127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3449C79E-CDC1-0E7B-7E5F-28226F96EA7B}"/>
              </a:ext>
            </a:extLst>
          </p:cNvPr>
          <p:cNvSpPr txBox="1"/>
          <p:nvPr/>
        </p:nvSpPr>
        <p:spPr>
          <a:xfrm>
            <a:off x="275192" y="1655888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휴대전화번호</a:t>
            </a:r>
          </a:p>
        </p:txBody>
      </p:sp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B8E5EC4F-A455-3D32-5CAF-1962C79D2261}"/>
              </a:ext>
            </a:extLst>
          </p:cNvPr>
          <p:cNvSpPr/>
          <p:nvPr/>
        </p:nvSpPr>
        <p:spPr>
          <a:xfrm>
            <a:off x="2406422" y="1927461"/>
            <a:ext cx="842880" cy="211643"/>
          </a:xfrm>
          <a:prstGeom prst="round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인증번호 발송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7E0572CD-BA60-9CB0-D724-70BF6823F9A9}"/>
              </a:ext>
            </a:extLst>
          </p:cNvPr>
          <p:cNvSpPr txBox="1"/>
          <p:nvPr/>
        </p:nvSpPr>
        <p:spPr>
          <a:xfrm>
            <a:off x="313918" y="2204864"/>
            <a:ext cx="2973559" cy="253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0000FF"/>
                </a:solidFill>
              </a:rPr>
              <a:t>휴대전화 문자로 인증번호를 발송해 주세요</a:t>
            </a:r>
            <a:r>
              <a:rPr lang="en-US" altLang="ko-KR" sz="800" dirty="0">
                <a:solidFill>
                  <a:srgbClr val="0000FF"/>
                </a:solidFill>
              </a:rPr>
              <a:t>.</a:t>
            </a:r>
            <a:endParaRPr lang="ko-KR" altLang="en-US" sz="800" dirty="0">
              <a:solidFill>
                <a:srgbClr val="0000FF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8715C1E-6E16-03C0-9B3C-A425A38DC217}"/>
              </a:ext>
            </a:extLst>
          </p:cNvPr>
          <p:cNvSpPr/>
          <p:nvPr/>
        </p:nvSpPr>
        <p:spPr>
          <a:xfrm>
            <a:off x="3556563" y="1340766"/>
            <a:ext cx="3191585" cy="2710872"/>
          </a:xfrm>
          <a:prstGeom prst="roundRect">
            <a:avLst>
              <a:gd name="adj" fmla="val 3091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2D4C1E-5C8E-9DA0-679F-02DDD7E70EBE}"/>
              </a:ext>
            </a:extLst>
          </p:cNvPr>
          <p:cNvSpPr txBox="1"/>
          <p:nvPr/>
        </p:nvSpPr>
        <p:spPr>
          <a:xfrm>
            <a:off x="6400879" y="1304764"/>
            <a:ext cx="278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×</a:t>
            </a:r>
            <a:endParaRPr lang="ko-KR" alt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145C43-B845-AD2D-FCF0-F6C6B9DD8391}"/>
              </a:ext>
            </a:extLst>
          </p:cNvPr>
          <p:cNvSpPr txBox="1"/>
          <p:nvPr/>
        </p:nvSpPr>
        <p:spPr>
          <a:xfrm>
            <a:off x="3579495" y="1381708"/>
            <a:ext cx="19202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휴대전화번호 변경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FB26F2C-5075-8D0F-3F34-7D1E84A21647}"/>
              </a:ext>
            </a:extLst>
          </p:cNvPr>
          <p:cNvSpPr/>
          <p:nvPr/>
        </p:nvSpPr>
        <p:spPr>
          <a:xfrm>
            <a:off x="3671817" y="2970159"/>
            <a:ext cx="2240620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dirty="0">
                <a:solidFill>
                  <a:schemeClr val="tx1"/>
                </a:solidFill>
                <a:latin typeface="맑은 고딕" pitchFamily="50" charset="-127"/>
              </a:rPr>
              <a:t>인증번호를 입력해 주세요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40FD68-CEF9-4854-C532-129E3103B363}"/>
              </a:ext>
            </a:extLst>
          </p:cNvPr>
          <p:cNvSpPr txBox="1"/>
          <p:nvPr/>
        </p:nvSpPr>
        <p:spPr>
          <a:xfrm>
            <a:off x="3603704" y="2733490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인증번호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2DD3A9C-7EA8-2866-2EAC-0AF65CACB454}"/>
              </a:ext>
            </a:extLst>
          </p:cNvPr>
          <p:cNvSpPr/>
          <p:nvPr/>
        </p:nvSpPr>
        <p:spPr>
          <a:xfrm>
            <a:off x="3671816" y="3609020"/>
            <a:ext cx="2983370" cy="28803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인증하기 </a:t>
            </a:r>
            <a:r>
              <a:rPr lang="en-US" altLang="ko-KR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&amp;</a:t>
            </a: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휴대전화번호 수정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086121DE-6A8E-734A-9D85-8AA6411F6FE6}"/>
              </a:ext>
            </a:extLst>
          </p:cNvPr>
          <p:cNvSpPr/>
          <p:nvPr/>
        </p:nvSpPr>
        <p:spPr>
          <a:xfrm>
            <a:off x="5993760" y="2971221"/>
            <a:ext cx="674760" cy="28803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인증하기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EA851F7-2554-C4D2-56E0-1BCD1392547B}"/>
              </a:ext>
            </a:extLst>
          </p:cNvPr>
          <p:cNvSpPr/>
          <p:nvPr/>
        </p:nvSpPr>
        <p:spPr>
          <a:xfrm>
            <a:off x="3694961" y="1892557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</a:rPr>
              <a:t>010-0000-0000</a:t>
            </a:r>
            <a:endParaRPr lang="ko-KR" altLang="en-US" sz="800" dirty="0">
              <a:solidFill>
                <a:srgbClr val="FF0000"/>
              </a:solidFill>
              <a:latin typeface="맑은 고딕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1D2C1D-05A6-C6B4-EA63-51858308F1DD}"/>
              </a:ext>
            </a:extLst>
          </p:cNvPr>
          <p:cNvSpPr txBox="1"/>
          <p:nvPr/>
        </p:nvSpPr>
        <p:spPr>
          <a:xfrm>
            <a:off x="3626849" y="1655888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휴대전화번호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68B9E383-734B-42D3-B538-730D47369C9B}"/>
              </a:ext>
            </a:extLst>
          </p:cNvPr>
          <p:cNvSpPr/>
          <p:nvPr/>
        </p:nvSpPr>
        <p:spPr>
          <a:xfrm>
            <a:off x="5758079" y="1927461"/>
            <a:ext cx="842880" cy="211643"/>
          </a:xfrm>
          <a:prstGeom prst="round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인증번호 발송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EFF2F7-E46A-4AE6-AFB7-A17DC4BC9AA4}"/>
              </a:ext>
            </a:extLst>
          </p:cNvPr>
          <p:cNvSpPr txBox="1"/>
          <p:nvPr/>
        </p:nvSpPr>
        <p:spPr>
          <a:xfrm>
            <a:off x="3665575" y="2204864"/>
            <a:ext cx="3137344" cy="437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0000FF"/>
                </a:solidFill>
              </a:rPr>
              <a:t>입력하신 휴대전화 번호로 인증번호를 발송하였습니다</a:t>
            </a:r>
            <a:r>
              <a:rPr lang="en-US" altLang="ko-KR" sz="800" dirty="0">
                <a:solidFill>
                  <a:srgbClr val="0000FF"/>
                </a:solidFill>
              </a:rPr>
              <a:t>.</a:t>
            </a:r>
            <a:br>
              <a:rPr lang="en-US" altLang="ko-KR" sz="800" dirty="0">
                <a:solidFill>
                  <a:srgbClr val="0000FF"/>
                </a:solidFill>
              </a:rPr>
            </a:br>
            <a:r>
              <a:rPr lang="ko-KR" altLang="en-US" sz="800" dirty="0">
                <a:solidFill>
                  <a:srgbClr val="0000FF"/>
                </a:solidFill>
              </a:rPr>
              <a:t>인증번호 수신이 안되었으면</a:t>
            </a:r>
            <a:r>
              <a:rPr lang="en-US" altLang="ko-KR" sz="800" dirty="0">
                <a:solidFill>
                  <a:srgbClr val="0000FF"/>
                </a:solidFill>
              </a:rPr>
              <a:t>, </a:t>
            </a:r>
            <a:r>
              <a:rPr lang="ko-KR" altLang="en-US" sz="800" dirty="0">
                <a:solidFill>
                  <a:srgbClr val="0000FF"/>
                </a:solidFill>
              </a:rPr>
              <a:t>인증번호를 다시 발송하여 주세요</a:t>
            </a:r>
            <a:r>
              <a:rPr lang="en-US" altLang="ko-KR" sz="800" dirty="0">
                <a:solidFill>
                  <a:srgbClr val="0000FF"/>
                </a:solidFill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F8E4DC-C170-4C31-7905-6736FA04E9AF}"/>
              </a:ext>
            </a:extLst>
          </p:cNvPr>
          <p:cNvSpPr txBox="1"/>
          <p:nvPr/>
        </p:nvSpPr>
        <p:spPr>
          <a:xfrm>
            <a:off x="3624944" y="3294193"/>
            <a:ext cx="110982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 err="1"/>
              <a:t>남은시간</a:t>
            </a:r>
            <a:r>
              <a:rPr lang="ko-KR" altLang="en-US" sz="900" b="1" dirty="0"/>
              <a:t> </a:t>
            </a:r>
            <a:r>
              <a:rPr lang="en-US" altLang="ko-KR" sz="900" b="1" dirty="0"/>
              <a:t>: </a:t>
            </a:r>
            <a:r>
              <a:rPr lang="en-US" altLang="ko-KR" sz="900" b="1" dirty="0">
                <a:solidFill>
                  <a:srgbClr val="FF0000"/>
                </a:solidFill>
              </a:rPr>
              <a:t>03:00</a:t>
            </a:r>
            <a:endParaRPr lang="ko-KR" altLang="en-US" sz="900" b="1" dirty="0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4303CE-67F6-626F-4A91-8AE56332224B}"/>
              </a:ext>
            </a:extLst>
          </p:cNvPr>
          <p:cNvSpPr txBox="1"/>
          <p:nvPr/>
        </p:nvSpPr>
        <p:spPr>
          <a:xfrm>
            <a:off x="4591550" y="3301439"/>
            <a:ext cx="110982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dirty="0"/>
              <a:t>시간연장</a:t>
            </a:r>
            <a:endParaRPr lang="ko-KR" altLang="en-US" sz="900" u="sng" dirty="0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D23381-C53D-8F30-1C7D-61CEACAF317C}"/>
              </a:ext>
            </a:extLst>
          </p:cNvPr>
          <p:cNvSpPr txBox="1"/>
          <p:nvPr/>
        </p:nvSpPr>
        <p:spPr>
          <a:xfrm>
            <a:off x="252047" y="5727302"/>
            <a:ext cx="3137344" cy="437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FF0000"/>
                </a:solidFill>
              </a:rPr>
              <a:t>인증번호 유효시간이 만료되었습니다</a:t>
            </a:r>
            <a:r>
              <a:rPr lang="en-US" altLang="ko-KR" sz="800" dirty="0">
                <a:solidFill>
                  <a:srgbClr val="FF0000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FF0000"/>
                </a:solidFill>
              </a:rPr>
              <a:t>인증번호를 다시 발송하여 주세요</a:t>
            </a:r>
            <a:r>
              <a:rPr lang="en-US" altLang="ko-KR" sz="800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86E440A4-C5D3-5F78-2D86-0CC310CFADBA}"/>
              </a:ext>
            </a:extLst>
          </p:cNvPr>
          <p:cNvSpPr/>
          <p:nvPr/>
        </p:nvSpPr>
        <p:spPr>
          <a:xfrm>
            <a:off x="3525986" y="4090019"/>
            <a:ext cx="3191585" cy="2889239"/>
          </a:xfrm>
          <a:prstGeom prst="roundRect">
            <a:avLst>
              <a:gd name="adj" fmla="val 3091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531909A-754F-F566-7F7C-0FAFDB922A78}"/>
              </a:ext>
            </a:extLst>
          </p:cNvPr>
          <p:cNvSpPr txBox="1"/>
          <p:nvPr/>
        </p:nvSpPr>
        <p:spPr>
          <a:xfrm>
            <a:off x="6370302" y="4054018"/>
            <a:ext cx="278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×</a:t>
            </a:r>
            <a:endParaRPr lang="ko-KR" altLang="en-US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E97289-C748-8289-B746-E28741E33E1F}"/>
              </a:ext>
            </a:extLst>
          </p:cNvPr>
          <p:cNvSpPr txBox="1"/>
          <p:nvPr/>
        </p:nvSpPr>
        <p:spPr>
          <a:xfrm>
            <a:off x="3548918" y="4130962"/>
            <a:ext cx="19202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휴대전화번호 변경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AF0EF0CD-E983-1E24-98CE-95FE0C8DED72}"/>
              </a:ext>
            </a:extLst>
          </p:cNvPr>
          <p:cNvSpPr/>
          <p:nvPr/>
        </p:nvSpPr>
        <p:spPr>
          <a:xfrm>
            <a:off x="3641240" y="5719413"/>
            <a:ext cx="2240620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b="1" dirty="0">
                <a:solidFill>
                  <a:srgbClr val="FF0000"/>
                </a:solidFill>
                <a:latin typeface="맑은 고딕" pitchFamily="50" charset="-127"/>
              </a:rPr>
              <a:t>123456</a:t>
            </a:r>
            <a:endParaRPr lang="ko-KR" altLang="en-US" sz="800" dirty="0">
              <a:solidFill>
                <a:schemeClr val="tx1"/>
              </a:solidFill>
              <a:latin typeface="맑은 고딕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653D19-2F7E-3D77-A867-08E1B225CF6D}"/>
              </a:ext>
            </a:extLst>
          </p:cNvPr>
          <p:cNvSpPr txBox="1"/>
          <p:nvPr/>
        </p:nvSpPr>
        <p:spPr>
          <a:xfrm>
            <a:off x="3573127" y="5482744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인증번호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EDE29690-B582-B4D1-5A9C-5119F0FBEC17}"/>
              </a:ext>
            </a:extLst>
          </p:cNvPr>
          <p:cNvSpPr/>
          <p:nvPr/>
        </p:nvSpPr>
        <p:spPr>
          <a:xfrm>
            <a:off x="3641239" y="6584868"/>
            <a:ext cx="2983370" cy="28803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인증하기 </a:t>
            </a:r>
            <a:r>
              <a:rPr lang="en-US" altLang="ko-KR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&amp;</a:t>
            </a: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휴대전화번호 수정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E1CDEDFA-71B9-A0BD-AA52-AAFA4A2936E4}"/>
              </a:ext>
            </a:extLst>
          </p:cNvPr>
          <p:cNvSpPr/>
          <p:nvPr/>
        </p:nvSpPr>
        <p:spPr>
          <a:xfrm>
            <a:off x="5963183" y="5720475"/>
            <a:ext cx="674760" cy="28803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인증하기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2CA48830-F457-E4FB-663B-520E067D5A82}"/>
              </a:ext>
            </a:extLst>
          </p:cNvPr>
          <p:cNvSpPr/>
          <p:nvPr/>
        </p:nvSpPr>
        <p:spPr>
          <a:xfrm>
            <a:off x="3664384" y="4641811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</a:rPr>
              <a:t>010-0000-0000</a:t>
            </a:r>
            <a:endParaRPr lang="ko-KR" altLang="en-US" sz="800" dirty="0">
              <a:solidFill>
                <a:srgbClr val="FF0000"/>
              </a:solidFill>
              <a:latin typeface="맑은 고딕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F4B6215-8766-35AA-564C-A38A2D6100FF}"/>
              </a:ext>
            </a:extLst>
          </p:cNvPr>
          <p:cNvSpPr txBox="1"/>
          <p:nvPr/>
        </p:nvSpPr>
        <p:spPr>
          <a:xfrm>
            <a:off x="3596272" y="4405142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휴대전화번호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4579DD9D-FBF4-A4C6-4B96-E0BE0C1CB62F}"/>
              </a:ext>
            </a:extLst>
          </p:cNvPr>
          <p:cNvSpPr/>
          <p:nvPr/>
        </p:nvSpPr>
        <p:spPr>
          <a:xfrm>
            <a:off x="5727502" y="4676715"/>
            <a:ext cx="842880" cy="211643"/>
          </a:xfrm>
          <a:prstGeom prst="round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인증번호 발송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1CE0F1A-3558-48F5-4AB0-5772AF70244B}"/>
              </a:ext>
            </a:extLst>
          </p:cNvPr>
          <p:cNvSpPr txBox="1"/>
          <p:nvPr/>
        </p:nvSpPr>
        <p:spPr>
          <a:xfrm>
            <a:off x="3634998" y="4954118"/>
            <a:ext cx="3137344" cy="437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0000FF"/>
                </a:solidFill>
              </a:rPr>
              <a:t>입력하신 휴대전화 번호로 인증번호를 발송하였습니다</a:t>
            </a:r>
            <a:r>
              <a:rPr lang="en-US" altLang="ko-KR" sz="800" dirty="0">
                <a:solidFill>
                  <a:srgbClr val="0000FF"/>
                </a:solidFill>
              </a:rPr>
              <a:t>.</a:t>
            </a:r>
            <a:br>
              <a:rPr lang="en-US" altLang="ko-KR" sz="800" dirty="0">
                <a:solidFill>
                  <a:srgbClr val="0000FF"/>
                </a:solidFill>
              </a:rPr>
            </a:br>
            <a:r>
              <a:rPr lang="ko-KR" altLang="en-US" sz="800" dirty="0">
                <a:solidFill>
                  <a:srgbClr val="0000FF"/>
                </a:solidFill>
              </a:rPr>
              <a:t>인증번호 수신이 안되었으면</a:t>
            </a:r>
            <a:r>
              <a:rPr lang="en-US" altLang="ko-KR" sz="800" dirty="0">
                <a:solidFill>
                  <a:srgbClr val="0000FF"/>
                </a:solidFill>
              </a:rPr>
              <a:t>, </a:t>
            </a:r>
            <a:r>
              <a:rPr lang="ko-KR" altLang="en-US" sz="800" dirty="0">
                <a:solidFill>
                  <a:srgbClr val="0000FF"/>
                </a:solidFill>
              </a:rPr>
              <a:t>인증번호를 다시 발송하여 주세요</a:t>
            </a:r>
            <a:r>
              <a:rPr lang="en-US" altLang="ko-KR" sz="800" dirty="0">
                <a:solidFill>
                  <a:srgbClr val="0000FF"/>
                </a:solidFill>
              </a:rPr>
              <a:t>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459F909-733D-C60D-DE47-A0F841A92AAF}"/>
              </a:ext>
            </a:extLst>
          </p:cNvPr>
          <p:cNvSpPr txBox="1"/>
          <p:nvPr/>
        </p:nvSpPr>
        <p:spPr>
          <a:xfrm>
            <a:off x="3579726" y="6021288"/>
            <a:ext cx="3137344" cy="253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FF0000"/>
                </a:solidFill>
              </a:rPr>
              <a:t>올바른 인증번호를 입력해 주세요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34E0F1A-14F1-A56A-CB38-E92F0A64285C}"/>
              </a:ext>
            </a:extLst>
          </p:cNvPr>
          <p:cNvSpPr txBox="1"/>
          <p:nvPr/>
        </p:nvSpPr>
        <p:spPr>
          <a:xfrm>
            <a:off x="3606201" y="6254153"/>
            <a:ext cx="110982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 err="1"/>
              <a:t>남은시간</a:t>
            </a:r>
            <a:r>
              <a:rPr lang="ko-KR" altLang="en-US" sz="900" b="1" dirty="0"/>
              <a:t> </a:t>
            </a:r>
            <a:r>
              <a:rPr lang="en-US" altLang="ko-KR" sz="900" b="1" dirty="0"/>
              <a:t>: </a:t>
            </a:r>
            <a:r>
              <a:rPr lang="en-US" altLang="ko-KR" sz="900" b="1" dirty="0">
                <a:solidFill>
                  <a:srgbClr val="FF0000"/>
                </a:solidFill>
              </a:rPr>
              <a:t>03:00</a:t>
            </a:r>
            <a:endParaRPr lang="ko-KR" altLang="en-US" sz="900" b="1" dirty="0">
              <a:solidFill>
                <a:srgbClr val="FF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587239E-9CCD-CDD0-BE52-645157AFDBDD}"/>
              </a:ext>
            </a:extLst>
          </p:cNvPr>
          <p:cNvSpPr txBox="1"/>
          <p:nvPr/>
        </p:nvSpPr>
        <p:spPr>
          <a:xfrm>
            <a:off x="4572807" y="6261399"/>
            <a:ext cx="110982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dirty="0"/>
              <a:t>시간연장</a:t>
            </a:r>
            <a:endParaRPr lang="ko-KR" altLang="en-US" sz="900" u="sng" dirty="0">
              <a:solidFill>
                <a:srgbClr val="FF0000"/>
              </a:solidFill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F11D02EE-7E09-2D6F-CB5C-CE3034F2BA9D}"/>
              </a:ext>
            </a:extLst>
          </p:cNvPr>
          <p:cNvSpPr/>
          <p:nvPr/>
        </p:nvSpPr>
        <p:spPr>
          <a:xfrm>
            <a:off x="125939" y="1325246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4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610A373C-BD25-2AE3-61AB-36438587B231}"/>
              </a:ext>
            </a:extLst>
          </p:cNvPr>
          <p:cNvSpPr/>
          <p:nvPr/>
        </p:nvSpPr>
        <p:spPr>
          <a:xfrm>
            <a:off x="3433316" y="1324967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5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FA4F1ADC-C60E-B001-CFA4-F3861E13FE16}"/>
              </a:ext>
            </a:extLst>
          </p:cNvPr>
          <p:cNvSpPr/>
          <p:nvPr/>
        </p:nvSpPr>
        <p:spPr>
          <a:xfrm>
            <a:off x="72753" y="3663802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6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DB638370-318A-8BDD-8EFC-0CFAD6DEBE4C}"/>
              </a:ext>
            </a:extLst>
          </p:cNvPr>
          <p:cNvSpPr/>
          <p:nvPr/>
        </p:nvSpPr>
        <p:spPr>
          <a:xfrm>
            <a:off x="3439402" y="4074221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7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33359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591E6-9BB9-0215-83F1-56D6F6D92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oup 260">
            <a:extLst>
              <a:ext uri="{FF2B5EF4-FFF2-40B4-BE49-F238E27FC236}">
                <a16:creationId xmlns:a16="http://schemas.microsoft.com/office/drawing/2014/main" id="{3F5AD566-15CD-193D-280C-66AEEA9BB1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875944"/>
              </p:ext>
            </p:extLst>
          </p:nvPr>
        </p:nvGraphicFramePr>
        <p:xfrm>
          <a:off x="6969418" y="2548005"/>
          <a:ext cx="2772114" cy="1695798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회원정보 관리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휴대전화번호 변경 </a:t>
                      </a:r>
                      <a:r>
                        <a:rPr kumimoji="1" lang="ko-KR" altLang="en-US" sz="7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알럿</a:t>
                      </a: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(3/3)</a:t>
                      </a: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인증번호 정상 번호 입력 완료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인증번호 정상 입력 안내 문구 노출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인증하기 버튼 활성 처리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인증번호 클릭 완료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인증완료 처리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인증완료 안내 문구 노출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인증하기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&amp;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휴대전화번호 수정 버튼 활성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.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버튼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휴대전화번호 변경 저장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98225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인증번호 문자 수신 내용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인증번호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발송시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문자 수신 내용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228707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F9E1C23-EFD9-0E8C-B220-5B95D269C9EE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>
                <a:solidFill>
                  <a:prstClr val="black"/>
                </a:solidFill>
              </a:rPr>
              <a:t>홈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마이페이지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회원정보관리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80989D-E1B1-2288-3AA4-6F8CCB49F01D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회원정보 관리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E402B4-18A1-3161-2412-855B110301ED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수정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4FF320B-0E00-8300-3173-B9DB50B8E4C9}"/>
              </a:ext>
            </a:extLst>
          </p:cNvPr>
          <p:cNvSpPr/>
          <p:nvPr/>
        </p:nvSpPr>
        <p:spPr>
          <a:xfrm>
            <a:off x="289907" y="4739569"/>
            <a:ext cx="3065876" cy="1436880"/>
          </a:xfrm>
          <a:prstGeom prst="roundRect">
            <a:avLst>
              <a:gd name="adj" fmla="val 468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355849-4B7B-59C4-B40A-247EE0A37BE0}"/>
              </a:ext>
            </a:extLst>
          </p:cNvPr>
          <p:cNvSpPr txBox="1"/>
          <p:nvPr/>
        </p:nvSpPr>
        <p:spPr>
          <a:xfrm>
            <a:off x="372951" y="4885215"/>
            <a:ext cx="23968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[web</a:t>
            </a:r>
            <a:r>
              <a:rPr lang="ko-KR" altLang="en-US" sz="800" dirty="0"/>
              <a:t>발신</a:t>
            </a:r>
            <a:r>
              <a:rPr lang="en-US" altLang="ko-KR" sz="800" dirty="0"/>
              <a:t>]</a:t>
            </a:r>
            <a:endParaRPr lang="ko-KR" altLang="en-US" sz="800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1C0633E-D535-2DCE-5638-83B371861FDD}"/>
              </a:ext>
            </a:extLst>
          </p:cNvPr>
          <p:cNvCxnSpPr/>
          <p:nvPr/>
        </p:nvCxnSpPr>
        <p:spPr>
          <a:xfrm>
            <a:off x="403653" y="5147692"/>
            <a:ext cx="2880000" cy="0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6F4AAED-0ED7-C1E5-AD65-6C9E9F6412D5}"/>
              </a:ext>
            </a:extLst>
          </p:cNvPr>
          <p:cNvSpPr txBox="1"/>
          <p:nvPr/>
        </p:nvSpPr>
        <p:spPr>
          <a:xfrm>
            <a:off x="368766" y="5232375"/>
            <a:ext cx="2879999" cy="437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dirty="0" err="1"/>
              <a:t>wizshop</a:t>
            </a:r>
            <a:r>
              <a:rPr lang="en-US" altLang="ko-KR" sz="800" dirty="0"/>
              <a:t> </a:t>
            </a:r>
            <a:r>
              <a:rPr lang="ko-KR" altLang="en-US" sz="800" dirty="0"/>
              <a:t>휴대전화번호 확인</a:t>
            </a:r>
            <a:endParaRPr lang="en-US" altLang="ko-KR" sz="800" dirty="0"/>
          </a:p>
          <a:p>
            <a:pPr>
              <a:lnSpc>
                <a:spcPct val="150000"/>
              </a:lnSpc>
            </a:pPr>
            <a:r>
              <a:rPr lang="ko-KR" altLang="en-US" sz="800" dirty="0"/>
              <a:t>인증번호 </a:t>
            </a:r>
            <a:r>
              <a:rPr lang="en-US" altLang="ko-KR" sz="800" dirty="0"/>
              <a:t>[223344]</a:t>
            </a:r>
            <a:r>
              <a:rPr lang="ko-KR" altLang="en-US" sz="800" dirty="0"/>
              <a:t>를 화면에 입력해주세요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E6AEE7A7-48FD-D3EB-BF50-127A85945059}"/>
              </a:ext>
            </a:extLst>
          </p:cNvPr>
          <p:cNvSpPr/>
          <p:nvPr/>
        </p:nvSpPr>
        <p:spPr>
          <a:xfrm>
            <a:off x="145405" y="4653136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36000" rIns="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10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C6960190-FD71-2FF8-F678-F196554615FD}"/>
              </a:ext>
            </a:extLst>
          </p:cNvPr>
          <p:cNvSpPr/>
          <p:nvPr/>
        </p:nvSpPr>
        <p:spPr>
          <a:xfrm>
            <a:off x="198307" y="1376769"/>
            <a:ext cx="3191585" cy="2889239"/>
          </a:xfrm>
          <a:prstGeom prst="roundRect">
            <a:avLst>
              <a:gd name="adj" fmla="val 3091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3EB900-98DE-56C3-A22F-00AD33FCBD5D}"/>
              </a:ext>
            </a:extLst>
          </p:cNvPr>
          <p:cNvSpPr txBox="1"/>
          <p:nvPr/>
        </p:nvSpPr>
        <p:spPr>
          <a:xfrm>
            <a:off x="3042623" y="1340768"/>
            <a:ext cx="278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×</a:t>
            </a:r>
            <a:endParaRPr lang="ko-KR" alt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07D007-B918-E4D8-F0BD-2EA746750D2D}"/>
              </a:ext>
            </a:extLst>
          </p:cNvPr>
          <p:cNvSpPr txBox="1"/>
          <p:nvPr/>
        </p:nvSpPr>
        <p:spPr>
          <a:xfrm>
            <a:off x="221239" y="1417712"/>
            <a:ext cx="19202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휴대전화번호 변경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43765B8-913E-5556-E558-D01850539F01}"/>
              </a:ext>
            </a:extLst>
          </p:cNvPr>
          <p:cNvSpPr/>
          <p:nvPr/>
        </p:nvSpPr>
        <p:spPr>
          <a:xfrm>
            <a:off x="313561" y="3006163"/>
            <a:ext cx="2240620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</a:rPr>
              <a:t>334455</a:t>
            </a:r>
            <a:endParaRPr lang="ko-KR" altLang="en-US" sz="800" dirty="0">
              <a:solidFill>
                <a:schemeClr val="tx1"/>
              </a:solidFill>
              <a:latin typeface="맑은 고딕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692B70-E826-38F8-1F91-D53AB50F2240}"/>
              </a:ext>
            </a:extLst>
          </p:cNvPr>
          <p:cNvSpPr txBox="1"/>
          <p:nvPr/>
        </p:nvSpPr>
        <p:spPr>
          <a:xfrm>
            <a:off x="245448" y="2769494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인증번호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88E38E25-B579-D18F-C19A-A0A61CC69C32}"/>
              </a:ext>
            </a:extLst>
          </p:cNvPr>
          <p:cNvSpPr/>
          <p:nvPr/>
        </p:nvSpPr>
        <p:spPr>
          <a:xfrm>
            <a:off x="313560" y="3871618"/>
            <a:ext cx="2983370" cy="28803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인증하기 </a:t>
            </a:r>
            <a:r>
              <a:rPr lang="en-US" altLang="ko-KR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&amp;</a:t>
            </a: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휴대전화번호 수정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50E9285-7821-DBDA-C98A-F46DCD18B452}"/>
              </a:ext>
            </a:extLst>
          </p:cNvPr>
          <p:cNvSpPr/>
          <p:nvPr/>
        </p:nvSpPr>
        <p:spPr>
          <a:xfrm>
            <a:off x="2635504" y="3007225"/>
            <a:ext cx="674760" cy="288032"/>
          </a:xfrm>
          <a:prstGeom prst="round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인증하기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7A817CE3-E56A-6CB2-0723-5D0FBDFA90C0}"/>
              </a:ext>
            </a:extLst>
          </p:cNvPr>
          <p:cNvSpPr/>
          <p:nvPr/>
        </p:nvSpPr>
        <p:spPr>
          <a:xfrm>
            <a:off x="336705" y="1928561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</a:rPr>
              <a:t>010-0000-0000</a:t>
            </a:r>
            <a:endParaRPr lang="ko-KR" altLang="en-US" sz="800" dirty="0">
              <a:solidFill>
                <a:srgbClr val="FF0000"/>
              </a:solidFill>
              <a:latin typeface="맑은 고딕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64F3DA8-40B0-FE9D-DF81-6A2C83E0401D}"/>
              </a:ext>
            </a:extLst>
          </p:cNvPr>
          <p:cNvSpPr txBox="1"/>
          <p:nvPr/>
        </p:nvSpPr>
        <p:spPr>
          <a:xfrm>
            <a:off x="268593" y="1691892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휴대전화번호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94FA3D01-10EC-3536-EBC9-2C5538C0149B}"/>
              </a:ext>
            </a:extLst>
          </p:cNvPr>
          <p:cNvSpPr/>
          <p:nvPr/>
        </p:nvSpPr>
        <p:spPr>
          <a:xfrm>
            <a:off x="2399823" y="1963465"/>
            <a:ext cx="842880" cy="211643"/>
          </a:xfrm>
          <a:prstGeom prst="round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인증번호 발송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4DE7FB5-2C75-3DB3-9553-EFCFBB4D6B1B}"/>
              </a:ext>
            </a:extLst>
          </p:cNvPr>
          <p:cNvSpPr txBox="1"/>
          <p:nvPr/>
        </p:nvSpPr>
        <p:spPr>
          <a:xfrm>
            <a:off x="307319" y="2240868"/>
            <a:ext cx="3137344" cy="437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0000FF"/>
                </a:solidFill>
              </a:rPr>
              <a:t>입력하신 휴대전화 번호로 인증번호를 발송하였습니다</a:t>
            </a:r>
            <a:r>
              <a:rPr lang="en-US" altLang="ko-KR" sz="800" dirty="0">
                <a:solidFill>
                  <a:srgbClr val="0000FF"/>
                </a:solidFill>
              </a:rPr>
              <a:t>.</a:t>
            </a:r>
            <a:br>
              <a:rPr lang="en-US" altLang="ko-KR" sz="800" dirty="0">
                <a:solidFill>
                  <a:srgbClr val="0000FF"/>
                </a:solidFill>
              </a:rPr>
            </a:br>
            <a:r>
              <a:rPr lang="ko-KR" altLang="en-US" sz="800" dirty="0">
                <a:solidFill>
                  <a:srgbClr val="0000FF"/>
                </a:solidFill>
              </a:rPr>
              <a:t>인증번호 수신이 안되었으면</a:t>
            </a:r>
            <a:r>
              <a:rPr lang="en-US" altLang="ko-KR" sz="800" dirty="0">
                <a:solidFill>
                  <a:srgbClr val="0000FF"/>
                </a:solidFill>
              </a:rPr>
              <a:t>, </a:t>
            </a:r>
            <a:r>
              <a:rPr lang="ko-KR" altLang="en-US" sz="800" dirty="0">
                <a:solidFill>
                  <a:srgbClr val="0000FF"/>
                </a:solidFill>
              </a:rPr>
              <a:t>인증번호를 다시 발송하여 주세요</a:t>
            </a:r>
            <a:r>
              <a:rPr lang="en-US" altLang="ko-KR" sz="800" dirty="0">
                <a:solidFill>
                  <a:srgbClr val="0000FF"/>
                </a:solidFill>
              </a:rPr>
              <a:t>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F29ED3A-E2EA-7674-D5E3-121651AC44CF}"/>
              </a:ext>
            </a:extLst>
          </p:cNvPr>
          <p:cNvSpPr txBox="1"/>
          <p:nvPr/>
        </p:nvSpPr>
        <p:spPr>
          <a:xfrm>
            <a:off x="252047" y="3359954"/>
            <a:ext cx="3137344" cy="253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0000FF"/>
                </a:solidFill>
              </a:rPr>
              <a:t>휴대전화 문자 인증절차를 마무리해 주세요</a:t>
            </a:r>
            <a:r>
              <a:rPr lang="en-US" altLang="ko-KR" sz="800" dirty="0">
                <a:solidFill>
                  <a:srgbClr val="0000FF"/>
                </a:solidFill>
              </a:rPr>
              <a:t>.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DB5F1BD4-049C-4846-B7E3-E3F4B4B430B3}"/>
              </a:ext>
            </a:extLst>
          </p:cNvPr>
          <p:cNvSpPr/>
          <p:nvPr/>
        </p:nvSpPr>
        <p:spPr>
          <a:xfrm>
            <a:off x="3553675" y="1387907"/>
            <a:ext cx="3191585" cy="2889239"/>
          </a:xfrm>
          <a:prstGeom prst="roundRect">
            <a:avLst>
              <a:gd name="adj" fmla="val 3091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EBDDCA-38A8-D7A9-3377-F028B078A0BC}"/>
              </a:ext>
            </a:extLst>
          </p:cNvPr>
          <p:cNvSpPr txBox="1"/>
          <p:nvPr/>
        </p:nvSpPr>
        <p:spPr>
          <a:xfrm>
            <a:off x="6397991" y="1351906"/>
            <a:ext cx="278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×</a:t>
            </a:r>
            <a:endParaRPr lang="ko-KR" altLang="en-US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217030C-9C49-3F1F-2B53-FFAC98CCA441}"/>
              </a:ext>
            </a:extLst>
          </p:cNvPr>
          <p:cNvSpPr txBox="1"/>
          <p:nvPr/>
        </p:nvSpPr>
        <p:spPr>
          <a:xfrm>
            <a:off x="3576607" y="1428850"/>
            <a:ext cx="19202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휴대전화번호 변경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ACF96A65-3064-C6E3-AA34-D47F2A43B4A9}"/>
              </a:ext>
            </a:extLst>
          </p:cNvPr>
          <p:cNvSpPr/>
          <p:nvPr/>
        </p:nvSpPr>
        <p:spPr>
          <a:xfrm>
            <a:off x="3668929" y="3017301"/>
            <a:ext cx="2240620" cy="28803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</a:rPr>
              <a:t>334455</a:t>
            </a:r>
            <a:endParaRPr lang="ko-KR" altLang="en-US" sz="800" dirty="0">
              <a:solidFill>
                <a:schemeClr val="tx1"/>
              </a:solidFill>
              <a:latin typeface="맑은 고딕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9F164F2-2CC1-04FC-55BE-275423B3A0AE}"/>
              </a:ext>
            </a:extLst>
          </p:cNvPr>
          <p:cNvSpPr txBox="1"/>
          <p:nvPr/>
        </p:nvSpPr>
        <p:spPr>
          <a:xfrm>
            <a:off x="3600816" y="2780632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인증번호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6D8BCA64-31E9-976E-B5CC-F75E8EA9A505}"/>
              </a:ext>
            </a:extLst>
          </p:cNvPr>
          <p:cNvSpPr/>
          <p:nvPr/>
        </p:nvSpPr>
        <p:spPr>
          <a:xfrm>
            <a:off x="3668928" y="3882756"/>
            <a:ext cx="2983370" cy="288032"/>
          </a:xfrm>
          <a:prstGeom prst="round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맑은 고딕" pitchFamily="50" charset="-127"/>
              </a:rPr>
              <a:t>인증하기 </a:t>
            </a:r>
            <a:r>
              <a:rPr lang="en-US" altLang="ko-KR" sz="800" b="1">
                <a:solidFill>
                  <a:schemeClr val="bg1"/>
                </a:solidFill>
                <a:latin typeface="맑은 고딕" pitchFamily="50" charset="-127"/>
              </a:rPr>
              <a:t>&amp;</a:t>
            </a: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</a:rPr>
              <a:t> </a:t>
            </a: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</a:rPr>
              <a:t>휴대전화번호 수정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A35B194B-D371-5F70-53C4-B363879482F2}"/>
              </a:ext>
            </a:extLst>
          </p:cNvPr>
          <p:cNvSpPr/>
          <p:nvPr/>
        </p:nvSpPr>
        <p:spPr>
          <a:xfrm>
            <a:off x="5990872" y="3018363"/>
            <a:ext cx="674760" cy="28803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인증완료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EE10B37B-6AC7-84C1-68A9-65DE75B16882}"/>
              </a:ext>
            </a:extLst>
          </p:cNvPr>
          <p:cNvSpPr/>
          <p:nvPr/>
        </p:nvSpPr>
        <p:spPr>
          <a:xfrm>
            <a:off x="3692073" y="1939699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</a:rPr>
              <a:t>010-0000-0000</a:t>
            </a:r>
            <a:endParaRPr lang="ko-KR" altLang="en-US" sz="800" dirty="0">
              <a:solidFill>
                <a:srgbClr val="FF0000"/>
              </a:solidFill>
              <a:latin typeface="맑은 고딕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641E33E-3BE3-14F9-77F8-2C2ABF947361}"/>
              </a:ext>
            </a:extLst>
          </p:cNvPr>
          <p:cNvSpPr txBox="1"/>
          <p:nvPr/>
        </p:nvSpPr>
        <p:spPr>
          <a:xfrm>
            <a:off x="3623961" y="1703030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휴대전화번호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EEE35B0C-913B-4126-B5ED-725E808000D1}"/>
              </a:ext>
            </a:extLst>
          </p:cNvPr>
          <p:cNvSpPr/>
          <p:nvPr/>
        </p:nvSpPr>
        <p:spPr>
          <a:xfrm>
            <a:off x="5755191" y="1974603"/>
            <a:ext cx="842880" cy="211643"/>
          </a:xfrm>
          <a:prstGeom prst="round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인증번호 발송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3D6A67F-27C9-2602-5E3A-2383DE8A4816}"/>
              </a:ext>
            </a:extLst>
          </p:cNvPr>
          <p:cNvSpPr txBox="1"/>
          <p:nvPr/>
        </p:nvSpPr>
        <p:spPr>
          <a:xfrm>
            <a:off x="3662687" y="2252006"/>
            <a:ext cx="3137344" cy="437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0000FF"/>
                </a:solidFill>
              </a:rPr>
              <a:t>입력하신 휴대전화 번호로 인증번호를 발송하였습니다</a:t>
            </a:r>
            <a:r>
              <a:rPr lang="en-US" altLang="ko-KR" sz="800" dirty="0">
                <a:solidFill>
                  <a:srgbClr val="0000FF"/>
                </a:solidFill>
              </a:rPr>
              <a:t>.</a:t>
            </a:r>
            <a:br>
              <a:rPr lang="en-US" altLang="ko-KR" sz="800" dirty="0">
                <a:solidFill>
                  <a:srgbClr val="0000FF"/>
                </a:solidFill>
              </a:rPr>
            </a:br>
            <a:r>
              <a:rPr lang="ko-KR" altLang="en-US" sz="800" dirty="0">
                <a:solidFill>
                  <a:srgbClr val="0000FF"/>
                </a:solidFill>
              </a:rPr>
              <a:t>인증번호 수신이 안되었으면</a:t>
            </a:r>
            <a:r>
              <a:rPr lang="en-US" altLang="ko-KR" sz="800" dirty="0">
                <a:solidFill>
                  <a:srgbClr val="0000FF"/>
                </a:solidFill>
              </a:rPr>
              <a:t>, </a:t>
            </a:r>
            <a:r>
              <a:rPr lang="ko-KR" altLang="en-US" sz="800" dirty="0">
                <a:solidFill>
                  <a:srgbClr val="0000FF"/>
                </a:solidFill>
              </a:rPr>
              <a:t>인증번호를 다시 발송하여 주세요</a:t>
            </a:r>
            <a:r>
              <a:rPr lang="en-US" altLang="ko-KR" sz="800" dirty="0">
                <a:solidFill>
                  <a:srgbClr val="0000FF"/>
                </a:solidFill>
              </a:rPr>
              <a:t>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856B13B-DC94-E776-53B6-8B6AD4B8A0E2}"/>
              </a:ext>
            </a:extLst>
          </p:cNvPr>
          <p:cNvSpPr txBox="1"/>
          <p:nvPr/>
        </p:nvSpPr>
        <p:spPr>
          <a:xfrm>
            <a:off x="3607415" y="3371092"/>
            <a:ext cx="3137344" cy="253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0000FF"/>
                </a:solidFill>
              </a:rPr>
              <a:t>휴대전화 문자</a:t>
            </a:r>
            <a:r>
              <a:rPr lang="en-US" altLang="ko-KR" sz="800" dirty="0">
                <a:solidFill>
                  <a:srgbClr val="0000FF"/>
                </a:solidFill>
              </a:rPr>
              <a:t> </a:t>
            </a:r>
            <a:r>
              <a:rPr lang="ko-KR" altLang="en-US" sz="800" dirty="0">
                <a:solidFill>
                  <a:srgbClr val="0000FF"/>
                </a:solidFill>
              </a:rPr>
              <a:t>인증절차가 정상적으로 완료 되었습니다</a:t>
            </a:r>
            <a:r>
              <a:rPr lang="en-US" altLang="ko-KR" sz="800" dirty="0">
                <a:solidFill>
                  <a:srgbClr val="0000FF"/>
                </a:solidFill>
              </a:rPr>
              <a:t>.</a:t>
            </a: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F4CB819A-A388-F4FA-12FA-6A147AED71E1}"/>
              </a:ext>
            </a:extLst>
          </p:cNvPr>
          <p:cNvSpPr/>
          <p:nvPr/>
        </p:nvSpPr>
        <p:spPr>
          <a:xfrm>
            <a:off x="125939" y="1325246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8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B428289C-19A0-DE88-4B62-BF9C3C86864D}"/>
              </a:ext>
            </a:extLst>
          </p:cNvPr>
          <p:cNvSpPr/>
          <p:nvPr/>
        </p:nvSpPr>
        <p:spPr>
          <a:xfrm>
            <a:off x="3433316" y="1324967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9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28317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F926B-ECDC-0761-2BE2-0D65232F0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oup 260">
            <a:extLst>
              <a:ext uri="{FF2B5EF4-FFF2-40B4-BE49-F238E27FC236}">
                <a16:creationId xmlns:a16="http://schemas.microsoft.com/office/drawing/2014/main" id="{5CA1AEA2-DB78-6487-13FA-5DA3877CC9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9799327"/>
              </p:ext>
            </p:extLst>
          </p:nvPr>
        </p:nvGraphicFramePr>
        <p:xfrm>
          <a:off x="6969418" y="2548005"/>
          <a:ext cx="2772114" cy="147869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회원정보 관리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비밀번호 변경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비밀번호 변경 등록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비밀번호 변경 등록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현재 비밀번호 입력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신규 사용 비밀번호 입력 저장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비밀번호 변경 완료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현재 비밀번호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신규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비밀번로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모두 입력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완료시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비밀번호 변경 버튼 활성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수정 버튼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비밀번호 변경 저장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비밀번호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입력시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문자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가림여부의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눈 아이콘 노출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눈 아이콘 클릭으로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활성시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비밀번호 조회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467194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5B363ED-C0D0-8EC7-B4FD-705C638B1472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>
                <a:solidFill>
                  <a:prstClr val="black"/>
                </a:solidFill>
              </a:rPr>
              <a:t>홈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마이페이지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회원정보관리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EB55E5-AE96-8590-18DD-F19CA2A2F30F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회원정보 관리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62A605-006D-1A91-0BC9-96F3E6EA7754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비밀번호 변경 팝업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D24F588-18F7-8EF6-E0F7-0AE343AD74C1}"/>
              </a:ext>
            </a:extLst>
          </p:cNvPr>
          <p:cNvSpPr/>
          <p:nvPr/>
        </p:nvSpPr>
        <p:spPr>
          <a:xfrm>
            <a:off x="277701" y="1412776"/>
            <a:ext cx="3207008" cy="5040560"/>
          </a:xfrm>
          <a:prstGeom prst="roundRect">
            <a:avLst>
              <a:gd name="adj" fmla="val 4362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106BB9F-D4BD-A279-72AD-131765939915}"/>
              </a:ext>
            </a:extLst>
          </p:cNvPr>
          <p:cNvGrpSpPr/>
          <p:nvPr/>
        </p:nvGrpSpPr>
        <p:grpSpPr>
          <a:xfrm>
            <a:off x="1321817" y="1573691"/>
            <a:ext cx="1080120" cy="1080000"/>
            <a:chOff x="3044788" y="2960948"/>
            <a:chExt cx="1080120" cy="1080000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188E61D1-D491-0562-5A42-B6FDAB98621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44788" y="2960948"/>
              <a:ext cx="1080120" cy="108000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70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" name="User">
              <a:extLst>
                <a:ext uri="{FF2B5EF4-FFF2-40B4-BE49-F238E27FC236}">
                  <a16:creationId xmlns:a16="http://schemas.microsoft.com/office/drawing/2014/main" id="{66FED200-2BEC-E73F-2425-A12694A9CACE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231603" y="3130284"/>
              <a:ext cx="720000" cy="720000"/>
            </a:xfrm>
            <a:custGeom>
              <a:avLst/>
              <a:gdLst>
                <a:gd name="T0" fmla="*/ 4516 w 9031"/>
                <a:gd name="T1" fmla="*/ 0 h 9031"/>
                <a:gd name="T2" fmla="*/ 2258 w 9031"/>
                <a:gd name="T3" fmla="*/ 2258 h 9031"/>
                <a:gd name="T4" fmla="*/ 4516 w 9031"/>
                <a:gd name="T5" fmla="*/ 4515 h 9031"/>
                <a:gd name="T6" fmla="*/ 6773 w 9031"/>
                <a:gd name="T7" fmla="*/ 2258 h 9031"/>
                <a:gd name="T8" fmla="*/ 4516 w 9031"/>
                <a:gd name="T9" fmla="*/ 0 h 9031"/>
                <a:gd name="T10" fmla="*/ 4516 w 9031"/>
                <a:gd name="T11" fmla="*/ 5661 h 9031"/>
                <a:gd name="T12" fmla="*/ 0 w 9031"/>
                <a:gd name="T13" fmla="*/ 7564 h 9031"/>
                <a:gd name="T14" fmla="*/ 0 w 9031"/>
                <a:gd name="T15" fmla="*/ 9031 h 9031"/>
                <a:gd name="T16" fmla="*/ 9031 w 9031"/>
                <a:gd name="T17" fmla="*/ 9031 h 9031"/>
                <a:gd name="T18" fmla="*/ 9031 w 9031"/>
                <a:gd name="T19" fmla="*/ 7564 h 9031"/>
                <a:gd name="T20" fmla="*/ 4516 w 9031"/>
                <a:gd name="T21" fmla="*/ 5661 h 90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31" h="9031">
                  <a:moveTo>
                    <a:pt x="4516" y="0"/>
                  </a:moveTo>
                  <a:cubicBezTo>
                    <a:pt x="3269" y="0"/>
                    <a:pt x="2258" y="1011"/>
                    <a:pt x="2258" y="2258"/>
                  </a:cubicBezTo>
                  <a:cubicBezTo>
                    <a:pt x="2258" y="3505"/>
                    <a:pt x="3269" y="4515"/>
                    <a:pt x="4516" y="4515"/>
                  </a:cubicBezTo>
                  <a:cubicBezTo>
                    <a:pt x="5762" y="4515"/>
                    <a:pt x="6773" y="3505"/>
                    <a:pt x="6773" y="2258"/>
                  </a:cubicBezTo>
                  <a:cubicBezTo>
                    <a:pt x="6773" y="1011"/>
                    <a:pt x="5762" y="0"/>
                    <a:pt x="4516" y="0"/>
                  </a:cubicBezTo>
                  <a:close/>
                  <a:moveTo>
                    <a:pt x="4516" y="5661"/>
                  </a:moveTo>
                  <a:cubicBezTo>
                    <a:pt x="2258" y="5658"/>
                    <a:pt x="0" y="6290"/>
                    <a:pt x="0" y="7564"/>
                  </a:cubicBezTo>
                  <a:lnTo>
                    <a:pt x="0" y="9031"/>
                  </a:lnTo>
                  <a:lnTo>
                    <a:pt x="9031" y="9031"/>
                  </a:lnTo>
                  <a:lnTo>
                    <a:pt x="9031" y="7564"/>
                  </a:lnTo>
                  <a:cubicBezTo>
                    <a:pt x="9031" y="6302"/>
                    <a:pt x="6773" y="5664"/>
                    <a:pt x="4516" y="5661"/>
                  </a:cubicBezTo>
                  <a:close/>
                </a:path>
              </a:pathLst>
            </a:custGeom>
            <a:solidFill>
              <a:srgbClr val="D4D4D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8B7BE946-DC8C-7325-721F-1034427B2CD4}"/>
              </a:ext>
            </a:extLst>
          </p:cNvPr>
          <p:cNvSpPr txBox="1"/>
          <p:nvPr/>
        </p:nvSpPr>
        <p:spPr>
          <a:xfrm>
            <a:off x="1285248" y="2725819"/>
            <a:ext cx="11526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홍길동 님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4FF620-8264-F1FE-CF2F-6F3A39064E34}"/>
              </a:ext>
            </a:extLst>
          </p:cNvPr>
          <p:cNvSpPr txBox="1"/>
          <p:nvPr/>
        </p:nvSpPr>
        <p:spPr>
          <a:xfrm>
            <a:off x="2242445" y="2954761"/>
            <a:ext cx="11526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b="1" dirty="0"/>
              <a:t>2026.03.01 </a:t>
            </a:r>
            <a:r>
              <a:rPr lang="ko-KR" altLang="en-US" sz="900" b="1" dirty="0"/>
              <a:t>가입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10DAFE92-AB2D-6433-49B3-0FCE35325787}"/>
              </a:ext>
            </a:extLst>
          </p:cNvPr>
          <p:cNvSpPr/>
          <p:nvPr/>
        </p:nvSpPr>
        <p:spPr>
          <a:xfrm>
            <a:off x="381817" y="3838197"/>
            <a:ext cx="2973559" cy="28803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홍길동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6E4CEE-2B57-D2B2-8E54-2053E263FE05}"/>
              </a:ext>
            </a:extLst>
          </p:cNvPr>
          <p:cNvSpPr txBox="1"/>
          <p:nvPr/>
        </p:nvSpPr>
        <p:spPr>
          <a:xfrm>
            <a:off x="324858" y="3356992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기본 정보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BDFE69-AA33-DC34-8D64-D6F4EB5DC04C}"/>
              </a:ext>
            </a:extLst>
          </p:cNvPr>
          <p:cNvSpPr txBox="1"/>
          <p:nvPr/>
        </p:nvSpPr>
        <p:spPr>
          <a:xfrm>
            <a:off x="313705" y="3601528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이름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BB480D2D-7A78-773B-1C70-0F15454E91FE}"/>
              </a:ext>
            </a:extLst>
          </p:cNvPr>
          <p:cNvSpPr/>
          <p:nvPr/>
        </p:nvSpPr>
        <p:spPr>
          <a:xfrm>
            <a:off x="381817" y="4479768"/>
            <a:ext cx="2973559" cy="28803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abcde123@naver.com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2F53AA-C543-DEAF-CD7D-3698EF6D7281}"/>
              </a:ext>
            </a:extLst>
          </p:cNvPr>
          <p:cNvSpPr txBox="1"/>
          <p:nvPr/>
        </p:nvSpPr>
        <p:spPr>
          <a:xfrm>
            <a:off x="313705" y="4243099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이메일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F3AD64C8-11F7-9F6F-D6F3-66DB81A2E848}"/>
              </a:ext>
            </a:extLst>
          </p:cNvPr>
          <p:cNvSpPr/>
          <p:nvPr/>
        </p:nvSpPr>
        <p:spPr>
          <a:xfrm>
            <a:off x="374824" y="5093782"/>
            <a:ext cx="2973559" cy="28803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000-0000-0000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F1D3483-2046-7996-2AB4-A6A0A61420FB}"/>
              </a:ext>
            </a:extLst>
          </p:cNvPr>
          <p:cNvSpPr txBox="1"/>
          <p:nvPr/>
        </p:nvSpPr>
        <p:spPr>
          <a:xfrm>
            <a:off x="306712" y="4857113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휴대전화번호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0437FF1B-6EBE-5520-E000-1E4A0ABD00C5}"/>
              </a:ext>
            </a:extLst>
          </p:cNvPr>
          <p:cNvSpPr/>
          <p:nvPr/>
        </p:nvSpPr>
        <p:spPr>
          <a:xfrm>
            <a:off x="374824" y="5730990"/>
            <a:ext cx="2973559" cy="28803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**********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2A35DEA-BF66-36E1-C94D-78F90C12F1AB}"/>
              </a:ext>
            </a:extLst>
          </p:cNvPr>
          <p:cNvSpPr txBox="1"/>
          <p:nvPr/>
        </p:nvSpPr>
        <p:spPr>
          <a:xfrm>
            <a:off x="306712" y="5494321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비밀번호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47A5E2C6-9BFE-E489-89BA-87BC52AA83B0}"/>
              </a:ext>
            </a:extLst>
          </p:cNvPr>
          <p:cNvSpPr/>
          <p:nvPr/>
        </p:nvSpPr>
        <p:spPr>
          <a:xfrm>
            <a:off x="2763008" y="3889007"/>
            <a:ext cx="521122" cy="211643"/>
          </a:xfrm>
          <a:prstGeom prst="round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수정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39D0CD3E-F1D5-AD9E-26B5-C0CA47B8CB33}"/>
              </a:ext>
            </a:extLst>
          </p:cNvPr>
          <p:cNvSpPr/>
          <p:nvPr/>
        </p:nvSpPr>
        <p:spPr>
          <a:xfrm>
            <a:off x="2755298" y="5131976"/>
            <a:ext cx="521122" cy="211643"/>
          </a:xfrm>
          <a:prstGeom prst="round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수정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426BEAC6-49CD-8AB2-9BAE-071F13636FD5}"/>
              </a:ext>
            </a:extLst>
          </p:cNvPr>
          <p:cNvSpPr/>
          <p:nvPr/>
        </p:nvSpPr>
        <p:spPr>
          <a:xfrm>
            <a:off x="2762204" y="5776269"/>
            <a:ext cx="521122" cy="211643"/>
          </a:xfrm>
          <a:prstGeom prst="round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수정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D2E64403-0977-A154-E3A7-77054A28EA9E}"/>
              </a:ext>
            </a:extLst>
          </p:cNvPr>
          <p:cNvSpPr/>
          <p:nvPr/>
        </p:nvSpPr>
        <p:spPr>
          <a:xfrm>
            <a:off x="3632777" y="1412776"/>
            <a:ext cx="3207008" cy="2512993"/>
          </a:xfrm>
          <a:prstGeom prst="roundRect">
            <a:avLst>
              <a:gd name="adj" fmla="val 4362"/>
            </a:avLst>
          </a:prstGeom>
          <a:solidFill>
            <a:schemeClr val="tx1">
              <a:alpha val="2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5BE8E9AD-ADEA-367B-D5E1-59873FE91135}"/>
              </a:ext>
            </a:extLst>
          </p:cNvPr>
          <p:cNvGrpSpPr/>
          <p:nvPr/>
        </p:nvGrpSpPr>
        <p:grpSpPr>
          <a:xfrm>
            <a:off x="3641243" y="1412776"/>
            <a:ext cx="3191585" cy="2404196"/>
            <a:chOff x="3657876" y="1412776"/>
            <a:chExt cx="3191585" cy="2404196"/>
          </a:xfrm>
        </p:grpSpPr>
        <p:sp>
          <p:nvSpPr>
            <p:cNvPr id="59" name="사각형: 둥근 모서리 58">
              <a:extLst>
                <a:ext uri="{FF2B5EF4-FFF2-40B4-BE49-F238E27FC236}">
                  <a16:creationId xmlns:a16="http://schemas.microsoft.com/office/drawing/2014/main" id="{E580B2B5-6814-2D4A-73DE-F4C18FE081A4}"/>
                </a:ext>
              </a:extLst>
            </p:cNvPr>
            <p:cNvSpPr/>
            <p:nvPr/>
          </p:nvSpPr>
          <p:spPr>
            <a:xfrm>
              <a:off x="3657876" y="1448779"/>
              <a:ext cx="3191585" cy="2368193"/>
            </a:xfrm>
            <a:prstGeom prst="roundRect">
              <a:avLst>
                <a:gd name="adj" fmla="val 3091"/>
              </a:avLst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F8A1C25-6759-45EE-4769-464E886C4F33}"/>
                </a:ext>
              </a:extLst>
            </p:cNvPr>
            <p:cNvSpPr txBox="1"/>
            <p:nvPr/>
          </p:nvSpPr>
          <p:spPr>
            <a:xfrm>
              <a:off x="6502192" y="1412776"/>
              <a:ext cx="2788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/>
                <a:t>×</a:t>
              </a:r>
              <a:endParaRPr lang="ko-KR" altLang="en-US" b="1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DA4ABDB-A933-99E1-FDBF-DE9A4413D238}"/>
                </a:ext>
              </a:extLst>
            </p:cNvPr>
            <p:cNvSpPr txBox="1"/>
            <p:nvPr/>
          </p:nvSpPr>
          <p:spPr>
            <a:xfrm>
              <a:off x="3680808" y="1489720"/>
              <a:ext cx="192026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/>
                <a:t>비밀번호 변경</a:t>
              </a:r>
            </a:p>
          </p:txBody>
        </p:sp>
      </p:grp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2B3EC838-8CE4-C8AF-91AA-49F6AA709DBB}"/>
              </a:ext>
            </a:extLst>
          </p:cNvPr>
          <p:cNvSpPr/>
          <p:nvPr/>
        </p:nvSpPr>
        <p:spPr>
          <a:xfrm>
            <a:off x="3756496" y="2009485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현재 비밀번호를 입력해 주세요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8143854-A851-36DF-D72C-880C6B69C11F}"/>
              </a:ext>
            </a:extLst>
          </p:cNvPr>
          <p:cNvSpPr txBox="1"/>
          <p:nvPr/>
        </p:nvSpPr>
        <p:spPr>
          <a:xfrm>
            <a:off x="3688384" y="1772816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현재 비밀번호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CFB874D8-F3D3-E7FD-4D51-FE5D9042AC11}"/>
              </a:ext>
            </a:extLst>
          </p:cNvPr>
          <p:cNvSpPr/>
          <p:nvPr/>
        </p:nvSpPr>
        <p:spPr>
          <a:xfrm>
            <a:off x="3756496" y="3429000"/>
            <a:ext cx="2983370" cy="28803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비밀번호 변경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9A375F98-A01A-B6C1-EE96-2AB3D0C9E54C}"/>
              </a:ext>
            </a:extLst>
          </p:cNvPr>
          <p:cNvSpPr/>
          <p:nvPr/>
        </p:nvSpPr>
        <p:spPr>
          <a:xfrm>
            <a:off x="3764200" y="2657557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새 비밀번호를 입력해 주세요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14F751B-A552-FD9E-D0C9-F55AA5574980}"/>
              </a:ext>
            </a:extLst>
          </p:cNvPr>
          <p:cNvSpPr txBox="1"/>
          <p:nvPr/>
        </p:nvSpPr>
        <p:spPr>
          <a:xfrm>
            <a:off x="3696088" y="2420888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새 비밀번호</a:t>
            </a: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1EC9D7CD-388A-8606-5367-4A7B6613D8AB}"/>
              </a:ext>
            </a:extLst>
          </p:cNvPr>
          <p:cNvSpPr/>
          <p:nvPr/>
        </p:nvSpPr>
        <p:spPr>
          <a:xfrm>
            <a:off x="3770129" y="3047896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비밀번호를 한번 더 입력해 주세요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45FF3875-619B-16BE-F233-BCC168B501A5}"/>
              </a:ext>
            </a:extLst>
          </p:cNvPr>
          <p:cNvCxnSpPr>
            <a:cxnSpLocks/>
            <a:stCxn id="30" idx="0"/>
            <a:endCxn id="14" idx="1"/>
          </p:cNvCxnSpPr>
          <p:nvPr/>
        </p:nvCxnSpPr>
        <p:spPr>
          <a:xfrm rot="5400000" flipH="1" flipV="1">
            <a:off x="1759120" y="3914538"/>
            <a:ext cx="3125377" cy="598087"/>
          </a:xfrm>
          <a:prstGeom prst="bentConnector2">
            <a:avLst/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6ABE4EA-84D2-1104-B34D-D127546F0D68}"/>
              </a:ext>
            </a:extLst>
          </p:cNvPr>
          <p:cNvSpPr/>
          <p:nvPr/>
        </p:nvSpPr>
        <p:spPr>
          <a:xfrm>
            <a:off x="3620852" y="1412776"/>
            <a:ext cx="3267284" cy="2476231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24664A2B-474C-69B8-0402-923A1F3A82E4}"/>
              </a:ext>
            </a:extLst>
          </p:cNvPr>
          <p:cNvSpPr/>
          <p:nvPr/>
        </p:nvSpPr>
        <p:spPr>
          <a:xfrm>
            <a:off x="3548844" y="1340792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1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5785B5AA-7A42-153B-845E-4AC7954C58F6}"/>
              </a:ext>
            </a:extLst>
          </p:cNvPr>
          <p:cNvGrpSpPr/>
          <p:nvPr/>
        </p:nvGrpSpPr>
        <p:grpSpPr>
          <a:xfrm>
            <a:off x="3618075" y="4126229"/>
            <a:ext cx="3191585" cy="2404196"/>
            <a:chOff x="3657876" y="1412776"/>
            <a:chExt cx="3191585" cy="2404196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F3D6DB70-1B55-5451-1E38-C360C884C32F}"/>
                </a:ext>
              </a:extLst>
            </p:cNvPr>
            <p:cNvSpPr/>
            <p:nvPr/>
          </p:nvSpPr>
          <p:spPr>
            <a:xfrm>
              <a:off x="3657876" y="1448779"/>
              <a:ext cx="3191585" cy="2368193"/>
            </a:xfrm>
            <a:prstGeom prst="roundRect">
              <a:avLst>
                <a:gd name="adj" fmla="val 3091"/>
              </a:avLst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D2F0E60-586A-C05A-B65F-C466790348AF}"/>
                </a:ext>
              </a:extLst>
            </p:cNvPr>
            <p:cNvSpPr txBox="1"/>
            <p:nvPr/>
          </p:nvSpPr>
          <p:spPr>
            <a:xfrm>
              <a:off x="6502192" y="1412776"/>
              <a:ext cx="2788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/>
                <a:t>×</a:t>
              </a:r>
              <a:endParaRPr lang="ko-KR" altLang="en-US" b="1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C5B9FB4-088D-88C0-652E-E6A4C73E39F5}"/>
                </a:ext>
              </a:extLst>
            </p:cNvPr>
            <p:cNvSpPr txBox="1"/>
            <p:nvPr/>
          </p:nvSpPr>
          <p:spPr>
            <a:xfrm>
              <a:off x="3680808" y="1489720"/>
              <a:ext cx="192026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/>
                <a:t>비밀번호 변경</a:t>
              </a:r>
            </a:p>
          </p:txBody>
        </p:sp>
      </p:grp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3A33F03B-176C-B70A-23AC-F13D8FB6F1DF}"/>
              </a:ext>
            </a:extLst>
          </p:cNvPr>
          <p:cNvSpPr/>
          <p:nvPr/>
        </p:nvSpPr>
        <p:spPr>
          <a:xfrm>
            <a:off x="3733328" y="4722938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</a:rPr>
              <a:t>********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787961B-82F4-CF8D-0994-8547B45D8A33}"/>
              </a:ext>
            </a:extLst>
          </p:cNvPr>
          <p:cNvSpPr txBox="1"/>
          <p:nvPr/>
        </p:nvSpPr>
        <p:spPr>
          <a:xfrm>
            <a:off x="3665216" y="4486269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현재 비밀번호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05B4F0C8-6B75-9E9B-6C01-F9B53FB8C1D2}"/>
              </a:ext>
            </a:extLst>
          </p:cNvPr>
          <p:cNvSpPr/>
          <p:nvPr/>
        </p:nvSpPr>
        <p:spPr>
          <a:xfrm>
            <a:off x="3733328" y="6142453"/>
            <a:ext cx="2983370" cy="288032"/>
          </a:xfrm>
          <a:prstGeom prst="round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비밀번호 변경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1D810D07-1F45-97C5-A2E0-8E5CBF60C0F0}"/>
              </a:ext>
            </a:extLst>
          </p:cNvPr>
          <p:cNvSpPr/>
          <p:nvPr/>
        </p:nvSpPr>
        <p:spPr>
          <a:xfrm>
            <a:off x="3741032" y="5371010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qwer!137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7D672A7-6AEF-DFF4-079F-C729861456E1}"/>
              </a:ext>
            </a:extLst>
          </p:cNvPr>
          <p:cNvSpPr txBox="1"/>
          <p:nvPr/>
        </p:nvSpPr>
        <p:spPr>
          <a:xfrm>
            <a:off x="3672920" y="5134341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새 비밀번호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1C337E38-2772-DCAD-B55A-220D9E0596FF}"/>
              </a:ext>
            </a:extLst>
          </p:cNvPr>
          <p:cNvSpPr/>
          <p:nvPr/>
        </p:nvSpPr>
        <p:spPr>
          <a:xfrm>
            <a:off x="3746961" y="5761349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</a:rPr>
              <a:t>********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5D7E95F-3204-3729-C928-CDEB78AD3C36}"/>
              </a:ext>
            </a:extLst>
          </p:cNvPr>
          <p:cNvSpPr/>
          <p:nvPr/>
        </p:nvSpPr>
        <p:spPr>
          <a:xfrm>
            <a:off x="3597684" y="4126229"/>
            <a:ext cx="3267284" cy="2476231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1694B658-8810-0F79-4903-46D035BD1290}"/>
              </a:ext>
            </a:extLst>
          </p:cNvPr>
          <p:cNvSpPr/>
          <p:nvPr/>
        </p:nvSpPr>
        <p:spPr>
          <a:xfrm>
            <a:off x="3525676" y="4054245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2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54" name="Eye">
            <a:extLst>
              <a:ext uri="{FF2B5EF4-FFF2-40B4-BE49-F238E27FC236}">
                <a16:creationId xmlns:a16="http://schemas.microsoft.com/office/drawing/2014/main" id="{D1E66072-6C9B-4FFD-7938-72EDCB7B1845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449197" y="4820122"/>
            <a:ext cx="163513" cy="93663"/>
          </a:xfrm>
          <a:custGeom>
            <a:avLst/>
            <a:gdLst>
              <a:gd name="T0" fmla="*/ 707 w 1415"/>
              <a:gd name="T1" fmla="*/ 0 h 804"/>
              <a:gd name="T2" fmla="*/ 28 w 1415"/>
              <a:gd name="T3" fmla="*/ 361 h 804"/>
              <a:gd name="T4" fmla="*/ 52 w 1415"/>
              <a:gd name="T5" fmla="*/ 490 h 804"/>
              <a:gd name="T6" fmla="*/ 105 w 1415"/>
              <a:gd name="T7" fmla="*/ 506 h 804"/>
              <a:gd name="T8" fmla="*/ 181 w 1415"/>
              <a:gd name="T9" fmla="*/ 465 h 804"/>
              <a:gd name="T10" fmla="*/ 200 w 1415"/>
              <a:gd name="T11" fmla="*/ 440 h 804"/>
              <a:gd name="T12" fmla="*/ 707 w 1415"/>
              <a:gd name="T13" fmla="*/ 804 h 804"/>
              <a:gd name="T14" fmla="*/ 1215 w 1415"/>
              <a:gd name="T15" fmla="*/ 440 h 804"/>
              <a:gd name="T16" fmla="*/ 1234 w 1415"/>
              <a:gd name="T17" fmla="*/ 465 h 804"/>
              <a:gd name="T18" fmla="*/ 1361 w 1415"/>
              <a:gd name="T19" fmla="*/ 490 h 804"/>
              <a:gd name="T20" fmla="*/ 1387 w 1415"/>
              <a:gd name="T21" fmla="*/ 361 h 804"/>
              <a:gd name="T22" fmla="*/ 707 w 1415"/>
              <a:gd name="T23" fmla="*/ 0 h 804"/>
              <a:gd name="T24" fmla="*/ 707 w 1415"/>
              <a:gd name="T25" fmla="*/ 199 h 804"/>
              <a:gd name="T26" fmla="*/ 881 w 1415"/>
              <a:gd name="T27" fmla="*/ 372 h 804"/>
              <a:gd name="T28" fmla="*/ 707 w 1415"/>
              <a:gd name="T29" fmla="*/ 546 h 804"/>
              <a:gd name="T30" fmla="*/ 534 w 1415"/>
              <a:gd name="T31" fmla="*/ 372 h 804"/>
              <a:gd name="T32" fmla="*/ 707 w 1415"/>
              <a:gd name="T33" fmla="*/ 199 h 804"/>
              <a:gd name="T34" fmla="*/ 493 w 1415"/>
              <a:gd name="T35" fmla="*/ 222 h 804"/>
              <a:gd name="T36" fmla="*/ 445 w 1415"/>
              <a:gd name="T37" fmla="*/ 372 h 804"/>
              <a:gd name="T38" fmla="*/ 707 w 1415"/>
              <a:gd name="T39" fmla="*/ 633 h 804"/>
              <a:gd name="T40" fmla="*/ 968 w 1415"/>
              <a:gd name="T41" fmla="*/ 372 h 804"/>
              <a:gd name="T42" fmla="*/ 922 w 1415"/>
              <a:gd name="T43" fmla="*/ 222 h 804"/>
              <a:gd name="T44" fmla="*/ 1161 w 1415"/>
              <a:gd name="T45" fmla="*/ 378 h 804"/>
              <a:gd name="T46" fmla="*/ 707 w 1415"/>
              <a:gd name="T47" fmla="*/ 735 h 804"/>
              <a:gd name="T48" fmla="*/ 254 w 1415"/>
              <a:gd name="T49" fmla="*/ 378 h 804"/>
              <a:gd name="T50" fmla="*/ 493 w 1415"/>
              <a:gd name="T51" fmla="*/ 222 h 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415" h="804">
                <a:moveTo>
                  <a:pt x="707" y="0"/>
                </a:moveTo>
                <a:cubicBezTo>
                  <a:pt x="434" y="0"/>
                  <a:pt x="181" y="136"/>
                  <a:pt x="28" y="361"/>
                </a:cubicBezTo>
                <a:cubicBezTo>
                  <a:pt x="0" y="404"/>
                  <a:pt x="10" y="462"/>
                  <a:pt x="52" y="490"/>
                </a:cubicBezTo>
                <a:cubicBezTo>
                  <a:pt x="68" y="501"/>
                  <a:pt x="87" y="506"/>
                  <a:pt x="105" y="506"/>
                </a:cubicBezTo>
                <a:cubicBezTo>
                  <a:pt x="134" y="506"/>
                  <a:pt x="163" y="491"/>
                  <a:pt x="181" y="465"/>
                </a:cubicBezTo>
                <a:cubicBezTo>
                  <a:pt x="187" y="456"/>
                  <a:pt x="193" y="448"/>
                  <a:pt x="200" y="440"/>
                </a:cubicBezTo>
                <a:cubicBezTo>
                  <a:pt x="272" y="651"/>
                  <a:pt x="471" y="804"/>
                  <a:pt x="707" y="804"/>
                </a:cubicBezTo>
                <a:cubicBezTo>
                  <a:pt x="943" y="804"/>
                  <a:pt x="1143" y="651"/>
                  <a:pt x="1215" y="440"/>
                </a:cubicBezTo>
                <a:cubicBezTo>
                  <a:pt x="1222" y="448"/>
                  <a:pt x="1228" y="456"/>
                  <a:pt x="1234" y="465"/>
                </a:cubicBezTo>
                <a:cubicBezTo>
                  <a:pt x="1263" y="507"/>
                  <a:pt x="1319" y="519"/>
                  <a:pt x="1361" y="490"/>
                </a:cubicBezTo>
                <a:cubicBezTo>
                  <a:pt x="1404" y="462"/>
                  <a:pt x="1415" y="404"/>
                  <a:pt x="1387" y="361"/>
                </a:cubicBezTo>
                <a:cubicBezTo>
                  <a:pt x="1234" y="135"/>
                  <a:pt x="979" y="0"/>
                  <a:pt x="707" y="0"/>
                </a:cubicBezTo>
                <a:close/>
                <a:moveTo>
                  <a:pt x="707" y="199"/>
                </a:moveTo>
                <a:cubicBezTo>
                  <a:pt x="803" y="199"/>
                  <a:pt x="881" y="275"/>
                  <a:pt x="881" y="372"/>
                </a:cubicBezTo>
                <a:cubicBezTo>
                  <a:pt x="881" y="468"/>
                  <a:pt x="803" y="546"/>
                  <a:pt x="707" y="546"/>
                </a:cubicBezTo>
                <a:cubicBezTo>
                  <a:pt x="611" y="546"/>
                  <a:pt x="534" y="468"/>
                  <a:pt x="534" y="372"/>
                </a:cubicBezTo>
                <a:cubicBezTo>
                  <a:pt x="534" y="276"/>
                  <a:pt x="611" y="199"/>
                  <a:pt x="707" y="199"/>
                </a:cubicBezTo>
                <a:close/>
                <a:moveTo>
                  <a:pt x="493" y="222"/>
                </a:moveTo>
                <a:cubicBezTo>
                  <a:pt x="463" y="265"/>
                  <a:pt x="445" y="316"/>
                  <a:pt x="445" y="372"/>
                </a:cubicBezTo>
                <a:cubicBezTo>
                  <a:pt x="445" y="516"/>
                  <a:pt x="562" y="633"/>
                  <a:pt x="707" y="633"/>
                </a:cubicBezTo>
                <a:cubicBezTo>
                  <a:pt x="851" y="633"/>
                  <a:pt x="968" y="516"/>
                  <a:pt x="968" y="372"/>
                </a:cubicBezTo>
                <a:cubicBezTo>
                  <a:pt x="968" y="316"/>
                  <a:pt x="951" y="265"/>
                  <a:pt x="922" y="222"/>
                </a:cubicBezTo>
                <a:cubicBezTo>
                  <a:pt x="1012" y="255"/>
                  <a:pt x="1093" y="309"/>
                  <a:pt x="1161" y="378"/>
                </a:cubicBezTo>
                <a:cubicBezTo>
                  <a:pt x="1111" y="583"/>
                  <a:pt x="926" y="735"/>
                  <a:pt x="707" y="735"/>
                </a:cubicBezTo>
                <a:cubicBezTo>
                  <a:pt x="487" y="735"/>
                  <a:pt x="304" y="583"/>
                  <a:pt x="254" y="378"/>
                </a:cubicBezTo>
                <a:cubicBezTo>
                  <a:pt x="322" y="309"/>
                  <a:pt x="403" y="255"/>
                  <a:pt x="493" y="222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6" name="Eye">
            <a:extLst>
              <a:ext uri="{FF2B5EF4-FFF2-40B4-BE49-F238E27FC236}">
                <a16:creationId xmlns:a16="http://schemas.microsoft.com/office/drawing/2014/main" id="{5C4D9E2C-8C16-B483-62A0-DA79FA158E98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449196" y="5872897"/>
            <a:ext cx="163513" cy="93663"/>
          </a:xfrm>
          <a:custGeom>
            <a:avLst/>
            <a:gdLst>
              <a:gd name="T0" fmla="*/ 707 w 1415"/>
              <a:gd name="T1" fmla="*/ 0 h 804"/>
              <a:gd name="T2" fmla="*/ 28 w 1415"/>
              <a:gd name="T3" fmla="*/ 361 h 804"/>
              <a:gd name="T4" fmla="*/ 52 w 1415"/>
              <a:gd name="T5" fmla="*/ 490 h 804"/>
              <a:gd name="T6" fmla="*/ 105 w 1415"/>
              <a:gd name="T7" fmla="*/ 506 h 804"/>
              <a:gd name="T8" fmla="*/ 181 w 1415"/>
              <a:gd name="T9" fmla="*/ 465 h 804"/>
              <a:gd name="T10" fmla="*/ 200 w 1415"/>
              <a:gd name="T11" fmla="*/ 440 h 804"/>
              <a:gd name="T12" fmla="*/ 707 w 1415"/>
              <a:gd name="T13" fmla="*/ 804 h 804"/>
              <a:gd name="T14" fmla="*/ 1215 w 1415"/>
              <a:gd name="T15" fmla="*/ 440 h 804"/>
              <a:gd name="T16" fmla="*/ 1234 w 1415"/>
              <a:gd name="T17" fmla="*/ 465 h 804"/>
              <a:gd name="T18" fmla="*/ 1361 w 1415"/>
              <a:gd name="T19" fmla="*/ 490 h 804"/>
              <a:gd name="T20" fmla="*/ 1387 w 1415"/>
              <a:gd name="T21" fmla="*/ 361 h 804"/>
              <a:gd name="T22" fmla="*/ 707 w 1415"/>
              <a:gd name="T23" fmla="*/ 0 h 804"/>
              <a:gd name="T24" fmla="*/ 707 w 1415"/>
              <a:gd name="T25" fmla="*/ 199 h 804"/>
              <a:gd name="T26" fmla="*/ 881 w 1415"/>
              <a:gd name="T27" fmla="*/ 372 h 804"/>
              <a:gd name="T28" fmla="*/ 707 w 1415"/>
              <a:gd name="T29" fmla="*/ 546 h 804"/>
              <a:gd name="T30" fmla="*/ 534 w 1415"/>
              <a:gd name="T31" fmla="*/ 372 h 804"/>
              <a:gd name="T32" fmla="*/ 707 w 1415"/>
              <a:gd name="T33" fmla="*/ 199 h 804"/>
              <a:gd name="T34" fmla="*/ 493 w 1415"/>
              <a:gd name="T35" fmla="*/ 222 h 804"/>
              <a:gd name="T36" fmla="*/ 445 w 1415"/>
              <a:gd name="T37" fmla="*/ 372 h 804"/>
              <a:gd name="T38" fmla="*/ 707 w 1415"/>
              <a:gd name="T39" fmla="*/ 633 h 804"/>
              <a:gd name="T40" fmla="*/ 968 w 1415"/>
              <a:gd name="T41" fmla="*/ 372 h 804"/>
              <a:gd name="T42" fmla="*/ 922 w 1415"/>
              <a:gd name="T43" fmla="*/ 222 h 804"/>
              <a:gd name="T44" fmla="*/ 1161 w 1415"/>
              <a:gd name="T45" fmla="*/ 378 h 804"/>
              <a:gd name="T46" fmla="*/ 707 w 1415"/>
              <a:gd name="T47" fmla="*/ 735 h 804"/>
              <a:gd name="T48" fmla="*/ 254 w 1415"/>
              <a:gd name="T49" fmla="*/ 378 h 804"/>
              <a:gd name="T50" fmla="*/ 493 w 1415"/>
              <a:gd name="T51" fmla="*/ 222 h 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415" h="804">
                <a:moveTo>
                  <a:pt x="707" y="0"/>
                </a:moveTo>
                <a:cubicBezTo>
                  <a:pt x="434" y="0"/>
                  <a:pt x="181" y="136"/>
                  <a:pt x="28" y="361"/>
                </a:cubicBezTo>
                <a:cubicBezTo>
                  <a:pt x="0" y="404"/>
                  <a:pt x="10" y="462"/>
                  <a:pt x="52" y="490"/>
                </a:cubicBezTo>
                <a:cubicBezTo>
                  <a:pt x="68" y="501"/>
                  <a:pt x="87" y="506"/>
                  <a:pt x="105" y="506"/>
                </a:cubicBezTo>
                <a:cubicBezTo>
                  <a:pt x="134" y="506"/>
                  <a:pt x="163" y="491"/>
                  <a:pt x="181" y="465"/>
                </a:cubicBezTo>
                <a:cubicBezTo>
                  <a:pt x="187" y="456"/>
                  <a:pt x="193" y="448"/>
                  <a:pt x="200" y="440"/>
                </a:cubicBezTo>
                <a:cubicBezTo>
                  <a:pt x="272" y="651"/>
                  <a:pt x="471" y="804"/>
                  <a:pt x="707" y="804"/>
                </a:cubicBezTo>
                <a:cubicBezTo>
                  <a:pt x="943" y="804"/>
                  <a:pt x="1143" y="651"/>
                  <a:pt x="1215" y="440"/>
                </a:cubicBezTo>
                <a:cubicBezTo>
                  <a:pt x="1222" y="448"/>
                  <a:pt x="1228" y="456"/>
                  <a:pt x="1234" y="465"/>
                </a:cubicBezTo>
                <a:cubicBezTo>
                  <a:pt x="1263" y="507"/>
                  <a:pt x="1319" y="519"/>
                  <a:pt x="1361" y="490"/>
                </a:cubicBezTo>
                <a:cubicBezTo>
                  <a:pt x="1404" y="462"/>
                  <a:pt x="1415" y="404"/>
                  <a:pt x="1387" y="361"/>
                </a:cubicBezTo>
                <a:cubicBezTo>
                  <a:pt x="1234" y="135"/>
                  <a:pt x="979" y="0"/>
                  <a:pt x="707" y="0"/>
                </a:cubicBezTo>
                <a:close/>
                <a:moveTo>
                  <a:pt x="707" y="199"/>
                </a:moveTo>
                <a:cubicBezTo>
                  <a:pt x="803" y="199"/>
                  <a:pt x="881" y="275"/>
                  <a:pt x="881" y="372"/>
                </a:cubicBezTo>
                <a:cubicBezTo>
                  <a:pt x="881" y="468"/>
                  <a:pt x="803" y="546"/>
                  <a:pt x="707" y="546"/>
                </a:cubicBezTo>
                <a:cubicBezTo>
                  <a:pt x="611" y="546"/>
                  <a:pt x="534" y="468"/>
                  <a:pt x="534" y="372"/>
                </a:cubicBezTo>
                <a:cubicBezTo>
                  <a:pt x="534" y="276"/>
                  <a:pt x="611" y="199"/>
                  <a:pt x="707" y="199"/>
                </a:cubicBezTo>
                <a:close/>
                <a:moveTo>
                  <a:pt x="493" y="222"/>
                </a:moveTo>
                <a:cubicBezTo>
                  <a:pt x="463" y="265"/>
                  <a:pt x="445" y="316"/>
                  <a:pt x="445" y="372"/>
                </a:cubicBezTo>
                <a:cubicBezTo>
                  <a:pt x="445" y="516"/>
                  <a:pt x="562" y="633"/>
                  <a:pt x="707" y="633"/>
                </a:cubicBezTo>
                <a:cubicBezTo>
                  <a:pt x="851" y="633"/>
                  <a:pt x="968" y="516"/>
                  <a:pt x="968" y="372"/>
                </a:cubicBezTo>
                <a:cubicBezTo>
                  <a:pt x="968" y="316"/>
                  <a:pt x="951" y="265"/>
                  <a:pt x="922" y="222"/>
                </a:cubicBezTo>
                <a:cubicBezTo>
                  <a:pt x="1012" y="255"/>
                  <a:pt x="1093" y="309"/>
                  <a:pt x="1161" y="378"/>
                </a:cubicBezTo>
                <a:cubicBezTo>
                  <a:pt x="1111" y="583"/>
                  <a:pt x="926" y="735"/>
                  <a:pt x="707" y="735"/>
                </a:cubicBezTo>
                <a:cubicBezTo>
                  <a:pt x="487" y="735"/>
                  <a:pt x="304" y="583"/>
                  <a:pt x="254" y="378"/>
                </a:cubicBezTo>
                <a:cubicBezTo>
                  <a:pt x="322" y="309"/>
                  <a:pt x="403" y="255"/>
                  <a:pt x="493" y="222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70" name="연결선: 꺾임 69">
            <a:extLst>
              <a:ext uri="{FF2B5EF4-FFF2-40B4-BE49-F238E27FC236}">
                <a16:creationId xmlns:a16="http://schemas.microsoft.com/office/drawing/2014/main" id="{344D13C8-728D-D5F8-22EA-133C0D59F8D1}"/>
              </a:ext>
            </a:extLst>
          </p:cNvPr>
          <p:cNvCxnSpPr>
            <a:cxnSpLocks/>
            <a:stCxn id="14" idx="2"/>
            <a:endCxn id="43" idx="0"/>
          </p:cNvCxnSpPr>
          <p:nvPr/>
        </p:nvCxnSpPr>
        <p:spPr>
          <a:xfrm rot="5400000">
            <a:off x="5124299" y="3996034"/>
            <a:ext cx="237222" cy="23168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Eye">
            <a:extLst>
              <a:ext uri="{FF2B5EF4-FFF2-40B4-BE49-F238E27FC236}">
                <a16:creationId xmlns:a16="http://schemas.microsoft.com/office/drawing/2014/main" id="{2AEE84C2-CB2D-6825-FFDE-C310F5AFDB86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462391" y="5504144"/>
            <a:ext cx="163513" cy="93663"/>
          </a:xfrm>
          <a:custGeom>
            <a:avLst/>
            <a:gdLst>
              <a:gd name="T0" fmla="*/ 707 w 1415"/>
              <a:gd name="T1" fmla="*/ 0 h 804"/>
              <a:gd name="T2" fmla="*/ 28 w 1415"/>
              <a:gd name="T3" fmla="*/ 361 h 804"/>
              <a:gd name="T4" fmla="*/ 52 w 1415"/>
              <a:gd name="T5" fmla="*/ 490 h 804"/>
              <a:gd name="T6" fmla="*/ 105 w 1415"/>
              <a:gd name="T7" fmla="*/ 506 h 804"/>
              <a:gd name="T8" fmla="*/ 181 w 1415"/>
              <a:gd name="T9" fmla="*/ 465 h 804"/>
              <a:gd name="T10" fmla="*/ 200 w 1415"/>
              <a:gd name="T11" fmla="*/ 440 h 804"/>
              <a:gd name="T12" fmla="*/ 707 w 1415"/>
              <a:gd name="T13" fmla="*/ 804 h 804"/>
              <a:gd name="T14" fmla="*/ 1215 w 1415"/>
              <a:gd name="T15" fmla="*/ 440 h 804"/>
              <a:gd name="T16" fmla="*/ 1234 w 1415"/>
              <a:gd name="T17" fmla="*/ 465 h 804"/>
              <a:gd name="T18" fmla="*/ 1361 w 1415"/>
              <a:gd name="T19" fmla="*/ 490 h 804"/>
              <a:gd name="T20" fmla="*/ 1387 w 1415"/>
              <a:gd name="T21" fmla="*/ 361 h 804"/>
              <a:gd name="T22" fmla="*/ 707 w 1415"/>
              <a:gd name="T23" fmla="*/ 0 h 804"/>
              <a:gd name="T24" fmla="*/ 707 w 1415"/>
              <a:gd name="T25" fmla="*/ 199 h 804"/>
              <a:gd name="T26" fmla="*/ 881 w 1415"/>
              <a:gd name="T27" fmla="*/ 372 h 804"/>
              <a:gd name="T28" fmla="*/ 707 w 1415"/>
              <a:gd name="T29" fmla="*/ 546 h 804"/>
              <a:gd name="T30" fmla="*/ 534 w 1415"/>
              <a:gd name="T31" fmla="*/ 372 h 804"/>
              <a:gd name="T32" fmla="*/ 707 w 1415"/>
              <a:gd name="T33" fmla="*/ 199 h 804"/>
              <a:gd name="T34" fmla="*/ 493 w 1415"/>
              <a:gd name="T35" fmla="*/ 222 h 804"/>
              <a:gd name="T36" fmla="*/ 445 w 1415"/>
              <a:gd name="T37" fmla="*/ 372 h 804"/>
              <a:gd name="T38" fmla="*/ 707 w 1415"/>
              <a:gd name="T39" fmla="*/ 633 h 804"/>
              <a:gd name="T40" fmla="*/ 968 w 1415"/>
              <a:gd name="T41" fmla="*/ 372 h 804"/>
              <a:gd name="T42" fmla="*/ 922 w 1415"/>
              <a:gd name="T43" fmla="*/ 222 h 804"/>
              <a:gd name="T44" fmla="*/ 1161 w 1415"/>
              <a:gd name="T45" fmla="*/ 378 h 804"/>
              <a:gd name="T46" fmla="*/ 707 w 1415"/>
              <a:gd name="T47" fmla="*/ 735 h 804"/>
              <a:gd name="T48" fmla="*/ 254 w 1415"/>
              <a:gd name="T49" fmla="*/ 378 h 804"/>
              <a:gd name="T50" fmla="*/ 493 w 1415"/>
              <a:gd name="T51" fmla="*/ 222 h 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415" h="804">
                <a:moveTo>
                  <a:pt x="707" y="0"/>
                </a:moveTo>
                <a:cubicBezTo>
                  <a:pt x="434" y="0"/>
                  <a:pt x="181" y="136"/>
                  <a:pt x="28" y="361"/>
                </a:cubicBezTo>
                <a:cubicBezTo>
                  <a:pt x="0" y="404"/>
                  <a:pt x="10" y="462"/>
                  <a:pt x="52" y="490"/>
                </a:cubicBezTo>
                <a:cubicBezTo>
                  <a:pt x="68" y="501"/>
                  <a:pt x="87" y="506"/>
                  <a:pt x="105" y="506"/>
                </a:cubicBezTo>
                <a:cubicBezTo>
                  <a:pt x="134" y="506"/>
                  <a:pt x="163" y="491"/>
                  <a:pt x="181" y="465"/>
                </a:cubicBezTo>
                <a:cubicBezTo>
                  <a:pt x="187" y="456"/>
                  <a:pt x="193" y="448"/>
                  <a:pt x="200" y="440"/>
                </a:cubicBezTo>
                <a:cubicBezTo>
                  <a:pt x="272" y="651"/>
                  <a:pt x="471" y="804"/>
                  <a:pt x="707" y="804"/>
                </a:cubicBezTo>
                <a:cubicBezTo>
                  <a:pt x="943" y="804"/>
                  <a:pt x="1143" y="651"/>
                  <a:pt x="1215" y="440"/>
                </a:cubicBezTo>
                <a:cubicBezTo>
                  <a:pt x="1222" y="448"/>
                  <a:pt x="1228" y="456"/>
                  <a:pt x="1234" y="465"/>
                </a:cubicBezTo>
                <a:cubicBezTo>
                  <a:pt x="1263" y="507"/>
                  <a:pt x="1319" y="519"/>
                  <a:pt x="1361" y="490"/>
                </a:cubicBezTo>
                <a:cubicBezTo>
                  <a:pt x="1404" y="462"/>
                  <a:pt x="1415" y="404"/>
                  <a:pt x="1387" y="361"/>
                </a:cubicBezTo>
                <a:cubicBezTo>
                  <a:pt x="1234" y="135"/>
                  <a:pt x="979" y="0"/>
                  <a:pt x="707" y="0"/>
                </a:cubicBezTo>
                <a:close/>
                <a:moveTo>
                  <a:pt x="707" y="199"/>
                </a:moveTo>
                <a:cubicBezTo>
                  <a:pt x="803" y="199"/>
                  <a:pt x="881" y="275"/>
                  <a:pt x="881" y="372"/>
                </a:cubicBezTo>
                <a:cubicBezTo>
                  <a:pt x="881" y="468"/>
                  <a:pt x="803" y="546"/>
                  <a:pt x="707" y="546"/>
                </a:cubicBezTo>
                <a:cubicBezTo>
                  <a:pt x="611" y="546"/>
                  <a:pt x="534" y="468"/>
                  <a:pt x="534" y="372"/>
                </a:cubicBezTo>
                <a:cubicBezTo>
                  <a:pt x="534" y="276"/>
                  <a:pt x="611" y="199"/>
                  <a:pt x="707" y="199"/>
                </a:cubicBezTo>
                <a:close/>
                <a:moveTo>
                  <a:pt x="493" y="222"/>
                </a:moveTo>
                <a:cubicBezTo>
                  <a:pt x="463" y="265"/>
                  <a:pt x="445" y="316"/>
                  <a:pt x="445" y="372"/>
                </a:cubicBezTo>
                <a:cubicBezTo>
                  <a:pt x="445" y="516"/>
                  <a:pt x="562" y="633"/>
                  <a:pt x="707" y="633"/>
                </a:cubicBezTo>
                <a:cubicBezTo>
                  <a:pt x="851" y="633"/>
                  <a:pt x="968" y="516"/>
                  <a:pt x="968" y="372"/>
                </a:cubicBezTo>
                <a:cubicBezTo>
                  <a:pt x="968" y="316"/>
                  <a:pt x="951" y="265"/>
                  <a:pt x="922" y="222"/>
                </a:cubicBezTo>
                <a:cubicBezTo>
                  <a:pt x="1012" y="255"/>
                  <a:pt x="1093" y="309"/>
                  <a:pt x="1161" y="378"/>
                </a:cubicBezTo>
                <a:cubicBezTo>
                  <a:pt x="1111" y="583"/>
                  <a:pt x="926" y="735"/>
                  <a:pt x="707" y="735"/>
                </a:cubicBezTo>
                <a:cubicBezTo>
                  <a:pt x="487" y="735"/>
                  <a:pt x="304" y="583"/>
                  <a:pt x="254" y="378"/>
                </a:cubicBezTo>
                <a:cubicBezTo>
                  <a:pt x="322" y="309"/>
                  <a:pt x="403" y="255"/>
                  <a:pt x="493" y="222"/>
                </a:cubicBezTo>
                <a:close/>
              </a:path>
            </a:pathLst>
          </a:cu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80" name="Double Tap">
            <a:extLst>
              <a:ext uri="{FF2B5EF4-FFF2-40B4-BE49-F238E27FC236}">
                <a16:creationId xmlns:a16="http://schemas.microsoft.com/office/drawing/2014/main" id="{CB57EF12-F1BD-06CD-3FD6-98B8B71D8E75}"/>
              </a:ext>
            </a:extLst>
          </p:cNvPr>
          <p:cNvGrpSpPr>
            <a:grpSpLocks noChangeAspect="1"/>
          </p:cNvGrpSpPr>
          <p:nvPr/>
        </p:nvGrpSpPr>
        <p:grpSpPr>
          <a:xfrm>
            <a:off x="6595777" y="5539715"/>
            <a:ext cx="392008" cy="576000"/>
            <a:chOff x="2640013" y="1482726"/>
            <a:chExt cx="984250" cy="1446213"/>
          </a:xfrm>
        </p:grpSpPr>
        <p:sp>
          <p:nvSpPr>
            <p:cNvPr id="81" name="Touch Point Inner">
              <a:extLst>
                <a:ext uri="{FF2B5EF4-FFF2-40B4-BE49-F238E27FC236}">
                  <a16:creationId xmlns:a16="http://schemas.microsoft.com/office/drawing/2014/main" id="{2456CBD1-F4E1-DA2F-3E47-17B9E76869A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25763" y="1555751"/>
              <a:ext cx="327025" cy="327025"/>
            </a:xfrm>
            <a:prstGeom prst="ellipse">
              <a:avLst/>
            </a:prstGeom>
            <a:noFill/>
            <a:ln w="25400" cap="sq">
              <a:solidFill>
                <a:srgbClr val="5B9BD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2" name="Touch Point Outer">
              <a:extLst>
                <a:ext uri="{FF2B5EF4-FFF2-40B4-BE49-F238E27FC236}">
                  <a16:creationId xmlns:a16="http://schemas.microsoft.com/office/drawing/2014/main" id="{7F43AEBA-7AF6-9575-E80A-1CBFA3433D2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52738" y="1482726"/>
              <a:ext cx="474663" cy="473075"/>
            </a:xfrm>
            <a:prstGeom prst="ellipse">
              <a:avLst/>
            </a:prstGeom>
            <a:noFill/>
            <a:ln w="25400" cap="sq">
              <a:solidFill>
                <a:srgbClr val="5B9BD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3" name="Hand">
              <a:extLst>
                <a:ext uri="{FF2B5EF4-FFF2-40B4-BE49-F238E27FC236}">
                  <a16:creationId xmlns:a16="http://schemas.microsoft.com/office/drawing/2014/main" id="{9D156679-D9EA-298F-01AD-BE4D5FFD61E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640013" y="1631951"/>
              <a:ext cx="984250" cy="1296988"/>
            </a:xfrm>
            <a:custGeom>
              <a:avLst/>
              <a:gdLst>
                <a:gd name="T0" fmla="*/ 466 w 962"/>
                <a:gd name="T1" fmla="*/ 1268 h 1268"/>
                <a:gd name="T2" fmla="*/ 391 w 962"/>
                <a:gd name="T3" fmla="*/ 1087 h 1268"/>
                <a:gd name="T4" fmla="*/ 213 w 962"/>
                <a:gd name="T5" fmla="*/ 831 h 1268"/>
                <a:gd name="T6" fmla="*/ 59 w 962"/>
                <a:gd name="T7" fmla="*/ 593 h 1268"/>
                <a:gd name="T8" fmla="*/ 77 w 962"/>
                <a:gd name="T9" fmla="*/ 487 h 1268"/>
                <a:gd name="T10" fmla="*/ 371 w 962"/>
                <a:gd name="T11" fmla="*/ 690 h 1268"/>
                <a:gd name="T12" fmla="*/ 369 w 962"/>
                <a:gd name="T13" fmla="*/ 117 h 1268"/>
                <a:gd name="T14" fmla="*/ 516 w 962"/>
                <a:gd name="T15" fmla="*/ 117 h 1268"/>
                <a:gd name="T16" fmla="*/ 516 w 962"/>
                <a:gd name="T17" fmla="*/ 533 h 1268"/>
                <a:gd name="T18" fmla="*/ 516 w 962"/>
                <a:gd name="T19" fmla="*/ 399 h 1268"/>
                <a:gd name="T20" fmla="*/ 662 w 962"/>
                <a:gd name="T21" fmla="*/ 399 h 1268"/>
                <a:gd name="T22" fmla="*/ 662 w 962"/>
                <a:gd name="T23" fmla="*/ 610 h 1268"/>
                <a:gd name="T24" fmla="*/ 662 w 962"/>
                <a:gd name="T25" fmla="*/ 479 h 1268"/>
                <a:gd name="T26" fmla="*/ 807 w 962"/>
                <a:gd name="T27" fmla="*/ 488 h 1268"/>
                <a:gd name="T28" fmla="*/ 807 w 962"/>
                <a:gd name="T29" fmla="*/ 678 h 1268"/>
                <a:gd name="T30" fmla="*/ 807 w 962"/>
                <a:gd name="T31" fmla="*/ 542 h 1268"/>
                <a:gd name="T32" fmla="*/ 946 w 962"/>
                <a:gd name="T33" fmla="*/ 555 h 1268"/>
                <a:gd name="T34" fmla="*/ 946 w 962"/>
                <a:gd name="T35" fmla="*/ 949 h 1268"/>
                <a:gd name="T36" fmla="*/ 851 w 962"/>
                <a:gd name="T37" fmla="*/ 1268 h 1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2" h="1268">
                  <a:moveTo>
                    <a:pt x="466" y="1268"/>
                  </a:moveTo>
                  <a:cubicBezTo>
                    <a:pt x="466" y="1187"/>
                    <a:pt x="449" y="1130"/>
                    <a:pt x="391" y="1087"/>
                  </a:cubicBezTo>
                  <a:cubicBezTo>
                    <a:pt x="328" y="1041"/>
                    <a:pt x="243" y="917"/>
                    <a:pt x="213" y="831"/>
                  </a:cubicBezTo>
                  <a:cubicBezTo>
                    <a:pt x="182" y="745"/>
                    <a:pt x="105" y="653"/>
                    <a:pt x="59" y="593"/>
                  </a:cubicBezTo>
                  <a:cubicBezTo>
                    <a:pt x="17" y="554"/>
                    <a:pt x="0" y="519"/>
                    <a:pt x="77" y="487"/>
                  </a:cubicBezTo>
                  <a:cubicBezTo>
                    <a:pt x="247" y="462"/>
                    <a:pt x="310" y="775"/>
                    <a:pt x="371" y="690"/>
                  </a:cubicBezTo>
                  <a:cubicBezTo>
                    <a:pt x="371" y="537"/>
                    <a:pt x="369" y="216"/>
                    <a:pt x="369" y="117"/>
                  </a:cubicBezTo>
                  <a:cubicBezTo>
                    <a:pt x="369" y="0"/>
                    <a:pt x="516" y="1"/>
                    <a:pt x="516" y="117"/>
                  </a:cubicBezTo>
                  <a:lnTo>
                    <a:pt x="516" y="533"/>
                  </a:lnTo>
                  <a:lnTo>
                    <a:pt x="516" y="399"/>
                  </a:lnTo>
                  <a:cubicBezTo>
                    <a:pt x="516" y="284"/>
                    <a:pt x="662" y="325"/>
                    <a:pt x="662" y="399"/>
                  </a:cubicBezTo>
                  <a:lnTo>
                    <a:pt x="662" y="610"/>
                  </a:lnTo>
                  <a:lnTo>
                    <a:pt x="662" y="479"/>
                  </a:lnTo>
                  <a:cubicBezTo>
                    <a:pt x="662" y="359"/>
                    <a:pt x="807" y="404"/>
                    <a:pt x="807" y="488"/>
                  </a:cubicBezTo>
                  <a:lnTo>
                    <a:pt x="807" y="678"/>
                  </a:lnTo>
                  <a:lnTo>
                    <a:pt x="807" y="542"/>
                  </a:lnTo>
                  <a:cubicBezTo>
                    <a:pt x="807" y="440"/>
                    <a:pt x="946" y="483"/>
                    <a:pt x="946" y="555"/>
                  </a:cubicBezTo>
                  <a:cubicBezTo>
                    <a:pt x="946" y="555"/>
                    <a:pt x="962" y="827"/>
                    <a:pt x="946" y="949"/>
                  </a:cubicBezTo>
                  <a:cubicBezTo>
                    <a:pt x="935" y="1042"/>
                    <a:pt x="851" y="1115"/>
                    <a:pt x="851" y="1268"/>
                  </a:cubicBezTo>
                </a:path>
              </a:pathLst>
            </a:custGeom>
            <a:solidFill>
              <a:srgbClr val="FFFFFF"/>
            </a:solidFill>
            <a:ln w="25400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37161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52388-A3D1-FCBF-8574-B0AA2F2EA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oup 260">
            <a:extLst>
              <a:ext uri="{FF2B5EF4-FFF2-40B4-BE49-F238E27FC236}">
                <a16:creationId xmlns:a16="http://schemas.microsoft.com/office/drawing/2014/main" id="{A0AA911B-9D84-77EB-D72A-6786B572B3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5536925"/>
              </p:ext>
            </p:extLst>
          </p:nvPr>
        </p:nvGraphicFramePr>
        <p:xfrm>
          <a:off x="6969418" y="2548005"/>
          <a:ext cx="2772114" cy="210021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회원정보 관리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비밀번호 변경 </a:t>
                      </a:r>
                      <a:r>
                        <a:rPr kumimoji="1" lang="ko-KR" altLang="en-US" sz="7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알럿</a:t>
                      </a: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(1/2)</a:t>
                      </a: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최초 변경 신청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최초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신청시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노출 화면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비밀번호 입력 안내 문구 노출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현재 비밀번호 입력 오류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입력된 비밀번호가 현재 비밀번호와 일치하지 않은 경우 오류 안내 문구 노출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98225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비밀번호 정상 입력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입력된 비밀번호가 현재 비밀번호와 일치한 경우 정상 노출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767904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새 비밀번호 오류 입력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새 비밀번호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입력시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비밀번호 입력 정책에 맞지 않는 번호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입력시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오류 안내 문구 노출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51254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AA8831F-2406-F0D2-16CA-F2FF12AA1521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>
                <a:solidFill>
                  <a:prstClr val="black"/>
                </a:solidFill>
              </a:rPr>
              <a:t>홈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마이페이지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회원정보관리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343165-E221-F157-B297-EA852CDEF467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회원정보 관리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8A8FF7-9196-EB35-847A-B1DF010511C1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수정</a:t>
            </a: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D8AC0167-6DEC-403D-3AE4-9E80FAA40233}"/>
              </a:ext>
            </a:extLst>
          </p:cNvPr>
          <p:cNvGrpSpPr/>
          <p:nvPr/>
        </p:nvGrpSpPr>
        <p:grpSpPr>
          <a:xfrm>
            <a:off x="293124" y="1412776"/>
            <a:ext cx="3191585" cy="2404196"/>
            <a:chOff x="3657876" y="1412776"/>
            <a:chExt cx="3191585" cy="2404196"/>
          </a:xfrm>
        </p:grpSpPr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ECCDCA32-5AC4-1360-06E5-38F68EA3FC20}"/>
                </a:ext>
              </a:extLst>
            </p:cNvPr>
            <p:cNvSpPr/>
            <p:nvPr/>
          </p:nvSpPr>
          <p:spPr>
            <a:xfrm>
              <a:off x="3657876" y="1448779"/>
              <a:ext cx="3191585" cy="2368193"/>
            </a:xfrm>
            <a:prstGeom prst="roundRect">
              <a:avLst>
                <a:gd name="adj" fmla="val 3091"/>
              </a:avLst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D5206CD-46BC-4849-0617-5DA254D634B2}"/>
                </a:ext>
              </a:extLst>
            </p:cNvPr>
            <p:cNvSpPr txBox="1"/>
            <p:nvPr/>
          </p:nvSpPr>
          <p:spPr>
            <a:xfrm>
              <a:off x="6502192" y="1412776"/>
              <a:ext cx="2788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/>
                <a:t>×</a:t>
              </a:r>
              <a:endParaRPr lang="ko-KR" altLang="en-US" b="1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7B5F744-5A57-9985-F2B9-6A42BD2664A5}"/>
                </a:ext>
              </a:extLst>
            </p:cNvPr>
            <p:cNvSpPr txBox="1"/>
            <p:nvPr/>
          </p:nvSpPr>
          <p:spPr>
            <a:xfrm>
              <a:off x="3680808" y="1489720"/>
              <a:ext cx="192026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/>
                <a:t>비밀번호 변경</a:t>
              </a:r>
            </a:p>
          </p:txBody>
        </p:sp>
      </p:grp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02DFBB7E-4514-9764-D6F8-DC7CA09E4AB0}"/>
              </a:ext>
            </a:extLst>
          </p:cNvPr>
          <p:cNvSpPr/>
          <p:nvPr/>
        </p:nvSpPr>
        <p:spPr>
          <a:xfrm>
            <a:off x="408377" y="2009485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현재 비밀번호를 입력해 주세요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6680A78-2725-440F-B73F-A75D7566ADB3}"/>
              </a:ext>
            </a:extLst>
          </p:cNvPr>
          <p:cNvSpPr txBox="1"/>
          <p:nvPr/>
        </p:nvSpPr>
        <p:spPr>
          <a:xfrm>
            <a:off x="340265" y="1772816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현재 비밀번호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AE9201F4-8DC4-818C-52CC-78181E651D36}"/>
              </a:ext>
            </a:extLst>
          </p:cNvPr>
          <p:cNvSpPr/>
          <p:nvPr/>
        </p:nvSpPr>
        <p:spPr>
          <a:xfrm>
            <a:off x="408377" y="3429000"/>
            <a:ext cx="2983370" cy="28803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비밀번호 변경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DE51DDE0-92F5-DE07-4084-539B791D3EE1}"/>
              </a:ext>
            </a:extLst>
          </p:cNvPr>
          <p:cNvSpPr/>
          <p:nvPr/>
        </p:nvSpPr>
        <p:spPr>
          <a:xfrm>
            <a:off x="416081" y="2657557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새 비밀번호를 입력해 주세요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8BE4021-B70B-E39A-D8AA-184B44C66E96}"/>
              </a:ext>
            </a:extLst>
          </p:cNvPr>
          <p:cNvSpPr txBox="1"/>
          <p:nvPr/>
        </p:nvSpPr>
        <p:spPr>
          <a:xfrm>
            <a:off x="347969" y="2420888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새 비밀번호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AB2DD122-E3FC-54B5-7035-1A0CB393F412}"/>
              </a:ext>
            </a:extLst>
          </p:cNvPr>
          <p:cNvSpPr/>
          <p:nvPr/>
        </p:nvSpPr>
        <p:spPr>
          <a:xfrm>
            <a:off x="422010" y="3047896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비밀번호를 한번 더 입력해 주세요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57FCC2A9-EA44-ADFA-D3A5-3A38F3D2D8C4}"/>
              </a:ext>
            </a:extLst>
          </p:cNvPr>
          <p:cNvGrpSpPr/>
          <p:nvPr/>
        </p:nvGrpSpPr>
        <p:grpSpPr>
          <a:xfrm>
            <a:off x="3651025" y="1412776"/>
            <a:ext cx="3191585" cy="2600359"/>
            <a:chOff x="3657876" y="1412776"/>
            <a:chExt cx="3191585" cy="2600359"/>
          </a:xfrm>
        </p:grpSpPr>
        <p:sp>
          <p:nvSpPr>
            <p:cNvPr id="52" name="사각형: 둥근 모서리 51">
              <a:extLst>
                <a:ext uri="{FF2B5EF4-FFF2-40B4-BE49-F238E27FC236}">
                  <a16:creationId xmlns:a16="http://schemas.microsoft.com/office/drawing/2014/main" id="{42D5BF4B-47A4-0674-08C1-124CB7CF637C}"/>
                </a:ext>
              </a:extLst>
            </p:cNvPr>
            <p:cNvSpPr/>
            <p:nvPr/>
          </p:nvSpPr>
          <p:spPr>
            <a:xfrm>
              <a:off x="3657876" y="1448779"/>
              <a:ext cx="3191585" cy="2564356"/>
            </a:xfrm>
            <a:prstGeom prst="roundRect">
              <a:avLst>
                <a:gd name="adj" fmla="val 3091"/>
              </a:avLst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499AAAD-936C-2210-EBD4-536B768983B6}"/>
                </a:ext>
              </a:extLst>
            </p:cNvPr>
            <p:cNvSpPr txBox="1"/>
            <p:nvPr/>
          </p:nvSpPr>
          <p:spPr>
            <a:xfrm>
              <a:off x="6502192" y="1412776"/>
              <a:ext cx="2788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/>
                <a:t>×</a:t>
              </a:r>
              <a:endParaRPr lang="ko-KR" altLang="en-US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FC6DC7C-A4E2-D391-E105-2A6139161476}"/>
                </a:ext>
              </a:extLst>
            </p:cNvPr>
            <p:cNvSpPr txBox="1"/>
            <p:nvPr/>
          </p:nvSpPr>
          <p:spPr>
            <a:xfrm>
              <a:off x="3680808" y="1489720"/>
              <a:ext cx="192026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/>
                <a:t>비밀번호 변경</a:t>
              </a: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510DF305-ADA2-4748-0B35-63ADCC2E164E}"/>
              </a:ext>
            </a:extLst>
          </p:cNvPr>
          <p:cNvSpPr txBox="1"/>
          <p:nvPr/>
        </p:nvSpPr>
        <p:spPr>
          <a:xfrm>
            <a:off x="3698166" y="1772816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현재 비밀번호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C3938CA3-AB21-F787-02F5-340AAFA627FD}"/>
              </a:ext>
            </a:extLst>
          </p:cNvPr>
          <p:cNvSpPr/>
          <p:nvPr/>
        </p:nvSpPr>
        <p:spPr>
          <a:xfrm>
            <a:off x="3766278" y="3573016"/>
            <a:ext cx="2983370" cy="28803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비밀번호 변경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2028BC8E-ABFB-69FC-EA02-75F1D70217D8}"/>
              </a:ext>
            </a:extLst>
          </p:cNvPr>
          <p:cNvSpPr/>
          <p:nvPr/>
        </p:nvSpPr>
        <p:spPr>
          <a:xfrm>
            <a:off x="3773982" y="2801573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새 비밀번호를 입력해 주세요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63B4DE3-358E-A061-F04F-6A2326CE9934}"/>
              </a:ext>
            </a:extLst>
          </p:cNvPr>
          <p:cNvSpPr txBox="1"/>
          <p:nvPr/>
        </p:nvSpPr>
        <p:spPr>
          <a:xfrm>
            <a:off x="3705870" y="2564904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새 비밀번호</a:t>
            </a: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FD06F455-E8CC-F0A5-6477-7B965AF5D302}"/>
              </a:ext>
            </a:extLst>
          </p:cNvPr>
          <p:cNvSpPr/>
          <p:nvPr/>
        </p:nvSpPr>
        <p:spPr>
          <a:xfrm>
            <a:off x="3779911" y="3191912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비밀번호를 한번 더 입력해 주세요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414AA5C8-1E0F-81FC-0A5B-9F0106137B5B}"/>
              </a:ext>
            </a:extLst>
          </p:cNvPr>
          <p:cNvGrpSpPr/>
          <p:nvPr/>
        </p:nvGrpSpPr>
        <p:grpSpPr>
          <a:xfrm>
            <a:off x="293124" y="3910044"/>
            <a:ext cx="3191585" cy="2404196"/>
            <a:chOff x="3657876" y="1412776"/>
            <a:chExt cx="3191585" cy="2404196"/>
          </a:xfrm>
        </p:grpSpPr>
        <p:sp>
          <p:nvSpPr>
            <p:cNvPr id="78" name="사각형: 둥근 모서리 77">
              <a:extLst>
                <a:ext uri="{FF2B5EF4-FFF2-40B4-BE49-F238E27FC236}">
                  <a16:creationId xmlns:a16="http://schemas.microsoft.com/office/drawing/2014/main" id="{A42A81E3-D78C-3231-F28A-465D7AC76955}"/>
                </a:ext>
              </a:extLst>
            </p:cNvPr>
            <p:cNvSpPr/>
            <p:nvPr/>
          </p:nvSpPr>
          <p:spPr>
            <a:xfrm>
              <a:off x="3657876" y="1448779"/>
              <a:ext cx="3191585" cy="2368193"/>
            </a:xfrm>
            <a:prstGeom prst="roundRect">
              <a:avLst>
                <a:gd name="adj" fmla="val 3091"/>
              </a:avLst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2AD57F7F-969B-C0C2-F7DE-FBCB5EB7977F}"/>
                </a:ext>
              </a:extLst>
            </p:cNvPr>
            <p:cNvSpPr txBox="1"/>
            <p:nvPr/>
          </p:nvSpPr>
          <p:spPr>
            <a:xfrm>
              <a:off x="6502192" y="1412776"/>
              <a:ext cx="2788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/>
                <a:t>×</a:t>
              </a:r>
              <a:endParaRPr lang="ko-KR" altLang="en-US" b="1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B38D6BC3-9E9A-0872-B0D9-4C5FA2F27C43}"/>
                </a:ext>
              </a:extLst>
            </p:cNvPr>
            <p:cNvSpPr txBox="1"/>
            <p:nvPr/>
          </p:nvSpPr>
          <p:spPr>
            <a:xfrm>
              <a:off x="3680808" y="1489720"/>
              <a:ext cx="192026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/>
                <a:t>비밀번호 변경</a:t>
              </a:r>
            </a:p>
          </p:txBody>
        </p:sp>
      </p:grp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9C3F5643-AB6E-EF4C-DD82-D1C4D16BBBC5}"/>
              </a:ext>
            </a:extLst>
          </p:cNvPr>
          <p:cNvSpPr/>
          <p:nvPr/>
        </p:nvSpPr>
        <p:spPr>
          <a:xfrm>
            <a:off x="408377" y="4506753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</a:rPr>
              <a:t>********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D21C5D1-D077-46BC-EC82-CF94ECF286E9}"/>
              </a:ext>
            </a:extLst>
          </p:cNvPr>
          <p:cNvSpPr txBox="1"/>
          <p:nvPr/>
        </p:nvSpPr>
        <p:spPr>
          <a:xfrm>
            <a:off x="340265" y="4270084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현재 비밀번호</a:t>
            </a: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1E88FE7D-0337-DC54-A174-C35283D7908A}"/>
              </a:ext>
            </a:extLst>
          </p:cNvPr>
          <p:cNvSpPr/>
          <p:nvPr/>
        </p:nvSpPr>
        <p:spPr>
          <a:xfrm>
            <a:off x="408377" y="5926268"/>
            <a:ext cx="2983370" cy="28803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비밀번호 변경</a:t>
            </a: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AB457DD8-FCB3-7139-0E90-C0C8D51FBC91}"/>
              </a:ext>
            </a:extLst>
          </p:cNvPr>
          <p:cNvSpPr/>
          <p:nvPr/>
        </p:nvSpPr>
        <p:spPr>
          <a:xfrm>
            <a:off x="416081" y="5154825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새 비밀번호를 입력해 주세요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BE3A780-566D-038A-8F69-B71B286CA881}"/>
              </a:ext>
            </a:extLst>
          </p:cNvPr>
          <p:cNvSpPr txBox="1"/>
          <p:nvPr/>
        </p:nvSpPr>
        <p:spPr>
          <a:xfrm>
            <a:off x="347969" y="4918156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새 비밀번호</a:t>
            </a: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37C5A94A-020B-7150-AD03-44DC86721C6D}"/>
              </a:ext>
            </a:extLst>
          </p:cNvPr>
          <p:cNvSpPr/>
          <p:nvPr/>
        </p:nvSpPr>
        <p:spPr>
          <a:xfrm>
            <a:off x="422010" y="5545164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비밀번호를 한번 더 입력해 주세요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7" name="타원 106">
            <a:extLst>
              <a:ext uri="{FF2B5EF4-FFF2-40B4-BE49-F238E27FC236}">
                <a16:creationId xmlns:a16="http://schemas.microsoft.com/office/drawing/2014/main" id="{E5570038-941F-886A-A8B5-70A54F9D2DB0}"/>
              </a:ext>
            </a:extLst>
          </p:cNvPr>
          <p:cNvSpPr/>
          <p:nvPr/>
        </p:nvSpPr>
        <p:spPr>
          <a:xfrm>
            <a:off x="173658" y="1376796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1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08" name="타원 107">
            <a:extLst>
              <a:ext uri="{FF2B5EF4-FFF2-40B4-BE49-F238E27FC236}">
                <a16:creationId xmlns:a16="http://schemas.microsoft.com/office/drawing/2014/main" id="{3CB39C50-1D4D-0E39-E007-B558DC021764}"/>
              </a:ext>
            </a:extLst>
          </p:cNvPr>
          <p:cNvSpPr/>
          <p:nvPr/>
        </p:nvSpPr>
        <p:spPr>
          <a:xfrm>
            <a:off x="3590166" y="1355761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2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F29044AF-4001-3EF4-9A34-CC5726836F67}"/>
              </a:ext>
            </a:extLst>
          </p:cNvPr>
          <p:cNvSpPr/>
          <p:nvPr/>
        </p:nvSpPr>
        <p:spPr>
          <a:xfrm>
            <a:off x="208056" y="3900695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3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92BBF03F-4367-E490-D2DC-FFEFB7EAC713}"/>
              </a:ext>
            </a:extLst>
          </p:cNvPr>
          <p:cNvSpPr txBox="1"/>
          <p:nvPr/>
        </p:nvSpPr>
        <p:spPr>
          <a:xfrm>
            <a:off x="3690147" y="2347697"/>
            <a:ext cx="3073833" cy="253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FF0000"/>
                </a:solidFill>
              </a:rPr>
              <a:t>입력한 비밀번호가 일치하지 않습니다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F73107D3-7575-64CD-BB28-9F7C8D816873}"/>
              </a:ext>
            </a:extLst>
          </p:cNvPr>
          <p:cNvGrpSpPr/>
          <p:nvPr/>
        </p:nvGrpSpPr>
        <p:grpSpPr>
          <a:xfrm>
            <a:off x="3773982" y="2085547"/>
            <a:ext cx="2973559" cy="288032"/>
            <a:chOff x="-3241354" y="2680476"/>
            <a:chExt cx="2973559" cy="288032"/>
          </a:xfrm>
        </p:grpSpPr>
        <p:sp>
          <p:nvSpPr>
            <p:cNvPr id="112" name="사각형: 둥근 모서리 111">
              <a:extLst>
                <a:ext uri="{FF2B5EF4-FFF2-40B4-BE49-F238E27FC236}">
                  <a16:creationId xmlns:a16="http://schemas.microsoft.com/office/drawing/2014/main" id="{1FB2DCA5-A99F-86A1-83A2-30A491D92887}"/>
                </a:ext>
              </a:extLst>
            </p:cNvPr>
            <p:cNvSpPr/>
            <p:nvPr/>
          </p:nvSpPr>
          <p:spPr>
            <a:xfrm>
              <a:off x="-3241354" y="2680476"/>
              <a:ext cx="2973559" cy="288032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en-US" altLang="ko-KR" sz="800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******</a:t>
              </a:r>
              <a:endParaRPr lang="ko-KR" altLang="en-US" sz="8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3" name="Eye">
              <a:extLst>
                <a:ext uri="{FF2B5EF4-FFF2-40B4-BE49-F238E27FC236}">
                  <a16:creationId xmlns:a16="http://schemas.microsoft.com/office/drawing/2014/main" id="{BA45A60F-751F-AB22-3DE5-9B0E3A9B0917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-534340" y="2775140"/>
              <a:ext cx="163513" cy="93663"/>
            </a:xfrm>
            <a:custGeom>
              <a:avLst/>
              <a:gdLst>
                <a:gd name="T0" fmla="*/ 707 w 1415"/>
                <a:gd name="T1" fmla="*/ 0 h 804"/>
                <a:gd name="T2" fmla="*/ 28 w 1415"/>
                <a:gd name="T3" fmla="*/ 361 h 804"/>
                <a:gd name="T4" fmla="*/ 52 w 1415"/>
                <a:gd name="T5" fmla="*/ 490 h 804"/>
                <a:gd name="T6" fmla="*/ 105 w 1415"/>
                <a:gd name="T7" fmla="*/ 506 h 804"/>
                <a:gd name="T8" fmla="*/ 181 w 1415"/>
                <a:gd name="T9" fmla="*/ 465 h 804"/>
                <a:gd name="T10" fmla="*/ 200 w 1415"/>
                <a:gd name="T11" fmla="*/ 440 h 804"/>
                <a:gd name="T12" fmla="*/ 707 w 1415"/>
                <a:gd name="T13" fmla="*/ 804 h 804"/>
                <a:gd name="T14" fmla="*/ 1215 w 1415"/>
                <a:gd name="T15" fmla="*/ 440 h 804"/>
                <a:gd name="T16" fmla="*/ 1234 w 1415"/>
                <a:gd name="T17" fmla="*/ 465 h 804"/>
                <a:gd name="T18" fmla="*/ 1361 w 1415"/>
                <a:gd name="T19" fmla="*/ 490 h 804"/>
                <a:gd name="T20" fmla="*/ 1387 w 1415"/>
                <a:gd name="T21" fmla="*/ 361 h 804"/>
                <a:gd name="T22" fmla="*/ 707 w 1415"/>
                <a:gd name="T23" fmla="*/ 0 h 804"/>
                <a:gd name="T24" fmla="*/ 707 w 1415"/>
                <a:gd name="T25" fmla="*/ 199 h 804"/>
                <a:gd name="T26" fmla="*/ 881 w 1415"/>
                <a:gd name="T27" fmla="*/ 372 h 804"/>
                <a:gd name="T28" fmla="*/ 707 w 1415"/>
                <a:gd name="T29" fmla="*/ 546 h 804"/>
                <a:gd name="T30" fmla="*/ 534 w 1415"/>
                <a:gd name="T31" fmla="*/ 372 h 804"/>
                <a:gd name="T32" fmla="*/ 707 w 1415"/>
                <a:gd name="T33" fmla="*/ 199 h 804"/>
                <a:gd name="T34" fmla="*/ 493 w 1415"/>
                <a:gd name="T35" fmla="*/ 222 h 804"/>
                <a:gd name="T36" fmla="*/ 445 w 1415"/>
                <a:gd name="T37" fmla="*/ 372 h 804"/>
                <a:gd name="T38" fmla="*/ 707 w 1415"/>
                <a:gd name="T39" fmla="*/ 633 h 804"/>
                <a:gd name="T40" fmla="*/ 968 w 1415"/>
                <a:gd name="T41" fmla="*/ 372 h 804"/>
                <a:gd name="T42" fmla="*/ 922 w 1415"/>
                <a:gd name="T43" fmla="*/ 222 h 804"/>
                <a:gd name="T44" fmla="*/ 1161 w 1415"/>
                <a:gd name="T45" fmla="*/ 378 h 804"/>
                <a:gd name="T46" fmla="*/ 707 w 1415"/>
                <a:gd name="T47" fmla="*/ 735 h 804"/>
                <a:gd name="T48" fmla="*/ 254 w 1415"/>
                <a:gd name="T49" fmla="*/ 378 h 804"/>
                <a:gd name="T50" fmla="*/ 493 w 1415"/>
                <a:gd name="T51" fmla="*/ 222 h 8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415" h="804">
                  <a:moveTo>
                    <a:pt x="707" y="0"/>
                  </a:moveTo>
                  <a:cubicBezTo>
                    <a:pt x="434" y="0"/>
                    <a:pt x="181" y="136"/>
                    <a:pt x="28" y="361"/>
                  </a:cubicBezTo>
                  <a:cubicBezTo>
                    <a:pt x="0" y="404"/>
                    <a:pt x="10" y="462"/>
                    <a:pt x="52" y="490"/>
                  </a:cubicBezTo>
                  <a:cubicBezTo>
                    <a:pt x="68" y="501"/>
                    <a:pt x="87" y="506"/>
                    <a:pt x="105" y="506"/>
                  </a:cubicBezTo>
                  <a:cubicBezTo>
                    <a:pt x="134" y="506"/>
                    <a:pt x="163" y="491"/>
                    <a:pt x="181" y="465"/>
                  </a:cubicBezTo>
                  <a:cubicBezTo>
                    <a:pt x="187" y="456"/>
                    <a:pt x="193" y="448"/>
                    <a:pt x="200" y="440"/>
                  </a:cubicBezTo>
                  <a:cubicBezTo>
                    <a:pt x="272" y="651"/>
                    <a:pt x="471" y="804"/>
                    <a:pt x="707" y="804"/>
                  </a:cubicBezTo>
                  <a:cubicBezTo>
                    <a:pt x="943" y="804"/>
                    <a:pt x="1143" y="651"/>
                    <a:pt x="1215" y="440"/>
                  </a:cubicBezTo>
                  <a:cubicBezTo>
                    <a:pt x="1222" y="448"/>
                    <a:pt x="1228" y="456"/>
                    <a:pt x="1234" y="465"/>
                  </a:cubicBezTo>
                  <a:cubicBezTo>
                    <a:pt x="1263" y="507"/>
                    <a:pt x="1319" y="519"/>
                    <a:pt x="1361" y="490"/>
                  </a:cubicBezTo>
                  <a:cubicBezTo>
                    <a:pt x="1404" y="462"/>
                    <a:pt x="1415" y="404"/>
                    <a:pt x="1387" y="361"/>
                  </a:cubicBezTo>
                  <a:cubicBezTo>
                    <a:pt x="1234" y="135"/>
                    <a:pt x="979" y="0"/>
                    <a:pt x="707" y="0"/>
                  </a:cubicBezTo>
                  <a:close/>
                  <a:moveTo>
                    <a:pt x="707" y="199"/>
                  </a:moveTo>
                  <a:cubicBezTo>
                    <a:pt x="803" y="199"/>
                    <a:pt x="881" y="275"/>
                    <a:pt x="881" y="372"/>
                  </a:cubicBezTo>
                  <a:cubicBezTo>
                    <a:pt x="881" y="468"/>
                    <a:pt x="803" y="546"/>
                    <a:pt x="707" y="546"/>
                  </a:cubicBezTo>
                  <a:cubicBezTo>
                    <a:pt x="611" y="546"/>
                    <a:pt x="534" y="468"/>
                    <a:pt x="534" y="372"/>
                  </a:cubicBezTo>
                  <a:cubicBezTo>
                    <a:pt x="534" y="276"/>
                    <a:pt x="611" y="199"/>
                    <a:pt x="707" y="199"/>
                  </a:cubicBezTo>
                  <a:close/>
                  <a:moveTo>
                    <a:pt x="493" y="222"/>
                  </a:moveTo>
                  <a:cubicBezTo>
                    <a:pt x="463" y="265"/>
                    <a:pt x="445" y="316"/>
                    <a:pt x="445" y="372"/>
                  </a:cubicBezTo>
                  <a:cubicBezTo>
                    <a:pt x="445" y="516"/>
                    <a:pt x="562" y="633"/>
                    <a:pt x="707" y="633"/>
                  </a:cubicBezTo>
                  <a:cubicBezTo>
                    <a:pt x="851" y="633"/>
                    <a:pt x="968" y="516"/>
                    <a:pt x="968" y="372"/>
                  </a:cubicBezTo>
                  <a:cubicBezTo>
                    <a:pt x="968" y="316"/>
                    <a:pt x="951" y="265"/>
                    <a:pt x="922" y="222"/>
                  </a:cubicBezTo>
                  <a:cubicBezTo>
                    <a:pt x="1012" y="255"/>
                    <a:pt x="1093" y="309"/>
                    <a:pt x="1161" y="378"/>
                  </a:cubicBezTo>
                  <a:cubicBezTo>
                    <a:pt x="1111" y="583"/>
                    <a:pt x="926" y="735"/>
                    <a:pt x="707" y="735"/>
                  </a:cubicBezTo>
                  <a:cubicBezTo>
                    <a:pt x="487" y="735"/>
                    <a:pt x="304" y="583"/>
                    <a:pt x="254" y="378"/>
                  </a:cubicBezTo>
                  <a:cubicBezTo>
                    <a:pt x="322" y="309"/>
                    <a:pt x="403" y="255"/>
                    <a:pt x="493" y="222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24" name="사각형: 둥근 모서리 123">
            <a:extLst>
              <a:ext uri="{FF2B5EF4-FFF2-40B4-BE49-F238E27FC236}">
                <a16:creationId xmlns:a16="http://schemas.microsoft.com/office/drawing/2014/main" id="{F91B16D1-9A10-1EDD-1951-E44F31554365}"/>
              </a:ext>
            </a:extLst>
          </p:cNvPr>
          <p:cNvSpPr/>
          <p:nvPr/>
        </p:nvSpPr>
        <p:spPr>
          <a:xfrm>
            <a:off x="3653437" y="4022991"/>
            <a:ext cx="3191585" cy="2564356"/>
          </a:xfrm>
          <a:prstGeom prst="roundRect">
            <a:avLst>
              <a:gd name="adj" fmla="val 3091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24C6B37A-AA2D-219F-C30C-DDE0FA2940B5}"/>
              </a:ext>
            </a:extLst>
          </p:cNvPr>
          <p:cNvSpPr txBox="1"/>
          <p:nvPr/>
        </p:nvSpPr>
        <p:spPr>
          <a:xfrm>
            <a:off x="6497753" y="3986988"/>
            <a:ext cx="278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×</a:t>
            </a:r>
            <a:endParaRPr lang="ko-KR" altLang="en-US" b="1" dirty="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8AAFB761-6889-745F-FBB7-CFABAF7E23F7}"/>
              </a:ext>
            </a:extLst>
          </p:cNvPr>
          <p:cNvSpPr txBox="1"/>
          <p:nvPr/>
        </p:nvSpPr>
        <p:spPr>
          <a:xfrm>
            <a:off x="3676369" y="4063932"/>
            <a:ext cx="19202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비밀번호 변경</a:t>
            </a:r>
          </a:p>
        </p:txBody>
      </p:sp>
      <p:sp>
        <p:nvSpPr>
          <p:cNvPr id="127" name="사각형: 둥근 모서리 126">
            <a:extLst>
              <a:ext uri="{FF2B5EF4-FFF2-40B4-BE49-F238E27FC236}">
                <a16:creationId xmlns:a16="http://schemas.microsoft.com/office/drawing/2014/main" id="{88EA9A08-A5B7-41F3-F4C2-8FBF57CD6A4F}"/>
              </a:ext>
            </a:extLst>
          </p:cNvPr>
          <p:cNvSpPr/>
          <p:nvPr/>
        </p:nvSpPr>
        <p:spPr>
          <a:xfrm>
            <a:off x="3768690" y="4583697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</a:rPr>
              <a:t>********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29B71D50-5DF8-FEB4-6719-96CE44ECDD1E}"/>
              </a:ext>
            </a:extLst>
          </p:cNvPr>
          <p:cNvSpPr txBox="1"/>
          <p:nvPr/>
        </p:nvSpPr>
        <p:spPr>
          <a:xfrm>
            <a:off x="3700578" y="4347028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현재 비밀번호</a:t>
            </a:r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D5AEA669-097C-85A7-4D8B-0E540E8CED8D}"/>
              </a:ext>
            </a:extLst>
          </p:cNvPr>
          <p:cNvSpPr/>
          <p:nvPr/>
        </p:nvSpPr>
        <p:spPr>
          <a:xfrm>
            <a:off x="3768690" y="6186368"/>
            <a:ext cx="2983370" cy="28803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비밀번호 변경</a:t>
            </a:r>
          </a:p>
        </p:txBody>
      </p:sp>
      <p:sp>
        <p:nvSpPr>
          <p:cNvPr id="130" name="사각형: 둥근 모서리 129">
            <a:extLst>
              <a:ext uri="{FF2B5EF4-FFF2-40B4-BE49-F238E27FC236}">
                <a16:creationId xmlns:a16="http://schemas.microsoft.com/office/drawing/2014/main" id="{873FA4D3-7048-3F43-108E-B064F06BED24}"/>
              </a:ext>
            </a:extLst>
          </p:cNvPr>
          <p:cNvSpPr/>
          <p:nvPr/>
        </p:nvSpPr>
        <p:spPr>
          <a:xfrm>
            <a:off x="3776394" y="5231769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rgbClr val="FF0000"/>
                </a:solidFill>
                <a:latin typeface="맑은 고딕" pitchFamily="50" charset="-127"/>
              </a:rPr>
              <a:t>******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003ADB10-ADE7-E6C4-B1BE-B2A88AFC802B}"/>
              </a:ext>
            </a:extLst>
          </p:cNvPr>
          <p:cNvSpPr txBox="1"/>
          <p:nvPr/>
        </p:nvSpPr>
        <p:spPr>
          <a:xfrm>
            <a:off x="3708282" y="4995100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새 비밀번호</a:t>
            </a:r>
          </a:p>
        </p:txBody>
      </p:sp>
      <p:sp>
        <p:nvSpPr>
          <p:cNvPr id="132" name="사각형: 둥근 모서리 131">
            <a:extLst>
              <a:ext uri="{FF2B5EF4-FFF2-40B4-BE49-F238E27FC236}">
                <a16:creationId xmlns:a16="http://schemas.microsoft.com/office/drawing/2014/main" id="{D15233FF-811D-FE28-C3B6-5E76E16C1237}"/>
              </a:ext>
            </a:extLst>
          </p:cNvPr>
          <p:cNvSpPr/>
          <p:nvPr/>
        </p:nvSpPr>
        <p:spPr>
          <a:xfrm>
            <a:off x="3782323" y="5805264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비밀번호를 한번 더 입력해 주세요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7FCE247-1514-C9F9-DB73-7427317E8C53}"/>
              </a:ext>
            </a:extLst>
          </p:cNvPr>
          <p:cNvSpPr txBox="1"/>
          <p:nvPr/>
        </p:nvSpPr>
        <p:spPr>
          <a:xfrm>
            <a:off x="3656856" y="5519801"/>
            <a:ext cx="3206457" cy="253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FF0000"/>
                </a:solidFill>
              </a:rPr>
              <a:t>영문</a:t>
            </a:r>
            <a:r>
              <a:rPr lang="en-US" altLang="ko-KR" sz="800" dirty="0">
                <a:solidFill>
                  <a:srgbClr val="FF0000"/>
                </a:solidFill>
              </a:rPr>
              <a:t>, </a:t>
            </a:r>
            <a:r>
              <a:rPr lang="ko-KR" altLang="en-US" sz="800" dirty="0">
                <a:solidFill>
                  <a:srgbClr val="FF0000"/>
                </a:solidFill>
              </a:rPr>
              <a:t>숫자</a:t>
            </a:r>
            <a:r>
              <a:rPr lang="en-US" altLang="ko-KR" sz="800" dirty="0">
                <a:solidFill>
                  <a:srgbClr val="FF0000"/>
                </a:solidFill>
              </a:rPr>
              <a:t>, </a:t>
            </a:r>
            <a:r>
              <a:rPr lang="ko-KR" altLang="en-US" sz="800" dirty="0">
                <a:solidFill>
                  <a:srgbClr val="FF0000"/>
                </a:solidFill>
              </a:rPr>
              <a:t>특수문자가 모두 들어간 </a:t>
            </a:r>
            <a:r>
              <a:rPr lang="en-US" altLang="ko-KR" sz="800" dirty="0">
                <a:solidFill>
                  <a:srgbClr val="FF0000"/>
                </a:solidFill>
              </a:rPr>
              <a:t>8-20</a:t>
            </a:r>
            <a:r>
              <a:rPr lang="ko-KR" altLang="en-US" sz="800" dirty="0">
                <a:solidFill>
                  <a:srgbClr val="FF0000"/>
                </a:solidFill>
              </a:rPr>
              <a:t>자 이내로 입력해 주세요</a:t>
            </a:r>
            <a:r>
              <a:rPr lang="en-US" altLang="ko-KR" sz="800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134" name="타원 133">
            <a:extLst>
              <a:ext uri="{FF2B5EF4-FFF2-40B4-BE49-F238E27FC236}">
                <a16:creationId xmlns:a16="http://schemas.microsoft.com/office/drawing/2014/main" id="{4E9C2749-DD7C-86F6-0526-4AAFB3268287}"/>
              </a:ext>
            </a:extLst>
          </p:cNvPr>
          <p:cNvSpPr/>
          <p:nvPr/>
        </p:nvSpPr>
        <p:spPr>
          <a:xfrm>
            <a:off x="3597708" y="3897052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4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35" name="Eye">
            <a:extLst>
              <a:ext uri="{FF2B5EF4-FFF2-40B4-BE49-F238E27FC236}">
                <a16:creationId xmlns:a16="http://schemas.microsoft.com/office/drawing/2014/main" id="{20A0D2B5-3D0C-0F1C-BEF9-E643D5398F69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484521" y="5337212"/>
            <a:ext cx="163513" cy="93663"/>
          </a:xfrm>
          <a:custGeom>
            <a:avLst/>
            <a:gdLst>
              <a:gd name="T0" fmla="*/ 707 w 1415"/>
              <a:gd name="T1" fmla="*/ 0 h 804"/>
              <a:gd name="T2" fmla="*/ 28 w 1415"/>
              <a:gd name="T3" fmla="*/ 361 h 804"/>
              <a:gd name="T4" fmla="*/ 52 w 1415"/>
              <a:gd name="T5" fmla="*/ 490 h 804"/>
              <a:gd name="T6" fmla="*/ 105 w 1415"/>
              <a:gd name="T7" fmla="*/ 506 h 804"/>
              <a:gd name="T8" fmla="*/ 181 w 1415"/>
              <a:gd name="T9" fmla="*/ 465 h 804"/>
              <a:gd name="T10" fmla="*/ 200 w 1415"/>
              <a:gd name="T11" fmla="*/ 440 h 804"/>
              <a:gd name="T12" fmla="*/ 707 w 1415"/>
              <a:gd name="T13" fmla="*/ 804 h 804"/>
              <a:gd name="T14" fmla="*/ 1215 w 1415"/>
              <a:gd name="T15" fmla="*/ 440 h 804"/>
              <a:gd name="T16" fmla="*/ 1234 w 1415"/>
              <a:gd name="T17" fmla="*/ 465 h 804"/>
              <a:gd name="T18" fmla="*/ 1361 w 1415"/>
              <a:gd name="T19" fmla="*/ 490 h 804"/>
              <a:gd name="T20" fmla="*/ 1387 w 1415"/>
              <a:gd name="T21" fmla="*/ 361 h 804"/>
              <a:gd name="T22" fmla="*/ 707 w 1415"/>
              <a:gd name="T23" fmla="*/ 0 h 804"/>
              <a:gd name="T24" fmla="*/ 707 w 1415"/>
              <a:gd name="T25" fmla="*/ 199 h 804"/>
              <a:gd name="T26" fmla="*/ 881 w 1415"/>
              <a:gd name="T27" fmla="*/ 372 h 804"/>
              <a:gd name="T28" fmla="*/ 707 w 1415"/>
              <a:gd name="T29" fmla="*/ 546 h 804"/>
              <a:gd name="T30" fmla="*/ 534 w 1415"/>
              <a:gd name="T31" fmla="*/ 372 h 804"/>
              <a:gd name="T32" fmla="*/ 707 w 1415"/>
              <a:gd name="T33" fmla="*/ 199 h 804"/>
              <a:gd name="T34" fmla="*/ 493 w 1415"/>
              <a:gd name="T35" fmla="*/ 222 h 804"/>
              <a:gd name="T36" fmla="*/ 445 w 1415"/>
              <a:gd name="T37" fmla="*/ 372 h 804"/>
              <a:gd name="T38" fmla="*/ 707 w 1415"/>
              <a:gd name="T39" fmla="*/ 633 h 804"/>
              <a:gd name="T40" fmla="*/ 968 w 1415"/>
              <a:gd name="T41" fmla="*/ 372 h 804"/>
              <a:gd name="T42" fmla="*/ 922 w 1415"/>
              <a:gd name="T43" fmla="*/ 222 h 804"/>
              <a:gd name="T44" fmla="*/ 1161 w 1415"/>
              <a:gd name="T45" fmla="*/ 378 h 804"/>
              <a:gd name="T46" fmla="*/ 707 w 1415"/>
              <a:gd name="T47" fmla="*/ 735 h 804"/>
              <a:gd name="T48" fmla="*/ 254 w 1415"/>
              <a:gd name="T49" fmla="*/ 378 h 804"/>
              <a:gd name="T50" fmla="*/ 493 w 1415"/>
              <a:gd name="T51" fmla="*/ 222 h 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415" h="804">
                <a:moveTo>
                  <a:pt x="707" y="0"/>
                </a:moveTo>
                <a:cubicBezTo>
                  <a:pt x="434" y="0"/>
                  <a:pt x="181" y="136"/>
                  <a:pt x="28" y="361"/>
                </a:cubicBezTo>
                <a:cubicBezTo>
                  <a:pt x="0" y="404"/>
                  <a:pt x="10" y="462"/>
                  <a:pt x="52" y="490"/>
                </a:cubicBezTo>
                <a:cubicBezTo>
                  <a:pt x="68" y="501"/>
                  <a:pt x="87" y="506"/>
                  <a:pt x="105" y="506"/>
                </a:cubicBezTo>
                <a:cubicBezTo>
                  <a:pt x="134" y="506"/>
                  <a:pt x="163" y="491"/>
                  <a:pt x="181" y="465"/>
                </a:cubicBezTo>
                <a:cubicBezTo>
                  <a:pt x="187" y="456"/>
                  <a:pt x="193" y="448"/>
                  <a:pt x="200" y="440"/>
                </a:cubicBezTo>
                <a:cubicBezTo>
                  <a:pt x="272" y="651"/>
                  <a:pt x="471" y="804"/>
                  <a:pt x="707" y="804"/>
                </a:cubicBezTo>
                <a:cubicBezTo>
                  <a:pt x="943" y="804"/>
                  <a:pt x="1143" y="651"/>
                  <a:pt x="1215" y="440"/>
                </a:cubicBezTo>
                <a:cubicBezTo>
                  <a:pt x="1222" y="448"/>
                  <a:pt x="1228" y="456"/>
                  <a:pt x="1234" y="465"/>
                </a:cubicBezTo>
                <a:cubicBezTo>
                  <a:pt x="1263" y="507"/>
                  <a:pt x="1319" y="519"/>
                  <a:pt x="1361" y="490"/>
                </a:cubicBezTo>
                <a:cubicBezTo>
                  <a:pt x="1404" y="462"/>
                  <a:pt x="1415" y="404"/>
                  <a:pt x="1387" y="361"/>
                </a:cubicBezTo>
                <a:cubicBezTo>
                  <a:pt x="1234" y="135"/>
                  <a:pt x="979" y="0"/>
                  <a:pt x="707" y="0"/>
                </a:cubicBezTo>
                <a:close/>
                <a:moveTo>
                  <a:pt x="707" y="199"/>
                </a:moveTo>
                <a:cubicBezTo>
                  <a:pt x="803" y="199"/>
                  <a:pt x="881" y="275"/>
                  <a:pt x="881" y="372"/>
                </a:cubicBezTo>
                <a:cubicBezTo>
                  <a:pt x="881" y="468"/>
                  <a:pt x="803" y="546"/>
                  <a:pt x="707" y="546"/>
                </a:cubicBezTo>
                <a:cubicBezTo>
                  <a:pt x="611" y="546"/>
                  <a:pt x="534" y="468"/>
                  <a:pt x="534" y="372"/>
                </a:cubicBezTo>
                <a:cubicBezTo>
                  <a:pt x="534" y="276"/>
                  <a:pt x="611" y="199"/>
                  <a:pt x="707" y="199"/>
                </a:cubicBezTo>
                <a:close/>
                <a:moveTo>
                  <a:pt x="493" y="222"/>
                </a:moveTo>
                <a:cubicBezTo>
                  <a:pt x="463" y="265"/>
                  <a:pt x="445" y="316"/>
                  <a:pt x="445" y="372"/>
                </a:cubicBezTo>
                <a:cubicBezTo>
                  <a:pt x="445" y="516"/>
                  <a:pt x="562" y="633"/>
                  <a:pt x="707" y="633"/>
                </a:cubicBezTo>
                <a:cubicBezTo>
                  <a:pt x="851" y="633"/>
                  <a:pt x="968" y="516"/>
                  <a:pt x="968" y="372"/>
                </a:cubicBezTo>
                <a:cubicBezTo>
                  <a:pt x="968" y="316"/>
                  <a:pt x="951" y="265"/>
                  <a:pt x="922" y="222"/>
                </a:cubicBezTo>
                <a:cubicBezTo>
                  <a:pt x="1012" y="255"/>
                  <a:pt x="1093" y="309"/>
                  <a:pt x="1161" y="378"/>
                </a:cubicBezTo>
                <a:cubicBezTo>
                  <a:pt x="1111" y="583"/>
                  <a:pt x="926" y="735"/>
                  <a:pt x="707" y="735"/>
                </a:cubicBezTo>
                <a:cubicBezTo>
                  <a:pt x="487" y="735"/>
                  <a:pt x="304" y="583"/>
                  <a:pt x="254" y="378"/>
                </a:cubicBezTo>
                <a:cubicBezTo>
                  <a:pt x="322" y="309"/>
                  <a:pt x="403" y="255"/>
                  <a:pt x="493" y="222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6" name="Eye">
            <a:extLst>
              <a:ext uri="{FF2B5EF4-FFF2-40B4-BE49-F238E27FC236}">
                <a16:creationId xmlns:a16="http://schemas.microsoft.com/office/drawing/2014/main" id="{8E124DBC-7324-F1B4-25DE-76F299C947AC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465168" y="5895348"/>
            <a:ext cx="163513" cy="93663"/>
          </a:xfrm>
          <a:custGeom>
            <a:avLst/>
            <a:gdLst>
              <a:gd name="T0" fmla="*/ 707 w 1415"/>
              <a:gd name="T1" fmla="*/ 0 h 804"/>
              <a:gd name="T2" fmla="*/ 28 w 1415"/>
              <a:gd name="T3" fmla="*/ 361 h 804"/>
              <a:gd name="T4" fmla="*/ 52 w 1415"/>
              <a:gd name="T5" fmla="*/ 490 h 804"/>
              <a:gd name="T6" fmla="*/ 105 w 1415"/>
              <a:gd name="T7" fmla="*/ 506 h 804"/>
              <a:gd name="T8" fmla="*/ 181 w 1415"/>
              <a:gd name="T9" fmla="*/ 465 h 804"/>
              <a:gd name="T10" fmla="*/ 200 w 1415"/>
              <a:gd name="T11" fmla="*/ 440 h 804"/>
              <a:gd name="T12" fmla="*/ 707 w 1415"/>
              <a:gd name="T13" fmla="*/ 804 h 804"/>
              <a:gd name="T14" fmla="*/ 1215 w 1415"/>
              <a:gd name="T15" fmla="*/ 440 h 804"/>
              <a:gd name="T16" fmla="*/ 1234 w 1415"/>
              <a:gd name="T17" fmla="*/ 465 h 804"/>
              <a:gd name="T18" fmla="*/ 1361 w 1415"/>
              <a:gd name="T19" fmla="*/ 490 h 804"/>
              <a:gd name="T20" fmla="*/ 1387 w 1415"/>
              <a:gd name="T21" fmla="*/ 361 h 804"/>
              <a:gd name="T22" fmla="*/ 707 w 1415"/>
              <a:gd name="T23" fmla="*/ 0 h 804"/>
              <a:gd name="T24" fmla="*/ 707 w 1415"/>
              <a:gd name="T25" fmla="*/ 199 h 804"/>
              <a:gd name="T26" fmla="*/ 881 w 1415"/>
              <a:gd name="T27" fmla="*/ 372 h 804"/>
              <a:gd name="T28" fmla="*/ 707 w 1415"/>
              <a:gd name="T29" fmla="*/ 546 h 804"/>
              <a:gd name="T30" fmla="*/ 534 w 1415"/>
              <a:gd name="T31" fmla="*/ 372 h 804"/>
              <a:gd name="T32" fmla="*/ 707 w 1415"/>
              <a:gd name="T33" fmla="*/ 199 h 804"/>
              <a:gd name="T34" fmla="*/ 493 w 1415"/>
              <a:gd name="T35" fmla="*/ 222 h 804"/>
              <a:gd name="T36" fmla="*/ 445 w 1415"/>
              <a:gd name="T37" fmla="*/ 372 h 804"/>
              <a:gd name="T38" fmla="*/ 707 w 1415"/>
              <a:gd name="T39" fmla="*/ 633 h 804"/>
              <a:gd name="T40" fmla="*/ 968 w 1415"/>
              <a:gd name="T41" fmla="*/ 372 h 804"/>
              <a:gd name="T42" fmla="*/ 922 w 1415"/>
              <a:gd name="T43" fmla="*/ 222 h 804"/>
              <a:gd name="T44" fmla="*/ 1161 w 1415"/>
              <a:gd name="T45" fmla="*/ 378 h 804"/>
              <a:gd name="T46" fmla="*/ 707 w 1415"/>
              <a:gd name="T47" fmla="*/ 735 h 804"/>
              <a:gd name="T48" fmla="*/ 254 w 1415"/>
              <a:gd name="T49" fmla="*/ 378 h 804"/>
              <a:gd name="T50" fmla="*/ 493 w 1415"/>
              <a:gd name="T51" fmla="*/ 222 h 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415" h="804">
                <a:moveTo>
                  <a:pt x="707" y="0"/>
                </a:moveTo>
                <a:cubicBezTo>
                  <a:pt x="434" y="0"/>
                  <a:pt x="181" y="136"/>
                  <a:pt x="28" y="361"/>
                </a:cubicBezTo>
                <a:cubicBezTo>
                  <a:pt x="0" y="404"/>
                  <a:pt x="10" y="462"/>
                  <a:pt x="52" y="490"/>
                </a:cubicBezTo>
                <a:cubicBezTo>
                  <a:pt x="68" y="501"/>
                  <a:pt x="87" y="506"/>
                  <a:pt x="105" y="506"/>
                </a:cubicBezTo>
                <a:cubicBezTo>
                  <a:pt x="134" y="506"/>
                  <a:pt x="163" y="491"/>
                  <a:pt x="181" y="465"/>
                </a:cubicBezTo>
                <a:cubicBezTo>
                  <a:pt x="187" y="456"/>
                  <a:pt x="193" y="448"/>
                  <a:pt x="200" y="440"/>
                </a:cubicBezTo>
                <a:cubicBezTo>
                  <a:pt x="272" y="651"/>
                  <a:pt x="471" y="804"/>
                  <a:pt x="707" y="804"/>
                </a:cubicBezTo>
                <a:cubicBezTo>
                  <a:pt x="943" y="804"/>
                  <a:pt x="1143" y="651"/>
                  <a:pt x="1215" y="440"/>
                </a:cubicBezTo>
                <a:cubicBezTo>
                  <a:pt x="1222" y="448"/>
                  <a:pt x="1228" y="456"/>
                  <a:pt x="1234" y="465"/>
                </a:cubicBezTo>
                <a:cubicBezTo>
                  <a:pt x="1263" y="507"/>
                  <a:pt x="1319" y="519"/>
                  <a:pt x="1361" y="490"/>
                </a:cubicBezTo>
                <a:cubicBezTo>
                  <a:pt x="1404" y="462"/>
                  <a:pt x="1415" y="404"/>
                  <a:pt x="1387" y="361"/>
                </a:cubicBezTo>
                <a:cubicBezTo>
                  <a:pt x="1234" y="135"/>
                  <a:pt x="979" y="0"/>
                  <a:pt x="707" y="0"/>
                </a:cubicBezTo>
                <a:close/>
                <a:moveTo>
                  <a:pt x="707" y="199"/>
                </a:moveTo>
                <a:cubicBezTo>
                  <a:pt x="803" y="199"/>
                  <a:pt x="881" y="275"/>
                  <a:pt x="881" y="372"/>
                </a:cubicBezTo>
                <a:cubicBezTo>
                  <a:pt x="881" y="468"/>
                  <a:pt x="803" y="546"/>
                  <a:pt x="707" y="546"/>
                </a:cubicBezTo>
                <a:cubicBezTo>
                  <a:pt x="611" y="546"/>
                  <a:pt x="534" y="468"/>
                  <a:pt x="534" y="372"/>
                </a:cubicBezTo>
                <a:cubicBezTo>
                  <a:pt x="534" y="276"/>
                  <a:pt x="611" y="199"/>
                  <a:pt x="707" y="199"/>
                </a:cubicBezTo>
                <a:close/>
                <a:moveTo>
                  <a:pt x="493" y="222"/>
                </a:moveTo>
                <a:cubicBezTo>
                  <a:pt x="463" y="265"/>
                  <a:pt x="445" y="316"/>
                  <a:pt x="445" y="372"/>
                </a:cubicBezTo>
                <a:cubicBezTo>
                  <a:pt x="445" y="516"/>
                  <a:pt x="562" y="633"/>
                  <a:pt x="707" y="633"/>
                </a:cubicBezTo>
                <a:cubicBezTo>
                  <a:pt x="851" y="633"/>
                  <a:pt x="968" y="516"/>
                  <a:pt x="968" y="372"/>
                </a:cubicBezTo>
                <a:cubicBezTo>
                  <a:pt x="968" y="316"/>
                  <a:pt x="951" y="265"/>
                  <a:pt x="922" y="222"/>
                </a:cubicBezTo>
                <a:cubicBezTo>
                  <a:pt x="1012" y="255"/>
                  <a:pt x="1093" y="309"/>
                  <a:pt x="1161" y="378"/>
                </a:cubicBezTo>
                <a:cubicBezTo>
                  <a:pt x="1111" y="583"/>
                  <a:pt x="926" y="735"/>
                  <a:pt x="707" y="735"/>
                </a:cubicBezTo>
                <a:cubicBezTo>
                  <a:pt x="487" y="735"/>
                  <a:pt x="304" y="583"/>
                  <a:pt x="254" y="378"/>
                </a:cubicBezTo>
                <a:cubicBezTo>
                  <a:pt x="322" y="309"/>
                  <a:pt x="403" y="255"/>
                  <a:pt x="493" y="222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7" name="Eye">
            <a:extLst>
              <a:ext uri="{FF2B5EF4-FFF2-40B4-BE49-F238E27FC236}">
                <a16:creationId xmlns:a16="http://schemas.microsoft.com/office/drawing/2014/main" id="{75BC2B50-4F55-5531-B93E-10C106DD7182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481675" y="4689140"/>
            <a:ext cx="163513" cy="93663"/>
          </a:xfrm>
          <a:custGeom>
            <a:avLst/>
            <a:gdLst>
              <a:gd name="T0" fmla="*/ 707 w 1415"/>
              <a:gd name="T1" fmla="*/ 0 h 804"/>
              <a:gd name="T2" fmla="*/ 28 w 1415"/>
              <a:gd name="T3" fmla="*/ 361 h 804"/>
              <a:gd name="T4" fmla="*/ 52 w 1415"/>
              <a:gd name="T5" fmla="*/ 490 h 804"/>
              <a:gd name="T6" fmla="*/ 105 w 1415"/>
              <a:gd name="T7" fmla="*/ 506 h 804"/>
              <a:gd name="T8" fmla="*/ 181 w 1415"/>
              <a:gd name="T9" fmla="*/ 465 h 804"/>
              <a:gd name="T10" fmla="*/ 200 w 1415"/>
              <a:gd name="T11" fmla="*/ 440 h 804"/>
              <a:gd name="T12" fmla="*/ 707 w 1415"/>
              <a:gd name="T13" fmla="*/ 804 h 804"/>
              <a:gd name="T14" fmla="*/ 1215 w 1415"/>
              <a:gd name="T15" fmla="*/ 440 h 804"/>
              <a:gd name="T16" fmla="*/ 1234 w 1415"/>
              <a:gd name="T17" fmla="*/ 465 h 804"/>
              <a:gd name="T18" fmla="*/ 1361 w 1415"/>
              <a:gd name="T19" fmla="*/ 490 h 804"/>
              <a:gd name="T20" fmla="*/ 1387 w 1415"/>
              <a:gd name="T21" fmla="*/ 361 h 804"/>
              <a:gd name="T22" fmla="*/ 707 w 1415"/>
              <a:gd name="T23" fmla="*/ 0 h 804"/>
              <a:gd name="T24" fmla="*/ 707 w 1415"/>
              <a:gd name="T25" fmla="*/ 199 h 804"/>
              <a:gd name="T26" fmla="*/ 881 w 1415"/>
              <a:gd name="T27" fmla="*/ 372 h 804"/>
              <a:gd name="T28" fmla="*/ 707 w 1415"/>
              <a:gd name="T29" fmla="*/ 546 h 804"/>
              <a:gd name="T30" fmla="*/ 534 w 1415"/>
              <a:gd name="T31" fmla="*/ 372 h 804"/>
              <a:gd name="T32" fmla="*/ 707 w 1415"/>
              <a:gd name="T33" fmla="*/ 199 h 804"/>
              <a:gd name="T34" fmla="*/ 493 w 1415"/>
              <a:gd name="T35" fmla="*/ 222 h 804"/>
              <a:gd name="T36" fmla="*/ 445 w 1415"/>
              <a:gd name="T37" fmla="*/ 372 h 804"/>
              <a:gd name="T38" fmla="*/ 707 w 1415"/>
              <a:gd name="T39" fmla="*/ 633 h 804"/>
              <a:gd name="T40" fmla="*/ 968 w 1415"/>
              <a:gd name="T41" fmla="*/ 372 h 804"/>
              <a:gd name="T42" fmla="*/ 922 w 1415"/>
              <a:gd name="T43" fmla="*/ 222 h 804"/>
              <a:gd name="T44" fmla="*/ 1161 w 1415"/>
              <a:gd name="T45" fmla="*/ 378 h 804"/>
              <a:gd name="T46" fmla="*/ 707 w 1415"/>
              <a:gd name="T47" fmla="*/ 735 h 804"/>
              <a:gd name="T48" fmla="*/ 254 w 1415"/>
              <a:gd name="T49" fmla="*/ 378 h 804"/>
              <a:gd name="T50" fmla="*/ 493 w 1415"/>
              <a:gd name="T51" fmla="*/ 222 h 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415" h="804">
                <a:moveTo>
                  <a:pt x="707" y="0"/>
                </a:moveTo>
                <a:cubicBezTo>
                  <a:pt x="434" y="0"/>
                  <a:pt x="181" y="136"/>
                  <a:pt x="28" y="361"/>
                </a:cubicBezTo>
                <a:cubicBezTo>
                  <a:pt x="0" y="404"/>
                  <a:pt x="10" y="462"/>
                  <a:pt x="52" y="490"/>
                </a:cubicBezTo>
                <a:cubicBezTo>
                  <a:pt x="68" y="501"/>
                  <a:pt x="87" y="506"/>
                  <a:pt x="105" y="506"/>
                </a:cubicBezTo>
                <a:cubicBezTo>
                  <a:pt x="134" y="506"/>
                  <a:pt x="163" y="491"/>
                  <a:pt x="181" y="465"/>
                </a:cubicBezTo>
                <a:cubicBezTo>
                  <a:pt x="187" y="456"/>
                  <a:pt x="193" y="448"/>
                  <a:pt x="200" y="440"/>
                </a:cubicBezTo>
                <a:cubicBezTo>
                  <a:pt x="272" y="651"/>
                  <a:pt x="471" y="804"/>
                  <a:pt x="707" y="804"/>
                </a:cubicBezTo>
                <a:cubicBezTo>
                  <a:pt x="943" y="804"/>
                  <a:pt x="1143" y="651"/>
                  <a:pt x="1215" y="440"/>
                </a:cubicBezTo>
                <a:cubicBezTo>
                  <a:pt x="1222" y="448"/>
                  <a:pt x="1228" y="456"/>
                  <a:pt x="1234" y="465"/>
                </a:cubicBezTo>
                <a:cubicBezTo>
                  <a:pt x="1263" y="507"/>
                  <a:pt x="1319" y="519"/>
                  <a:pt x="1361" y="490"/>
                </a:cubicBezTo>
                <a:cubicBezTo>
                  <a:pt x="1404" y="462"/>
                  <a:pt x="1415" y="404"/>
                  <a:pt x="1387" y="361"/>
                </a:cubicBezTo>
                <a:cubicBezTo>
                  <a:pt x="1234" y="135"/>
                  <a:pt x="979" y="0"/>
                  <a:pt x="707" y="0"/>
                </a:cubicBezTo>
                <a:close/>
                <a:moveTo>
                  <a:pt x="707" y="199"/>
                </a:moveTo>
                <a:cubicBezTo>
                  <a:pt x="803" y="199"/>
                  <a:pt x="881" y="275"/>
                  <a:pt x="881" y="372"/>
                </a:cubicBezTo>
                <a:cubicBezTo>
                  <a:pt x="881" y="468"/>
                  <a:pt x="803" y="546"/>
                  <a:pt x="707" y="546"/>
                </a:cubicBezTo>
                <a:cubicBezTo>
                  <a:pt x="611" y="546"/>
                  <a:pt x="534" y="468"/>
                  <a:pt x="534" y="372"/>
                </a:cubicBezTo>
                <a:cubicBezTo>
                  <a:pt x="534" y="276"/>
                  <a:pt x="611" y="199"/>
                  <a:pt x="707" y="199"/>
                </a:cubicBezTo>
                <a:close/>
                <a:moveTo>
                  <a:pt x="493" y="222"/>
                </a:moveTo>
                <a:cubicBezTo>
                  <a:pt x="463" y="265"/>
                  <a:pt x="445" y="316"/>
                  <a:pt x="445" y="372"/>
                </a:cubicBezTo>
                <a:cubicBezTo>
                  <a:pt x="445" y="516"/>
                  <a:pt x="562" y="633"/>
                  <a:pt x="707" y="633"/>
                </a:cubicBezTo>
                <a:cubicBezTo>
                  <a:pt x="851" y="633"/>
                  <a:pt x="968" y="516"/>
                  <a:pt x="968" y="372"/>
                </a:cubicBezTo>
                <a:cubicBezTo>
                  <a:pt x="968" y="316"/>
                  <a:pt x="951" y="265"/>
                  <a:pt x="922" y="222"/>
                </a:cubicBezTo>
                <a:cubicBezTo>
                  <a:pt x="1012" y="255"/>
                  <a:pt x="1093" y="309"/>
                  <a:pt x="1161" y="378"/>
                </a:cubicBezTo>
                <a:cubicBezTo>
                  <a:pt x="1111" y="583"/>
                  <a:pt x="926" y="735"/>
                  <a:pt x="707" y="735"/>
                </a:cubicBezTo>
                <a:cubicBezTo>
                  <a:pt x="487" y="735"/>
                  <a:pt x="304" y="583"/>
                  <a:pt x="254" y="378"/>
                </a:cubicBezTo>
                <a:cubicBezTo>
                  <a:pt x="322" y="309"/>
                  <a:pt x="403" y="255"/>
                  <a:pt x="493" y="222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8" name="Eye">
            <a:extLst>
              <a:ext uri="{FF2B5EF4-FFF2-40B4-BE49-F238E27FC236}">
                <a16:creationId xmlns:a16="http://schemas.microsoft.com/office/drawing/2014/main" id="{CFF90D3D-000C-F3DF-1688-F77452BF5D65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152800" y="4617132"/>
            <a:ext cx="163513" cy="93663"/>
          </a:xfrm>
          <a:custGeom>
            <a:avLst/>
            <a:gdLst>
              <a:gd name="T0" fmla="*/ 707 w 1415"/>
              <a:gd name="T1" fmla="*/ 0 h 804"/>
              <a:gd name="T2" fmla="*/ 28 w 1415"/>
              <a:gd name="T3" fmla="*/ 361 h 804"/>
              <a:gd name="T4" fmla="*/ 52 w 1415"/>
              <a:gd name="T5" fmla="*/ 490 h 804"/>
              <a:gd name="T6" fmla="*/ 105 w 1415"/>
              <a:gd name="T7" fmla="*/ 506 h 804"/>
              <a:gd name="T8" fmla="*/ 181 w 1415"/>
              <a:gd name="T9" fmla="*/ 465 h 804"/>
              <a:gd name="T10" fmla="*/ 200 w 1415"/>
              <a:gd name="T11" fmla="*/ 440 h 804"/>
              <a:gd name="T12" fmla="*/ 707 w 1415"/>
              <a:gd name="T13" fmla="*/ 804 h 804"/>
              <a:gd name="T14" fmla="*/ 1215 w 1415"/>
              <a:gd name="T15" fmla="*/ 440 h 804"/>
              <a:gd name="T16" fmla="*/ 1234 w 1415"/>
              <a:gd name="T17" fmla="*/ 465 h 804"/>
              <a:gd name="T18" fmla="*/ 1361 w 1415"/>
              <a:gd name="T19" fmla="*/ 490 h 804"/>
              <a:gd name="T20" fmla="*/ 1387 w 1415"/>
              <a:gd name="T21" fmla="*/ 361 h 804"/>
              <a:gd name="T22" fmla="*/ 707 w 1415"/>
              <a:gd name="T23" fmla="*/ 0 h 804"/>
              <a:gd name="T24" fmla="*/ 707 w 1415"/>
              <a:gd name="T25" fmla="*/ 199 h 804"/>
              <a:gd name="T26" fmla="*/ 881 w 1415"/>
              <a:gd name="T27" fmla="*/ 372 h 804"/>
              <a:gd name="T28" fmla="*/ 707 w 1415"/>
              <a:gd name="T29" fmla="*/ 546 h 804"/>
              <a:gd name="T30" fmla="*/ 534 w 1415"/>
              <a:gd name="T31" fmla="*/ 372 h 804"/>
              <a:gd name="T32" fmla="*/ 707 w 1415"/>
              <a:gd name="T33" fmla="*/ 199 h 804"/>
              <a:gd name="T34" fmla="*/ 493 w 1415"/>
              <a:gd name="T35" fmla="*/ 222 h 804"/>
              <a:gd name="T36" fmla="*/ 445 w 1415"/>
              <a:gd name="T37" fmla="*/ 372 h 804"/>
              <a:gd name="T38" fmla="*/ 707 w 1415"/>
              <a:gd name="T39" fmla="*/ 633 h 804"/>
              <a:gd name="T40" fmla="*/ 968 w 1415"/>
              <a:gd name="T41" fmla="*/ 372 h 804"/>
              <a:gd name="T42" fmla="*/ 922 w 1415"/>
              <a:gd name="T43" fmla="*/ 222 h 804"/>
              <a:gd name="T44" fmla="*/ 1161 w 1415"/>
              <a:gd name="T45" fmla="*/ 378 h 804"/>
              <a:gd name="T46" fmla="*/ 707 w 1415"/>
              <a:gd name="T47" fmla="*/ 735 h 804"/>
              <a:gd name="T48" fmla="*/ 254 w 1415"/>
              <a:gd name="T49" fmla="*/ 378 h 804"/>
              <a:gd name="T50" fmla="*/ 493 w 1415"/>
              <a:gd name="T51" fmla="*/ 222 h 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415" h="804">
                <a:moveTo>
                  <a:pt x="707" y="0"/>
                </a:moveTo>
                <a:cubicBezTo>
                  <a:pt x="434" y="0"/>
                  <a:pt x="181" y="136"/>
                  <a:pt x="28" y="361"/>
                </a:cubicBezTo>
                <a:cubicBezTo>
                  <a:pt x="0" y="404"/>
                  <a:pt x="10" y="462"/>
                  <a:pt x="52" y="490"/>
                </a:cubicBezTo>
                <a:cubicBezTo>
                  <a:pt x="68" y="501"/>
                  <a:pt x="87" y="506"/>
                  <a:pt x="105" y="506"/>
                </a:cubicBezTo>
                <a:cubicBezTo>
                  <a:pt x="134" y="506"/>
                  <a:pt x="163" y="491"/>
                  <a:pt x="181" y="465"/>
                </a:cubicBezTo>
                <a:cubicBezTo>
                  <a:pt x="187" y="456"/>
                  <a:pt x="193" y="448"/>
                  <a:pt x="200" y="440"/>
                </a:cubicBezTo>
                <a:cubicBezTo>
                  <a:pt x="272" y="651"/>
                  <a:pt x="471" y="804"/>
                  <a:pt x="707" y="804"/>
                </a:cubicBezTo>
                <a:cubicBezTo>
                  <a:pt x="943" y="804"/>
                  <a:pt x="1143" y="651"/>
                  <a:pt x="1215" y="440"/>
                </a:cubicBezTo>
                <a:cubicBezTo>
                  <a:pt x="1222" y="448"/>
                  <a:pt x="1228" y="456"/>
                  <a:pt x="1234" y="465"/>
                </a:cubicBezTo>
                <a:cubicBezTo>
                  <a:pt x="1263" y="507"/>
                  <a:pt x="1319" y="519"/>
                  <a:pt x="1361" y="490"/>
                </a:cubicBezTo>
                <a:cubicBezTo>
                  <a:pt x="1404" y="462"/>
                  <a:pt x="1415" y="404"/>
                  <a:pt x="1387" y="361"/>
                </a:cubicBezTo>
                <a:cubicBezTo>
                  <a:pt x="1234" y="135"/>
                  <a:pt x="979" y="0"/>
                  <a:pt x="707" y="0"/>
                </a:cubicBezTo>
                <a:close/>
                <a:moveTo>
                  <a:pt x="707" y="199"/>
                </a:moveTo>
                <a:cubicBezTo>
                  <a:pt x="803" y="199"/>
                  <a:pt x="881" y="275"/>
                  <a:pt x="881" y="372"/>
                </a:cubicBezTo>
                <a:cubicBezTo>
                  <a:pt x="881" y="468"/>
                  <a:pt x="803" y="546"/>
                  <a:pt x="707" y="546"/>
                </a:cubicBezTo>
                <a:cubicBezTo>
                  <a:pt x="611" y="546"/>
                  <a:pt x="534" y="468"/>
                  <a:pt x="534" y="372"/>
                </a:cubicBezTo>
                <a:cubicBezTo>
                  <a:pt x="534" y="276"/>
                  <a:pt x="611" y="199"/>
                  <a:pt x="707" y="199"/>
                </a:cubicBezTo>
                <a:close/>
                <a:moveTo>
                  <a:pt x="493" y="222"/>
                </a:moveTo>
                <a:cubicBezTo>
                  <a:pt x="463" y="265"/>
                  <a:pt x="445" y="316"/>
                  <a:pt x="445" y="372"/>
                </a:cubicBezTo>
                <a:cubicBezTo>
                  <a:pt x="445" y="516"/>
                  <a:pt x="562" y="633"/>
                  <a:pt x="707" y="633"/>
                </a:cubicBezTo>
                <a:cubicBezTo>
                  <a:pt x="851" y="633"/>
                  <a:pt x="968" y="516"/>
                  <a:pt x="968" y="372"/>
                </a:cubicBezTo>
                <a:cubicBezTo>
                  <a:pt x="968" y="316"/>
                  <a:pt x="951" y="265"/>
                  <a:pt x="922" y="222"/>
                </a:cubicBezTo>
                <a:cubicBezTo>
                  <a:pt x="1012" y="255"/>
                  <a:pt x="1093" y="309"/>
                  <a:pt x="1161" y="378"/>
                </a:cubicBezTo>
                <a:cubicBezTo>
                  <a:pt x="1111" y="583"/>
                  <a:pt x="926" y="735"/>
                  <a:pt x="707" y="735"/>
                </a:cubicBezTo>
                <a:cubicBezTo>
                  <a:pt x="487" y="735"/>
                  <a:pt x="304" y="583"/>
                  <a:pt x="254" y="378"/>
                </a:cubicBezTo>
                <a:cubicBezTo>
                  <a:pt x="322" y="309"/>
                  <a:pt x="403" y="255"/>
                  <a:pt x="493" y="222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2831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2AEB0-B508-60EA-284B-C28D4C049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oup 260">
            <a:extLst>
              <a:ext uri="{FF2B5EF4-FFF2-40B4-BE49-F238E27FC236}">
                <a16:creationId xmlns:a16="http://schemas.microsoft.com/office/drawing/2014/main" id="{12A72AC8-9910-4FD7-C63B-DD96FFB442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9833705"/>
              </p:ext>
            </p:extLst>
          </p:nvPr>
        </p:nvGraphicFramePr>
        <p:xfrm>
          <a:off x="6969418" y="2548005"/>
          <a:ext cx="2772114" cy="2326598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회원정보 관리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비밀번호 변경 </a:t>
                      </a:r>
                      <a:r>
                        <a:rPr kumimoji="1" lang="ko-KR" altLang="en-US" sz="7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알럿</a:t>
                      </a: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(2/2)</a:t>
                      </a: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새 비밀번호 오류 입력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새 비밀번호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입력시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비밀번호가 연속된 문자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숫자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입력시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아이디와 동일한 문자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입력시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오류 안내 문구 노출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현재 비밀번호 정상 입력</a:t>
                      </a:r>
                      <a:endParaRPr kumimoji="1" lang="en-US" altLang="ko-KR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새 비밀번호 정상 입력 완료 상태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98225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비밀번호 확인 오류 입력</a:t>
                      </a:r>
                      <a:endParaRPr kumimoji="1" lang="en-US" altLang="ko-KR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새 비밀번호와 동일한 비밀번호가 아닌 다른 문자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입력시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오류 안내 문구 노출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767904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비밀번호 정상 입력 완료</a:t>
                      </a:r>
                      <a:endParaRPr kumimoji="1" lang="en-US" altLang="ko-KR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모든 비밀번호 정책상 정상 입력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완료시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비밀번호 변경 버튼 활성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버튼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비밀번호 저장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51254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D565ECE-39C0-C798-E232-4586A1B1EFC0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>
                <a:solidFill>
                  <a:prstClr val="black"/>
                </a:solidFill>
              </a:rPr>
              <a:t>홈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마이페이지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회원정보관리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B97E70-04B4-0E95-89ED-033AB7BF7D68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회원정보 관리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E1591D-3A1B-15FA-8B50-9F8794862823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수정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B3483099-1783-313C-53CA-45A17032E09C}"/>
              </a:ext>
            </a:extLst>
          </p:cNvPr>
          <p:cNvSpPr/>
          <p:nvPr/>
        </p:nvSpPr>
        <p:spPr>
          <a:xfrm>
            <a:off x="201062" y="1365331"/>
            <a:ext cx="3191585" cy="2603730"/>
          </a:xfrm>
          <a:prstGeom prst="roundRect">
            <a:avLst>
              <a:gd name="adj" fmla="val 3091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B0D5CF-07B3-71CA-6DFD-D50FF535704B}"/>
              </a:ext>
            </a:extLst>
          </p:cNvPr>
          <p:cNvSpPr txBox="1"/>
          <p:nvPr/>
        </p:nvSpPr>
        <p:spPr>
          <a:xfrm>
            <a:off x="3045378" y="1329328"/>
            <a:ext cx="278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×</a:t>
            </a:r>
            <a:endParaRPr lang="ko-KR" altLang="en-US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FBC7516-C330-92E2-1C70-BDFA64A03C33}"/>
              </a:ext>
            </a:extLst>
          </p:cNvPr>
          <p:cNvSpPr txBox="1"/>
          <p:nvPr/>
        </p:nvSpPr>
        <p:spPr>
          <a:xfrm>
            <a:off x="223994" y="1406272"/>
            <a:ext cx="19202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비밀번호 변경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BED4A0BE-2351-3233-7119-B58E12BBD6B6}"/>
              </a:ext>
            </a:extLst>
          </p:cNvPr>
          <p:cNvSpPr/>
          <p:nvPr/>
        </p:nvSpPr>
        <p:spPr>
          <a:xfrm>
            <a:off x="316315" y="1926037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</a:rPr>
              <a:t>********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AF9508-9B83-86A7-4FA6-A287F5D3DE41}"/>
              </a:ext>
            </a:extLst>
          </p:cNvPr>
          <p:cNvSpPr txBox="1"/>
          <p:nvPr/>
        </p:nvSpPr>
        <p:spPr>
          <a:xfrm>
            <a:off x="248203" y="1689368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현재 비밀번호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71C2A7D8-2537-9DE6-0F3D-D007DF858BF8}"/>
              </a:ext>
            </a:extLst>
          </p:cNvPr>
          <p:cNvSpPr/>
          <p:nvPr/>
        </p:nvSpPr>
        <p:spPr>
          <a:xfrm>
            <a:off x="316315" y="3522072"/>
            <a:ext cx="2983370" cy="28803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비밀번호 변경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0AEA80CB-B51A-2816-2401-D6D991432AF7}"/>
              </a:ext>
            </a:extLst>
          </p:cNvPr>
          <p:cNvSpPr/>
          <p:nvPr/>
        </p:nvSpPr>
        <p:spPr>
          <a:xfrm>
            <a:off x="324019" y="2574109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rgbClr val="FF0000"/>
                </a:solidFill>
                <a:latin typeface="맑은 고딕" pitchFamily="50" charset="-127"/>
              </a:rPr>
              <a:t>******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3EAC90A-DBEB-6FD5-19B4-47AA8A1A6A13}"/>
              </a:ext>
            </a:extLst>
          </p:cNvPr>
          <p:cNvSpPr txBox="1"/>
          <p:nvPr/>
        </p:nvSpPr>
        <p:spPr>
          <a:xfrm>
            <a:off x="255907" y="2337440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새 비밀번호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059B8202-69DF-F6B5-EF26-58E2409E63F2}"/>
              </a:ext>
            </a:extLst>
          </p:cNvPr>
          <p:cNvSpPr/>
          <p:nvPr/>
        </p:nvSpPr>
        <p:spPr>
          <a:xfrm>
            <a:off x="329948" y="3140968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비밀번호를 한번 더 입력해 주세요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D82CF52-9048-6E75-7B4C-E64655906E73}"/>
              </a:ext>
            </a:extLst>
          </p:cNvPr>
          <p:cNvSpPr txBox="1"/>
          <p:nvPr/>
        </p:nvSpPr>
        <p:spPr>
          <a:xfrm>
            <a:off x="204481" y="2862141"/>
            <a:ext cx="3206457" cy="253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FF0000"/>
                </a:solidFill>
              </a:rPr>
              <a:t>연속된 문자나 아이디와 동일한 비밀번호는 사용할 수 없습니다</a:t>
            </a:r>
            <a:r>
              <a:rPr lang="en-US" altLang="ko-KR" sz="800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C5D2E7AD-16BF-3725-C72C-7310017EFE74}"/>
              </a:ext>
            </a:extLst>
          </p:cNvPr>
          <p:cNvSpPr/>
          <p:nvPr/>
        </p:nvSpPr>
        <p:spPr>
          <a:xfrm>
            <a:off x="145333" y="1268760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5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49" name="Eye">
            <a:extLst>
              <a:ext uri="{FF2B5EF4-FFF2-40B4-BE49-F238E27FC236}">
                <a16:creationId xmlns:a16="http://schemas.microsoft.com/office/drawing/2014/main" id="{B5719EE3-FED6-D129-F599-D8D5BCE65E09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032146" y="2679552"/>
            <a:ext cx="163513" cy="93663"/>
          </a:xfrm>
          <a:custGeom>
            <a:avLst/>
            <a:gdLst>
              <a:gd name="T0" fmla="*/ 707 w 1415"/>
              <a:gd name="T1" fmla="*/ 0 h 804"/>
              <a:gd name="T2" fmla="*/ 28 w 1415"/>
              <a:gd name="T3" fmla="*/ 361 h 804"/>
              <a:gd name="T4" fmla="*/ 52 w 1415"/>
              <a:gd name="T5" fmla="*/ 490 h 804"/>
              <a:gd name="T6" fmla="*/ 105 w 1415"/>
              <a:gd name="T7" fmla="*/ 506 h 804"/>
              <a:gd name="T8" fmla="*/ 181 w 1415"/>
              <a:gd name="T9" fmla="*/ 465 h 804"/>
              <a:gd name="T10" fmla="*/ 200 w 1415"/>
              <a:gd name="T11" fmla="*/ 440 h 804"/>
              <a:gd name="T12" fmla="*/ 707 w 1415"/>
              <a:gd name="T13" fmla="*/ 804 h 804"/>
              <a:gd name="T14" fmla="*/ 1215 w 1415"/>
              <a:gd name="T15" fmla="*/ 440 h 804"/>
              <a:gd name="T16" fmla="*/ 1234 w 1415"/>
              <a:gd name="T17" fmla="*/ 465 h 804"/>
              <a:gd name="T18" fmla="*/ 1361 w 1415"/>
              <a:gd name="T19" fmla="*/ 490 h 804"/>
              <a:gd name="T20" fmla="*/ 1387 w 1415"/>
              <a:gd name="T21" fmla="*/ 361 h 804"/>
              <a:gd name="T22" fmla="*/ 707 w 1415"/>
              <a:gd name="T23" fmla="*/ 0 h 804"/>
              <a:gd name="T24" fmla="*/ 707 w 1415"/>
              <a:gd name="T25" fmla="*/ 199 h 804"/>
              <a:gd name="T26" fmla="*/ 881 w 1415"/>
              <a:gd name="T27" fmla="*/ 372 h 804"/>
              <a:gd name="T28" fmla="*/ 707 w 1415"/>
              <a:gd name="T29" fmla="*/ 546 h 804"/>
              <a:gd name="T30" fmla="*/ 534 w 1415"/>
              <a:gd name="T31" fmla="*/ 372 h 804"/>
              <a:gd name="T32" fmla="*/ 707 w 1415"/>
              <a:gd name="T33" fmla="*/ 199 h 804"/>
              <a:gd name="T34" fmla="*/ 493 w 1415"/>
              <a:gd name="T35" fmla="*/ 222 h 804"/>
              <a:gd name="T36" fmla="*/ 445 w 1415"/>
              <a:gd name="T37" fmla="*/ 372 h 804"/>
              <a:gd name="T38" fmla="*/ 707 w 1415"/>
              <a:gd name="T39" fmla="*/ 633 h 804"/>
              <a:gd name="T40" fmla="*/ 968 w 1415"/>
              <a:gd name="T41" fmla="*/ 372 h 804"/>
              <a:gd name="T42" fmla="*/ 922 w 1415"/>
              <a:gd name="T43" fmla="*/ 222 h 804"/>
              <a:gd name="T44" fmla="*/ 1161 w 1415"/>
              <a:gd name="T45" fmla="*/ 378 h 804"/>
              <a:gd name="T46" fmla="*/ 707 w 1415"/>
              <a:gd name="T47" fmla="*/ 735 h 804"/>
              <a:gd name="T48" fmla="*/ 254 w 1415"/>
              <a:gd name="T49" fmla="*/ 378 h 804"/>
              <a:gd name="T50" fmla="*/ 493 w 1415"/>
              <a:gd name="T51" fmla="*/ 222 h 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415" h="804">
                <a:moveTo>
                  <a:pt x="707" y="0"/>
                </a:moveTo>
                <a:cubicBezTo>
                  <a:pt x="434" y="0"/>
                  <a:pt x="181" y="136"/>
                  <a:pt x="28" y="361"/>
                </a:cubicBezTo>
                <a:cubicBezTo>
                  <a:pt x="0" y="404"/>
                  <a:pt x="10" y="462"/>
                  <a:pt x="52" y="490"/>
                </a:cubicBezTo>
                <a:cubicBezTo>
                  <a:pt x="68" y="501"/>
                  <a:pt x="87" y="506"/>
                  <a:pt x="105" y="506"/>
                </a:cubicBezTo>
                <a:cubicBezTo>
                  <a:pt x="134" y="506"/>
                  <a:pt x="163" y="491"/>
                  <a:pt x="181" y="465"/>
                </a:cubicBezTo>
                <a:cubicBezTo>
                  <a:pt x="187" y="456"/>
                  <a:pt x="193" y="448"/>
                  <a:pt x="200" y="440"/>
                </a:cubicBezTo>
                <a:cubicBezTo>
                  <a:pt x="272" y="651"/>
                  <a:pt x="471" y="804"/>
                  <a:pt x="707" y="804"/>
                </a:cubicBezTo>
                <a:cubicBezTo>
                  <a:pt x="943" y="804"/>
                  <a:pt x="1143" y="651"/>
                  <a:pt x="1215" y="440"/>
                </a:cubicBezTo>
                <a:cubicBezTo>
                  <a:pt x="1222" y="448"/>
                  <a:pt x="1228" y="456"/>
                  <a:pt x="1234" y="465"/>
                </a:cubicBezTo>
                <a:cubicBezTo>
                  <a:pt x="1263" y="507"/>
                  <a:pt x="1319" y="519"/>
                  <a:pt x="1361" y="490"/>
                </a:cubicBezTo>
                <a:cubicBezTo>
                  <a:pt x="1404" y="462"/>
                  <a:pt x="1415" y="404"/>
                  <a:pt x="1387" y="361"/>
                </a:cubicBezTo>
                <a:cubicBezTo>
                  <a:pt x="1234" y="135"/>
                  <a:pt x="979" y="0"/>
                  <a:pt x="707" y="0"/>
                </a:cubicBezTo>
                <a:close/>
                <a:moveTo>
                  <a:pt x="707" y="199"/>
                </a:moveTo>
                <a:cubicBezTo>
                  <a:pt x="803" y="199"/>
                  <a:pt x="881" y="275"/>
                  <a:pt x="881" y="372"/>
                </a:cubicBezTo>
                <a:cubicBezTo>
                  <a:pt x="881" y="468"/>
                  <a:pt x="803" y="546"/>
                  <a:pt x="707" y="546"/>
                </a:cubicBezTo>
                <a:cubicBezTo>
                  <a:pt x="611" y="546"/>
                  <a:pt x="534" y="468"/>
                  <a:pt x="534" y="372"/>
                </a:cubicBezTo>
                <a:cubicBezTo>
                  <a:pt x="534" y="276"/>
                  <a:pt x="611" y="199"/>
                  <a:pt x="707" y="199"/>
                </a:cubicBezTo>
                <a:close/>
                <a:moveTo>
                  <a:pt x="493" y="222"/>
                </a:moveTo>
                <a:cubicBezTo>
                  <a:pt x="463" y="265"/>
                  <a:pt x="445" y="316"/>
                  <a:pt x="445" y="372"/>
                </a:cubicBezTo>
                <a:cubicBezTo>
                  <a:pt x="445" y="516"/>
                  <a:pt x="562" y="633"/>
                  <a:pt x="707" y="633"/>
                </a:cubicBezTo>
                <a:cubicBezTo>
                  <a:pt x="851" y="633"/>
                  <a:pt x="968" y="516"/>
                  <a:pt x="968" y="372"/>
                </a:cubicBezTo>
                <a:cubicBezTo>
                  <a:pt x="968" y="316"/>
                  <a:pt x="951" y="265"/>
                  <a:pt x="922" y="222"/>
                </a:cubicBezTo>
                <a:cubicBezTo>
                  <a:pt x="1012" y="255"/>
                  <a:pt x="1093" y="309"/>
                  <a:pt x="1161" y="378"/>
                </a:cubicBezTo>
                <a:cubicBezTo>
                  <a:pt x="1111" y="583"/>
                  <a:pt x="926" y="735"/>
                  <a:pt x="707" y="735"/>
                </a:cubicBezTo>
                <a:cubicBezTo>
                  <a:pt x="487" y="735"/>
                  <a:pt x="304" y="583"/>
                  <a:pt x="254" y="378"/>
                </a:cubicBezTo>
                <a:cubicBezTo>
                  <a:pt x="322" y="309"/>
                  <a:pt x="403" y="255"/>
                  <a:pt x="493" y="222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0" name="Eye">
            <a:extLst>
              <a:ext uri="{FF2B5EF4-FFF2-40B4-BE49-F238E27FC236}">
                <a16:creationId xmlns:a16="http://schemas.microsoft.com/office/drawing/2014/main" id="{8A203D65-3C87-7A74-D653-4AF9C0D84E2D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012793" y="3231052"/>
            <a:ext cx="163513" cy="93663"/>
          </a:xfrm>
          <a:custGeom>
            <a:avLst/>
            <a:gdLst>
              <a:gd name="T0" fmla="*/ 707 w 1415"/>
              <a:gd name="T1" fmla="*/ 0 h 804"/>
              <a:gd name="T2" fmla="*/ 28 w 1415"/>
              <a:gd name="T3" fmla="*/ 361 h 804"/>
              <a:gd name="T4" fmla="*/ 52 w 1415"/>
              <a:gd name="T5" fmla="*/ 490 h 804"/>
              <a:gd name="T6" fmla="*/ 105 w 1415"/>
              <a:gd name="T7" fmla="*/ 506 h 804"/>
              <a:gd name="T8" fmla="*/ 181 w 1415"/>
              <a:gd name="T9" fmla="*/ 465 h 804"/>
              <a:gd name="T10" fmla="*/ 200 w 1415"/>
              <a:gd name="T11" fmla="*/ 440 h 804"/>
              <a:gd name="T12" fmla="*/ 707 w 1415"/>
              <a:gd name="T13" fmla="*/ 804 h 804"/>
              <a:gd name="T14" fmla="*/ 1215 w 1415"/>
              <a:gd name="T15" fmla="*/ 440 h 804"/>
              <a:gd name="T16" fmla="*/ 1234 w 1415"/>
              <a:gd name="T17" fmla="*/ 465 h 804"/>
              <a:gd name="T18" fmla="*/ 1361 w 1415"/>
              <a:gd name="T19" fmla="*/ 490 h 804"/>
              <a:gd name="T20" fmla="*/ 1387 w 1415"/>
              <a:gd name="T21" fmla="*/ 361 h 804"/>
              <a:gd name="T22" fmla="*/ 707 w 1415"/>
              <a:gd name="T23" fmla="*/ 0 h 804"/>
              <a:gd name="T24" fmla="*/ 707 w 1415"/>
              <a:gd name="T25" fmla="*/ 199 h 804"/>
              <a:gd name="T26" fmla="*/ 881 w 1415"/>
              <a:gd name="T27" fmla="*/ 372 h 804"/>
              <a:gd name="T28" fmla="*/ 707 w 1415"/>
              <a:gd name="T29" fmla="*/ 546 h 804"/>
              <a:gd name="T30" fmla="*/ 534 w 1415"/>
              <a:gd name="T31" fmla="*/ 372 h 804"/>
              <a:gd name="T32" fmla="*/ 707 w 1415"/>
              <a:gd name="T33" fmla="*/ 199 h 804"/>
              <a:gd name="T34" fmla="*/ 493 w 1415"/>
              <a:gd name="T35" fmla="*/ 222 h 804"/>
              <a:gd name="T36" fmla="*/ 445 w 1415"/>
              <a:gd name="T37" fmla="*/ 372 h 804"/>
              <a:gd name="T38" fmla="*/ 707 w 1415"/>
              <a:gd name="T39" fmla="*/ 633 h 804"/>
              <a:gd name="T40" fmla="*/ 968 w 1415"/>
              <a:gd name="T41" fmla="*/ 372 h 804"/>
              <a:gd name="T42" fmla="*/ 922 w 1415"/>
              <a:gd name="T43" fmla="*/ 222 h 804"/>
              <a:gd name="T44" fmla="*/ 1161 w 1415"/>
              <a:gd name="T45" fmla="*/ 378 h 804"/>
              <a:gd name="T46" fmla="*/ 707 w 1415"/>
              <a:gd name="T47" fmla="*/ 735 h 804"/>
              <a:gd name="T48" fmla="*/ 254 w 1415"/>
              <a:gd name="T49" fmla="*/ 378 h 804"/>
              <a:gd name="T50" fmla="*/ 493 w 1415"/>
              <a:gd name="T51" fmla="*/ 222 h 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415" h="804">
                <a:moveTo>
                  <a:pt x="707" y="0"/>
                </a:moveTo>
                <a:cubicBezTo>
                  <a:pt x="434" y="0"/>
                  <a:pt x="181" y="136"/>
                  <a:pt x="28" y="361"/>
                </a:cubicBezTo>
                <a:cubicBezTo>
                  <a:pt x="0" y="404"/>
                  <a:pt x="10" y="462"/>
                  <a:pt x="52" y="490"/>
                </a:cubicBezTo>
                <a:cubicBezTo>
                  <a:pt x="68" y="501"/>
                  <a:pt x="87" y="506"/>
                  <a:pt x="105" y="506"/>
                </a:cubicBezTo>
                <a:cubicBezTo>
                  <a:pt x="134" y="506"/>
                  <a:pt x="163" y="491"/>
                  <a:pt x="181" y="465"/>
                </a:cubicBezTo>
                <a:cubicBezTo>
                  <a:pt x="187" y="456"/>
                  <a:pt x="193" y="448"/>
                  <a:pt x="200" y="440"/>
                </a:cubicBezTo>
                <a:cubicBezTo>
                  <a:pt x="272" y="651"/>
                  <a:pt x="471" y="804"/>
                  <a:pt x="707" y="804"/>
                </a:cubicBezTo>
                <a:cubicBezTo>
                  <a:pt x="943" y="804"/>
                  <a:pt x="1143" y="651"/>
                  <a:pt x="1215" y="440"/>
                </a:cubicBezTo>
                <a:cubicBezTo>
                  <a:pt x="1222" y="448"/>
                  <a:pt x="1228" y="456"/>
                  <a:pt x="1234" y="465"/>
                </a:cubicBezTo>
                <a:cubicBezTo>
                  <a:pt x="1263" y="507"/>
                  <a:pt x="1319" y="519"/>
                  <a:pt x="1361" y="490"/>
                </a:cubicBezTo>
                <a:cubicBezTo>
                  <a:pt x="1404" y="462"/>
                  <a:pt x="1415" y="404"/>
                  <a:pt x="1387" y="361"/>
                </a:cubicBezTo>
                <a:cubicBezTo>
                  <a:pt x="1234" y="135"/>
                  <a:pt x="979" y="0"/>
                  <a:pt x="707" y="0"/>
                </a:cubicBezTo>
                <a:close/>
                <a:moveTo>
                  <a:pt x="707" y="199"/>
                </a:moveTo>
                <a:cubicBezTo>
                  <a:pt x="803" y="199"/>
                  <a:pt x="881" y="275"/>
                  <a:pt x="881" y="372"/>
                </a:cubicBezTo>
                <a:cubicBezTo>
                  <a:pt x="881" y="468"/>
                  <a:pt x="803" y="546"/>
                  <a:pt x="707" y="546"/>
                </a:cubicBezTo>
                <a:cubicBezTo>
                  <a:pt x="611" y="546"/>
                  <a:pt x="534" y="468"/>
                  <a:pt x="534" y="372"/>
                </a:cubicBezTo>
                <a:cubicBezTo>
                  <a:pt x="534" y="276"/>
                  <a:pt x="611" y="199"/>
                  <a:pt x="707" y="199"/>
                </a:cubicBezTo>
                <a:close/>
                <a:moveTo>
                  <a:pt x="493" y="222"/>
                </a:moveTo>
                <a:cubicBezTo>
                  <a:pt x="463" y="265"/>
                  <a:pt x="445" y="316"/>
                  <a:pt x="445" y="372"/>
                </a:cubicBezTo>
                <a:cubicBezTo>
                  <a:pt x="445" y="516"/>
                  <a:pt x="562" y="633"/>
                  <a:pt x="707" y="633"/>
                </a:cubicBezTo>
                <a:cubicBezTo>
                  <a:pt x="851" y="633"/>
                  <a:pt x="968" y="516"/>
                  <a:pt x="968" y="372"/>
                </a:cubicBezTo>
                <a:cubicBezTo>
                  <a:pt x="968" y="316"/>
                  <a:pt x="951" y="265"/>
                  <a:pt x="922" y="222"/>
                </a:cubicBezTo>
                <a:cubicBezTo>
                  <a:pt x="1012" y="255"/>
                  <a:pt x="1093" y="309"/>
                  <a:pt x="1161" y="378"/>
                </a:cubicBezTo>
                <a:cubicBezTo>
                  <a:pt x="1111" y="583"/>
                  <a:pt x="926" y="735"/>
                  <a:pt x="707" y="735"/>
                </a:cubicBezTo>
                <a:cubicBezTo>
                  <a:pt x="487" y="735"/>
                  <a:pt x="304" y="583"/>
                  <a:pt x="254" y="378"/>
                </a:cubicBezTo>
                <a:cubicBezTo>
                  <a:pt x="322" y="309"/>
                  <a:pt x="403" y="255"/>
                  <a:pt x="493" y="222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Eye">
            <a:extLst>
              <a:ext uri="{FF2B5EF4-FFF2-40B4-BE49-F238E27FC236}">
                <a16:creationId xmlns:a16="http://schemas.microsoft.com/office/drawing/2014/main" id="{B68DED65-3662-56F6-BA4B-F802B7A39D96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029300" y="2031480"/>
            <a:ext cx="163513" cy="93663"/>
          </a:xfrm>
          <a:custGeom>
            <a:avLst/>
            <a:gdLst>
              <a:gd name="T0" fmla="*/ 707 w 1415"/>
              <a:gd name="T1" fmla="*/ 0 h 804"/>
              <a:gd name="T2" fmla="*/ 28 w 1415"/>
              <a:gd name="T3" fmla="*/ 361 h 804"/>
              <a:gd name="T4" fmla="*/ 52 w 1415"/>
              <a:gd name="T5" fmla="*/ 490 h 804"/>
              <a:gd name="T6" fmla="*/ 105 w 1415"/>
              <a:gd name="T7" fmla="*/ 506 h 804"/>
              <a:gd name="T8" fmla="*/ 181 w 1415"/>
              <a:gd name="T9" fmla="*/ 465 h 804"/>
              <a:gd name="T10" fmla="*/ 200 w 1415"/>
              <a:gd name="T11" fmla="*/ 440 h 804"/>
              <a:gd name="T12" fmla="*/ 707 w 1415"/>
              <a:gd name="T13" fmla="*/ 804 h 804"/>
              <a:gd name="T14" fmla="*/ 1215 w 1415"/>
              <a:gd name="T15" fmla="*/ 440 h 804"/>
              <a:gd name="T16" fmla="*/ 1234 w 1415"/>
              <a:gd name="T17" fmla="*/ 465 h 804"/>
              <a:gd name="T18" fmla="*/ 1361 w 1415"/>
              <a:gd name="T19" fmla="*/ 490 h 804"/>
              <a:gd name="T20" fmla="*/ 1387 w 1415"/>
              <a:gd name="T21" fmla="*/ 361 h 804"/>
              <a:gd name="T22" fmla="*/ 707 w 1415"/>
              <a:gd name="T23" fmla="*/ 0 h 804"/>
              <a:gd name="T24" fmla="*/ 707 w 1415"/>
              <a:gd name="T25" fmla="*/ 199 h 804"/>
              <a:gd name="T26" fmla="*/ 881 w 1415"/>
              <a:gd name="T27" fmla="*/ 372 h 804"/>
              <a:gd name="T28" fmla="*/ 707 w 1415"/>
              <a:gd name="T29" fmla="*/ 546 h 804"/>
              <a:gd name="T30" fmla="*/ 534 w 1415"/>
              <a:gd name="T31" fmla="*/ 372 h 804"/>
              <a:gd name="T32" fmla="*/ 707 w 1415"/>
              <a:gd name="T33" fmla="*/ 199 h 804"/>
              <a:gd name="T34" fmla="*/ 493 w 1415"/>
              <a:gd name="T35" fmla="*/ 222 h 804"/>
              <a:gd name="T36" fmla="*/ 445 w 1415"/>
              <a:gd name="T37" fmla="*/ 372 h 804"/>
              <a:gd name="T38" fmla="*/ 707 w 1415"/>
              <a:gd name="T39" fmla="*/ 633 h 804"/>
              <a:gd name="T40" fmla="*/ 968 w 1415"/>
              <a:gd name="T41" fmla="*/ 372 h 804"/>
              <a:gd name="T42" fmla="*/ 922 w 1415"/>
              <a:gd name="T43" fmla="*/ 222 h 804"/>
              <a:gd name="T44" fmla="*/ 1161 w 1415"/>
              <a:gd name="T45" fmla="*/ 378 h 804"/>
              <a:gd name="T46" fmla="*/ 707 w 1415"/>
              <a:gd name="T47" fmla="*/ 735 h 804"/>
              <a:gd name="T48" fmla="*/ 254 w 1415"/>
              <a:gd name="T49" fmla="*/ 378 h 804"/>
              <a:gd name="T50" fmla="*/ 493 w 1415"/>
              <a:gd name="T51" fmla="*/ 222 h 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415" h="804">
                <a:moveTo>
                  <a:pt x="707" y="0"/>
                </a:moveTo>
                <a:cubicBezTo>
                  <a:pt x="434" y="0"/>
                  <a:pt x="181" y="136"/>
                  <a:pt x="28" y="361"/>
                </a:cubicBezTo>
                <a:cubicBezTo>
                  <a:pt x="0" y="404"/>
                  <a:pt x="10" y="462"/>
                  <a:pt x="52" y="490"/>
                </a:cubicBezTo>
                <a:cubicBezTo>
                  <a:pt x="68" y="501"/>
                  <a:pt x="87" y="506"/>
                  <a:pt x="105" y="506"/>
                </a:cubicBezTo>
                <a:cubicBezTo>
                  <a:pt x="134" y="506"/>
                  <a:pt x="163" y="491"/>
                  <a:pt x="181" y="465"/>
                </a:cubicBezTo>
                <a:cubicBezTo>
                  <a:pt x="187" y="456"/>
                  <a:pt x="193" y="448"/>
                  <a:pt x="200" y="440"/>
                </a:cubicBezTo>
                <a:cubicBezTo>
                  <a:pt x="272" y="651"/>
                  <a:pt x="471" y="804"/>
                  <a:pt x="707" y="804"/>
                </a:cubicBezTo>
                <a:cubicBezTo>
                  <a:pt x="943" y="804"/>
                  <a:pt x="1143" y="651"/>
                  <a:pt x="1215" y="440"/>
                </a:cubicBezTo>
                <a:cubicBezTo>
                  <a:pt x="1222" y="448"/>
                  <a:pt x="1228" y="456"/>
                  <a:pt x="1234" y="465"/>
                </a:cubicBezTo>
                <a:cubicBezTo>
                  <a:pt x="1263" y="507"/>
                  <a:pt x="1319" y="519"/>
                  <a:pt x="1361" y="490"/>
                </a:cubicBezTo>
                <a:cubicBezTo>
                  <a:pt x="1404" y="462"/>
                  <a:pt x="1415" y="404"/>
                  <a:pt x="1387" y="361"/>
                </a:cubicBezTo>
                <a:cubicBezTo>
                  <a:pt x="1234" y="135"/>
                  <a:pt x="979" y="0"/>
                  <a:pt x="707" y="0"/>
                </a:cubicBezTo>
                <a:close/>
                <a:moveTo>
                  <a:pt x="707" y="199"/>
                </a:moveTo>
                <a:cubicBezTo>
                  <a:pt x="803" y="199"/>
                  <a:pt x="881" y="275"/>
                  <a:pt x="881" y="372"/>
                </a:cubicBezTo>
                <a:cubicBezTo>
                  <a:pt x="881" y="468"/>
                  <a:pt x="803" y="546"/>
                  <a:pt x="707" y="546"/>
                </a:cubicBezTo>
                <a:cubicBezTo>
                  <a:pt x="611" y="546"/>
                  <a:pt x="534" y="468"/>
                  <a:pt x="534" y="372"/>
                </a:cubicBezTo>
                <a:cubicBezTo>
                  <a:pt x="534" y="276"/>
                  <a:pt x="611" y="199"/>
                  <a:pt x="707" y="199"/>
                </a:cubicBezTo>
                <a:close/>
                <a:moveTo>
                  <a:pt x="493" y="222"/>
                </a:moveTo>
                <a:cubicBezTo>
                  <a:pt x="463" y="265"/>
                  <a:pt x="445" y="316"/>
                  <a:pt x="445" y="372"/>
                </a:cubicBezTo>
                <a:cubicBezTo>
                  <a:pt x="445" y="516"/>
                  <a:pt x="562" y="633"/>
                  <a:pt x="707" y="633"/>
                </a:cubicBezTo>
                <a:cubicBezTo>
                  <a:pt x="851" y="633"/>
                  <a:pt x="968" y="516"/>
                  <a:pt x="968" y="372"/>
                </a:cubicBezTo>
                <a:cubicBezTo>
                  <a:pt x="968" y="316"/>
                  <a:pt x="951" y="265"/>
                  <a:pt x="922" y="222"/>
                </a:cubicBezTo>
                <a:cubicBezTo>
                  <a:pt x="1012" y="255"/>
                  <a:pt x="1093" y="309"/>
                  <a:pt x="1161" y="378"/>
                </a:cubicBezTo>
                <a:cubicBezTo>
                  <a:pt x="1111" y="583"/>
                  <a:pt x="926" y="735"/>
                  <a:pt x="707" y="735"/>
                </a:cubicBezTo>
                <a:cubicBezTo>
                  <a:pt x="487" y="735"/>
                  <a:pt x="304" y="583"/>
                  <a:pt x="254" y="378"/>
                </a:cubicBezTo>
                <a:cubicBezTo>
                  <a:pt x="322" y="309"/>
                  <a:pt x="403" y="255"/>
                  <a:pt x="493" y="222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6AF1CC74-96C1-8838-253F-ACB15098C3CA}"/>
              </a:ext>
            </a:extLst>
          </p:cNvPr>
          <p:cNvSpPr/>
          <p:nvPr/>
        </p:nvSpPr>
        <p:spPr>
          <a:xfrm>
            <a:off x="3576771" y="1380383"/>
            <a:ext cx="3191585" cy="2603730"/>
          </a:xfrm>
          <a:prstGeom prst="roundRect">
            <a:avLst>
              <a:gd name="adj" fmla="val 3091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089E8D9-82A8-3946-A6F1-FECD25A25E40}"/>
              </a:ext>
            </a:extLst>
          </p:cNvPr>
          <p:cNvSpPr txBox="1"/>
          <p:nvPr/>
        </p:nvSpPr>
        <p:spPr>
          <a:xfrm>
            <a:off x="6421087" y="1344380"/>
            <a:ext cx="278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×</a:t>
            </a:r>
            <a:endParaRPr lang="ko-KR" altLang="en-US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A6A8F67-DCAE-B91D-0E08-956BA3DC3B87}"/>
              </a:ext>
            </a:extLst>
          </p:cNvPr>
          <p:cNvSpPr txBox="1"/>
          <p:nvPr/>
        </p:nvSpPr>
        <p:spPr>
          <a:xfrm>
            <a:off x="3599703" y="1421324"/>
            <a:ext cx="19202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비밀번호 변경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D6721799-9C85-6567-AC91-1D97DAD3D176}"/>
              </a:ext>
            </a:extLst>
          </p:cNvPr>
          <p:cNvSpPr/>
          <p:nvPr/>
        </p:nvSpPr>
        <p:spPr>
          <a:xfrm>
            <a:off x="3692024" y="1941089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</a:rPr>
              <a:t>********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4454C7C-96EF-DBC8-F6CD-ADD3B6ED5F67}"/>
              </a:ext>
            </a:extLst>
          </p:cNvPr>
          <p:cNvSpPr txBox="1"/>
          <p:nvPr/>
        </p:nvSpPr>
        <p:spPr>
          <a:xfrm>
            <a:off x="3623912" y="1704420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현재 비밀번호</a:t>
            </a: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895C6DC7-9F9E-4968-FF4F-597732547ACD}"/>
              </a:ext>
            </a:extLst>
          </p:cNvPr>
          <p:cNvSpPr/>
          <p:nvPr/>
        </p:nvSpPr>
        <p:spPr>
          <a:xfrm>
            <a:off x="3692024" y="3342052"/>
            <a:ext cx="2983370" cy="28803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비밀번호 변경</a:t>
            </a: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27C3C91C-0653-B2A4-DA39-A51DD3B2A68E}"/>
              </a:ext>
            </a:extLst>
          </p:cNvPr>
          <p:cNvSpPr/>
          <p:nvPr/>
        </p:nvSpPr>
        <p:spPr>
          <a:xfrm>
            <a:off x="3699728" y="2589161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</a:rPr>
              <a:t>********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90DA384-2F93-F2D6-F54C-511567FCF255}"/>
              </a:ext>
            </a:extLst>
          </p:cNvPr>
          <p:cNvSpPr txBox="1"/>
          <p:nvPr/>
        </p:nvSpPr>
        <p:spPr>
          <a:xfrm>
            <a:off x="3631616" y="2352492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새 비밀번호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C5E84FB7-B9D2-5E2E-9E48-DEAB56A3ACA8}"/>
              </a:ext>
            </a:extLst>
          </p:cNvPr>
          <p:cNvSpPr/>
          <p:nvPr/>
        </p:nvSpPr>
        <p:spPr>
          <a:xfrm>
            <a:off x="3705657" y="2960948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비밀번호를 한번 더 입력해 주세요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3A893678-D029-51D5-119F-75EA14E2B92D}"/>
              </a:ext>
            </a:extLst>
          </p:cNvPr>
          <p:cNvSpPr/>
          <p:nvPr/>
        </p:nvSpPr>
        <p:spPr>
          <a:xfrm>
            <a:off x="3521042" y="1283812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6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77" name="Eye">
            <a:extLst>
              <a:ext uri="{FF2B5EF4-FFF2-40B4-BE49-F238E27FC236}">
                <a16:creationId xmlns:a16="http://schemas.microsoft.com/office/drawing/2014/main" id="{B2B28D90-84AF-E079-3938-47AEEB253CC2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407855" y="2694604"/>
            <a:ext cx="163513" cy="93663"/>
          </a:xfrm>
          <a:custGeom>
            <a:avLst/>
            <a:gdLst>
              <a:gd name="T0" fmla="*/ 707 w 1415"/>
              <a:gd name="T1" fmla="*/ 0 h 804"/>
              <a:gd name="T2" fmla="*/ 28 w 1415"/>
              <a:gd name="T3" fmla="*/ 361 h 804"/>
              <a:gd name="T4" fmla="*/ 52 w 1415"/>
              <a:gd name="T5" fmla="*/ 490 h 804"/>
              <a:gd name="T6" fmla="*/ 105 w 1415"/>
              <a:gd name="T7" fmla="*/ 506 h 804"/>
              <a:gd name="T8" fmla="*/ 181 w 1415"/>
              <a:gd name="T9" fmla="*/ 465 h 804"/>
              <a:gd name="T10" fmla="*/ 200 w 1415"/>
              <a:gd name="T11" fmla="*/ 440 h 804"/>
              <a:gd name="T12" fmla="*/ 707 w 1415"/>
              <a:gd name="T13" fmla="*/ 804 h 804"/>
              <a:gd name="T14" fmla="*/ 1215 w 1415"/>
              <a:gd name="T15" fmla="*/ 440 h 804"/>
              <a:gd name="T16" fmla="*/ 1234 w 1415"/>
              <a:gd name="T17" fmla="*/ 465 h 804"/>
              <a:gd name="T18" fmla="*/ 1361 w 1415"/>
              <a:gd name="T19" fmla="*/ 490 h 804"/>
              <a:gd name="T20" fmla="*/ 1387 w 1415"/>
              <a:gd name="T21" fmla="*/ 361 h 804"/>
              <a:gd name="T22" fmla="*/ 707 w 1415"/>
              <a:gd name="T23" fmla="*/ 0 h 804"/>
              <a:gd name="T24" fmla="*/ 707 w 1415"/>
              <a:gd name="T25" fmla="*/ 199 h 804"/>
              <a:gd name="T26" fmla="*/ 881 w 1415"/>
              <a:gd name="T27" fmla="*/ 372 h 804"/>
              <a:gd name="T28" fmla="*/ 707 w 1415"/>
              <a:gd name="T29" fmla="*/ 546 h 804"/>
              <a:gd name="T30" fmla="*/ 534 w 1415"/>
              <a:gd name="T31" fmla="*/ 372 h 804"/>
              <a:gd name="T32" fmla="*/ 707 w 1415"/>
              <a:gd name="T33" fmla="*/ 199 h 804"/>
              <a:gd name="T34" fmla="*/ 493 w 1415"/>
              <a:gd name="T35" fmla="*/ 222 h 804"/>
              <a:gd name="T36" fmla="*/ 445 w 1415"/>
              <a:gd name="T37" fmla="*/ 372 h 804"/>
              <a:gd name="T38" fmla="*/ 707 w 1415"/>
              <a:gd name="T39" fmla="*/ 633 h 804"/>
              <a:gd name="T40" fmla="*/ 968 w 1415"/>
              <a:gd name="T41" fmla="*/ 372 h 804"/>
              <a:gd name="T42" fmla="*/ 922 w 1415"/>
              <a:gd name="T43" fmla="*/ 222 h 804"/>
              <a:gd name="T44" fmla="*/ 1161 w 1415"/>
              <a:gd name="T45" fmla="*/ 378 h 804"/>
              <a:gd name="T46" fmla="*/ 707 w 1415"/>
              <a:gd name="T47" fmla="*/ 735 h 804"/>
              <a:gd name="T48" fmla="*/ 254 w 1415"/>
              <a:gd name="T49" fmla="*/ 378 h 804"/>
              <a:gd name="T50" fmla="*/ 493 w 1415"/>
              <a:gd name="T51" fmla="*/ 222 h 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415" h="804">
                <a:moveTo>
                  <a:pt x="707" y="0"/>
                </a:moveTo>
                <a:cubicBezTo>
                  <a:pt x="434" y="0"/>
                  <a:pt x="181" y="136"/>
                  <a:pt x="28" y="361"/>
                </a:cubicBezTo>
                <a:cubicBezTo>
                  <a:pt x="0" y="404"/>
                  <a:pt x="10" y="462"/>
                  <a:pt x="52" y="490"/>
                </a:cubicBezTo>
                <a:cubicBezTo>
                  <a:pt x="68" y="501"/>
                  <a:pt x="87" y="506"/>
                  <a:pt x="105" y="506"/>
                </a:cubicBezTo>
                <a:cubicBezTo>
                  <a:pt x="134" y="506"/>
                  <a:pt x="163" y="491"/>
                  <a:pt x="181" y="465"/>
                </a:cubicBezTo>
                <a:cubicBezTo>
                  <a:pt x="187" y="456"/>
                  <a:pt x="193" y="448"/>
                  <a:pt x="200" y="440"/>
                </a:cubicBezTo>
                <a:cubicBezTo>
                  <a:pt x="272" y="651"/>
                  <a:pt x="471" y="804"/>
                  <a:pt x="707" y="804"/>
                </a:cubicBezTo>
                <a:cubicBezTo>
                  <a:pt x="943" y="804"/>
                  <a:pt x="1143" y="651"/>
                  <a:pt x="1215" y="440"/>
                </a:cubicBezTo>
                <a:cubicBezTo>
                  <a:pt x="1222" y="448"/>
                  <a:pt x="1228" y="456"/>
                  <a:pt x="1234" y="465"/>
                </a:cubicBezTo>
                <a:cubicBezTo>
                  <a:pt x="1263" y="507"/>
                  <a:pt x="1319" y="519"/>
                  <a:pt x="1361" y="490"/>
                </a:cubicBezTo>
                <a:cubicBezTo>
                  <a:pt x="1404" y="462"/>
                  <a:pt x="1415" y="404"/>
                  <a:pt x="1387" y="361"/>
                </a:cubicBezTo>
                <a:cubicBezTo>
                  <a:pt x="1234" y="135"/>
                  <a:pt x="979" y="0"/>
                  <a:pt x="707" y="0"/>
                </a:cubicBezTo>
                <a:close/>
                <a:moveTo>
                  <a:pt x="707" y="199"/>
                </a:moveTo>
                <a:cubicBezTo>
                  <a:pt x="803" y="199"/>
                  <a:pt x="881" y="275"/>
                  <a:pt x="881" y="372"/>
                </a:cubicBezTo>
                <a:cubicBezTo>
                  <a:pt x="881" y="468"/>
                  <a:pt x="803" y="546"/>
                  <a:pt x="707" y="546"/>
                </a:cubicBezTo>
                <a:cubicBezTo>
                  <a:pt x="611" y="546"/>
                  <a:pt x="534" y="468"/>
                  <a:pt x="534" y="372"/>
                </a:cubicBezTo>
                <a:cubicBezTo>
                  <a:pt x="534" y="276"/>
                  <a:pt x="611" y="199"/>
                  <a:pt x="707" y="199"/>
                </a:cubicBezTo>
                <a:close/>
                <a:moveTo>
                  <a:pt x="493" y="222"/>
                </a:moveTo>
                <a:cubicBezTo>
                  <a:pt x="463" y="265"/>
                  <a:pt x="445" y="316"/>
                  <a:pt x="445" y="372"/>
                </a:cubicBezTo>
                <a:cubicBezTo>
                  <a:pt x="445" y="516"/>
                  <a:pt x="562" y="633"/>
                  <a:pt x="707" y="633"/>
                </a:cubicBezTo>
                <a:cubicBezTo>
                  <a:pt x="851" y="633"/>
                  <a:pt x="968" y="516"/>
                  <a:pt x="968" y="372"/>
                </a:cubicBezTo>
                <a:cubicBezTo>
                  <a:pt x="968" y="316"/>
                  <a:pt x="951" y="265"/>
                  <a:pt x="922" y="222"/>
                </a:cubicBezTo>
                <a:cubicBezTo>
                  <a:pt x="1012" y="255"/>
                  <a:pt x="1093" y="309"/>
                  <a:pt x="1161" y="378"/>
                </a:cubicBezTo>
                <a:cubicBezTo>
                  <a:pt x="1111" y="583"/>
                  <a:pt x="926" y="735"/>
                  <a:pt x="707" y="735"/>
                </a:cubicBezTo>
                <a:cubicBezTo>
                  <a:pt x="487" y="735"/>
                  <a:pt x="304" y="583"/>
                  <a:pt x="254" y="378"/>
                </a:cubicBezTo>
                <a:cubicBezTo>
                  <a:pt x="322" y="309"/>
                  <a:pt x="403" y="255"/>
                  <a:pt x="493" y="222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7" name="Eye">
            <a:extLst>
              <a:ext uri="{FF2B5EF4-FFF2-40B4-BE49-F238E27FC236}">
                <a16:creationId xmlns:a16="http://schemas.microsoft.com/office/drawing/2014/main" id="{AB186747-203F-9558-5BB2-795E8D4BBF65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388502" y="3051032"/>
            <a:ext cx="163513" cy="93663"/>
          </a:xfrm>
          <a:custGeom>
            <a:avLst/>
            <a:gdLst>
              <a:gd name="T0" fmla="*/ 707 w 1415"/>
              <a:gd name="T1" fmla="*/ 0 h 804"/>
              <a:gd name="T2" fmla="*/ 28 w 1415"/>
              <a:gd name="T3" fmla="*/ 361 h 804"/>
              <a:gd name="T4" fmla="*/ 52 w 1415"/>
              <a:gd name="T5" fmla="*/ 490 h 804"/>
              <a:gd name="T6" fmla="*/ 105 w 1415"/>
              <a:gd name="T7" fmla="*/ 506 h 804"/>
              <a:gd name="T8" fmla="*/ 181 w 1415"/>
              <a:gd name="T9" fmla="*/ 465 h 804"/>
              <a:gd name="T10" fmla="*/ 200 w 1415"/>
              <a:gd name="T11" fmla="*/ 440 h 804"/>
              <a:gd name="T12" fmla="*/ 707 w 1415"/>
              <a:gd name="T13" fmla="*/ 804 h 804"/>
              <a:gd name="T14" fmla="*/ 1215 w 1415"/>
              <a:gd name="T15" fmla="*/ 440 h 804"/>
              <a:gd name="T16" fmla="*/ 1234 w 1415"/>
              <a:gd name="T17" fmla="*/ 465 h 804"/>
              <a:gd name="T18" fmla="*/ 1361 w 1415"/>
              <a:gd name="T19" fmla="*/ 490 h 804"/>
              <a:gd name="T20" fmla="*/ 1387 w 1415"/>
              <a:gd name="T21" fmla="*/ 361 h 804"/>
              <a:gd name="T22" fmla="*/ 707 w 1415"/>
              <a:gd name="T23" fmla="*/ 0 h 804"/>
              <a:gd name="T24" fmla="*/ 707 w 1415"/>
              <a:gd name="T25" fmla="*/ 199 h 804"/>
              <a:gd name="T26" fmla="*/ 881 w 1415"/>
              <a:gd name="T27" fmla="*/ 372 h 804"/>
              <a:gd name="T28" fmla="*/ 707 w 1415"/>
              <a:gd name="T29" fmla="*/ 546 h 804"/>
              <a:gd name="T30" fmla="*/ 534 w 1415"/>
              <a:gd name="T31" fmla="*/ 372 h 804"/>
              <a:gd name="T32" fmla="*/ 707 w 1415"/>
              <a:gd name="T33" fmla="*/ 199 h 804"/>
              <a:gd name="T34" fmla="*/ 493 w 1415"/>
              <a:gd name="T35" fmla="*/ 222 h 804"/>
              <a:gd name="T36" fmla="*/ 445 w 1415"/>
              <a:gd name="T37" fmla="*/ 372 h 804"/>
              <a:gd name="T38" fmla="*/ 707 w 1415"/>
              <a:gd name="T39" fmla="*/ 633 h 804"/>
              <a:gd name="T40" fmla="*/ 968 w 1415"/>
              <a:gd name="T41" fmla="*/ 372 h 804"/>
              <a:gd name="T42" fmla="*/ 922 w 1415"/>
              <a:gd name="T43" fmla="*/ 222 h 804"/>
              <a:gd name="T44" fmla="*/ 1161 w 1415"/>
              <a:gd name="T45" fmla="*/ 378 h 804"/>
              <a:gd name="T46" fmla="*/ 707 w 1415"/>
              <a:gd name="T47" fmla="*/ 735 h 804"/>
              <a:gd name="T48" fmla="*/ 254 w 1415"/>
              <a:gd name="T49" fmla="*/ 378 h 804"/>
              <a:gd name="T50" fmla="*/ 493 w 1415"/>
              <a:gd name="T51" fmla="*/ 222 h 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415" h="804">
                <a:moveTo>
                  <a:pt x="707" y="0"/>
                </a:moveTo>
                <a:cubicBezTo>
                  <a:pt x="434" y="0"/>
                  <a:pt x="181" y="136"/>
                  <a:pt x="28" y="361"/>
                </a:cubicBezTo>
                <a:cubicBezTo>
                  <a:pt x="0" y="404"/>
                  <a:pt x="10" y="462"/>
                  <a:pt x="52" y="490"/>
                </a:cubicBezTo>
                <a:cubicBezTo>
                  <a:pt x="68" y="501"/>
                  <a:pt x="87" y="506"/>
                  <a:pt x="105" y="506"/>
                </a:cubicBezTo>
                <a:cubicBezTo>
                  <a:pt x="134" y="506"/>
                  <a:pt x="163" y="491"/>
                  <a:pt x="181" y="465"/>
                </a:cubicBezTo>
                <a:cubicBezTo>
                  <a:pt x="187" y="456"/>
                  <a:pt x="193" y="448"/>
                  <a:pt x="200" y="440"/>
                </a:cubicBezTo>
                <a:cubicBezTo>
                  <a:pt x="272" y="651"/>
                  <a:pt x="471" y="804"/>
                  <a:pt x="707" y="804"/>
                </a:cubicBezTo>
                <a:cubicBezTo>
                  <a:pt x="943" y="804"/>
                  <a:pt x="1143" y="651"/>
                  <a:pt x="1215" y="440"/>
                </a:cubicBezTo>
                <a:cubicBezTo>
                  <a:pt x="1222" y="448"/>
                  <a:pt x="1228" y="456"/>
                  <a:pt x="1234" y="465"/>
                </a:cubicBezTo>
                <a:cubicBezTo>
                  <a:pt x="1263" y="507"/>
                  <a:pt x="1319" y="519"/>
                  <a:pt x="1361" y="490"/>
                </a:cubicBezTo>
                <a:cubicBezTo>
                  <a:pt x="1404" y="462"/>
                  <a:pt x="1415" y="404"/>
                  <a:pt x="1387" y="361"/>
                </a:cubicBezTo>
                <a:cubicBezTo>
                  <a:pt x="1234" y="135"/>
                  <a:pt x="979" y="0"/>
                  <a:pt x="707" y="0"/>
                </a:cubicBezTo>
                <a:close/>
                <a:moveTo>
                  <a:pt x="707" y="199"/>
                </a:moveTo>
                <a:cubicBezTo>
                  <a:pt x="803" y="199"/>
                  <a:pt x="881" y="275"/>
                  <a:pt x="881" y="372"/>
                </a:cubicBezTo>
                <a:cubicBezTo>
                  <a:pt x="881" y="468"/>
                  <a:pt x="803" y="546"/>
                  <a:pt x="707" y="546"/>
                </a:cubicBezTo>
                <a:cubicBezTo>
                  <a:pt x="611" y="546"/>
                  <a:pt x="534" y="468"/>
                  <a:pt x="534" y="372"/>
                </a:cubicBezTo>
                <a:cubicBezTo>
                  <a:pt x="534" y="276"/>
                  <a:pt x="611" y="199"/>
                  <a:pt x="707" y="199"/>
                </a:cubicBezTo>
                <a:close/>
                <a:moveTo>
                  <a:pt x="493" y="222"/>
                </a:moveTo>
                <a:cubicBezTo>
                  <a:pt x="463" y="265"/>
                  <a:pt x="445" y="316"/>
                  <a:pt x="445" y="372"/>
                </a:cubicBezTo>
                <a:cubicBezTo>
                  <a:pt x="445" y="516"/>
                  <a:pt x="562" y="633"/>
                  <a:pt x="707" y="633"/>
                </a:cubicBezTo>
                <a:cubicBezTo>
                  <a:pt x="851" y="633"/>
                  <a:pt x="968" y="516"/>
                  <a:pt x="968" y="372"/>
                </a:cubicBezTo>
                <a:cubicBezTo>
                  <a:pt x="968" y="316"/>
                  <a:pt x="951" y="265"/>
                  <a:pt x="922" y="222"/>
                </a:cubicBezTo>
                <a:cubicBezTo>
                  <a:pt x="1012" y="255"/>
                  <a:pt x="1093" y="309"/>
                  <a:pt x="1161" y="378"/>
                </a:cubicBezTo>
                <a:cubicBezTo>
                  <a:pt x="1111" y="583"/>
                  <a:pt x="926" y="735"/>
                  <a:pt x="707" y="735"/>
                </a:cubicBezTo>
                <a:cubicBezTo>
                  <a:pt x="487" y="735"/>
                  <a:pt x="304" y="583"/>
                  <a:pt x="254" y="378"/>
                </a:cubicBezTo>
                <a:cubicBezTo>
                  <a:pt x="322" y="309"/>
                  <a:pt x="403" y="255"/>
                  <a:pt x="493" y="222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8" name="Eye">
            <a:extLst>
              <a:ext uri="{FF2B5EF4-FFF2-40B4-BE49-F238E27FC236}">
                <a16:creationId xmlns:a16="http://schemas.microsoft.com/office/drawing/2014/main" id="{77CABB6B-A2B8-EFD6-A5A7-DA8503C8A783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405009" y="2046532"/>
            <a:ext cx="163513" cy="93663"/>
          </a:xfrm>
          <a:custGeom>
            <a:avLst/>
            <a:gdLst>
              <a:gd name="T0" fmla="*/ 707 w 1415"/>
              <a:gd name="T1" fmla="*/ 0 h 804"/>
              <a:gd name="T2" fmla="*/ 28 w 1415"/>
              <a:gd name="T3" fmla="*/ 361 h 804"/>
              <a:gd name="T4" fmla="*/ 52 w 1415"/>
              <a:gd name="T5" fmla="*/ 490 h 804"/>
              <a:gd name="T6" fmla="*/ 105 w 1415"/>
              <a:gd name="T7" fmla="*/ 506 h 804"/>
              <a:gd name="T8" fmla="*/ 181 w 1415"/>
              <a:gd name="T9" fmla="*/ 465 h 804"/>
              <a:gd name="T10" fmla="*/ 200 w 1415"/>
              <a:gd name="T11" fmla="*/ 440 h 804"/>
              <a:gd name="T12" fmla="*/ 707 w 1415"/>
              <a:gd name="T13" fmla="*/ 804 h 804"/>
              <a:gd name="T14" fmla="*/ 1215 w 1415"/>
              <a:gd name="T15" fmla="*/ 440 h 804"/>
              <a:gd name="T16" fmla="*/ 1234 w 1415"/>
              <a:gd name="T17" fmla="*/ 465 h 804"/>
              <a:gd name="T18" fmla="*/ 1361 w 1415"/>
              <a:gd name="T19" fmla="*/ 490 h 804"/>
              <a:gd name="T20" fmla="*/ 1387 w 1415"/>
              <a:gd name="T21" fmla="*/ 361 h 804"/>
              <a:gd name="T22" fmla="*/ 707 w 1415"/>
              <a:gd name="T23" fmla="*/ 0 h 804"/>
              <a:gd name="T24" fmla="*/ 707 w 1415"/>
              <a:gd name="T25" fmla="*/ 199 h 804"/>
              <a:gd name="T26" fmla="*/ 881 w 1415"/>
              <a:gd name="T27" fmla="*/ 372 h 804"/>
              <a:gd name="T28" fmla="*/ 707 w 1415"/>
              <a:gd name="T29" fmla="*/ 546 h 804"/>
              <a:gd name="T30" fmla="*/ 534 w 1415"/>
              <a:gd name="T31" fmla="*/ 372 h 804"/>
              <a:gd name="T32" fmla="*/ 707 w 1415"/>
              <a:gd name="T33" fmla="*/ 199 h 804"/>
              <a:gd name="T34" fmla="*/ 493 w 1415"/>
              <a:gd name="T35" fmla="*/ 222 h 804"/>
              <a:gd name="T36" fmla="*/ 445 w 1415"/>
              <a:gd name="T37" fmla="*/ 372 h 804"/>
              <a:gd name="T38" fmla="*/ 707 w 1415"/>
              <a:gd name="T39" fmla="*/ 633 h 804"/>
              <a:gd name="T40" fmla="*/ 968 w 1415"/>
              <a:gd name="T41" fmla="*/ 372 h 804"/>
              <a:gd name="T42" fmla="*/ 922 w 1415"/>
              <a:gd name="T43" fmla="*/ 222 h 804"/>
              <a:gd name="T44" fmla="*/ 1161 w 1415"/>
              <a:gd name="T45" fmla="*/ 378 h 804"/>
              <a:gd name="T46" fmla="*/ 707 w 1415"/>
              <a:gd name="T47" fmla="*/ 735 h 804"/>
              <a:gd name="T48" fmla="*/ 254 w 1415"/>
              <a:gd name="T49" fmla="*/ 378 h 804"/>
              <a:gd name="T50" fmla="*/ 493 w 1415"/>
              <a:gd name="T51" fmla="*/ 222 h 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415" h="804">
                <a:moveTo>
                  <a:pt x="707" y="0"/>
                </a:moveTo>
                <a:cubicBezTo>
                  <a:pt x="434" y="0"/>
                  <a:pt x="181" y="136"/>
                  <a:pt x="28" y="361"/>
                </a:cubicBezTo>
                <a:cubicBezTo>
                  <a:pt x="0" y="404"/>
                  <a:pt x="10" y="462"/>
                  <a:pt x="52" y="490"/>
                </a:cubicBezTo>
                <a:cubicBezTo>
                  <a:pt x="68" y="501"/>
                  <a:pt x="87" y="506"/>
                  <a:pt x="105" y="506"/>
                </a:cubicBezTo>
                <a:cubicBezTo>
                  <a:pt x="134" y="506"/>
                  <a:pt x="163" y="491"/>
                  <a:pt x="181" y="465"/>
                </a:cubicBezTo>
                <a:cubicBezTo>
                  <a:pt x="187" y="456"/>
                  <a:pt x="193" y="448"/>
                  <a:pt x="200" y="440"/>
                </a:cubicBezTo>
                <a:cubicBezTo>
                  <a:pt x="272" y="651"/>
                  <a:pt x="471" y="804"/>
                  <a:pt x="707" y="804"/>
                </a:cubicBezTo>
                <a:cubicBezTo>
                  <a:pt x="943" y="804"/>
                  <a:pt x="1143" y="651"/>
                  <a:pt x="1215" y="440"/>
                </a:cubicBezTo>
                <a:cubicBezTo>
                  <a:pt x="1222" y="448"/>
                  <a:pt x="1228" y="456"/>
                  <a:pt x="1234" y="465"/>
                </a:cubicBezTo>
                <a:cubicBezTo>
                  <a:pt x="1263" y="507"/>
                  <a:pt x="1319" y="519"/>
                  <a:pt x="1361" y="490"/>
                </a:cubicBezTo>
                <a:cubicBezTo>
                  <a:pt x="1404" y="462"/>
                  <a:pt x="1415" y="404"/>
                  <a:pt x="1387" y="361"/>
                </a:cubicBezTo>
                <a:cubicBezTo>
                  <a:pt x="1234" y="135"/>
                  <a:pt x="979" y="0"/>
                  <a:pt x="707" y="0"/>
                </a:cubicBezTo>
                <a:close/>
                <a:moveTo>
                  <a:pt x="707" y="199"/>
                </a:moveTo>
                <a:cubicBezTo>
                  <a:pt x="803" y="199"/>
                  <a:pt x="881" y="275"/>
                  <a:pt x="881" y="372"/>
                </a:cubicBezTo>
                <a:cubicBezTo>
                  <a:pt x="881" y="468"/>
                  <a:pt x="803" y="546"/>
                  <a:pt x="707" y="546"/>
                </a:cubicBezTo>
                <a:cubicBezTo>
                  <a:pt x="611" y="546"/>
                  <a:pt x="534" y="468"/>
                  <a:pt x="534" y="372"/>
                </a:cubicBezTo>
                <a:cubicBezTo>
                  <a:pt x="534" y="276"/>
                  <a:pt x="611" y="199"/>
                  <a:pt x="707" y="199"/>
                </a:cubicBezTo>
                <a:close/>
                <a:moveTo>
                  <a:pt x="493" y="222"/>
                </a:moveTo>
                <a:cubicBezTo>
                  <a:pt x="463" y="265"/>
                  <a:pt x="445" y="316"/>
                  <a:pt x="445" y="372"/>
                </a:cubicBezTo>
                <a:cubicBezTo>
                  <a:pt x="445" y="516"/>
                  <a:pt x="562" y="633"/>
                  <a:pt x="707" y="633"/>
                </a:cubicBezTo>
                <a:cubicBezTo>
                  <a:pt x="851" y="633"/>
                  <a:pt x="968" y="516"/>
                  <a:pt x="968" y="372"/>
                </a:cubicBezTo>
                <a:cubicBezTo>
                  <a:pt x="968" y="316"/>
                  <a:pt x="951" y="265"/>
                  <a:pt x="922" y="222"/>
                </a:cubicBezTo>
                <a:cubicBezTo>
                  <a:pt x="1012" y="255"/>
                  <a:pt x="1093" y="309"/>
                  <a:pt x="1161" y="378"/>
                </a:cubicBezTo>
                <a:cubicBezTo>
                  <a:pt x="1111" y="583"/>
                  <a:pt x="926" y="735"/>
                  <a:pt x="707" y="735"/>
                </a:cubicBezTo>
                <a:cubicBezTo>
                  <a:pt x="487" y="735"/>
                  <a:pt x="304" y="583"/>
                  <a:pt x="254" y="378"/>
                </a:cubicBezTo>
                <a:cubicBezTo>
                  <a:pt x="322" y="309"/>
                  <a:pt x="403" y="255"/>
                  <a:pt x="493" y="222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EA384731-11C1-B9A2-7F5D-95F62CC05DB3}"/>
              </a:ext>
            </a:extLst>
          </p:cNvPr>
          <p:cNvSpPr/>
          <p:nvPr/>
        </p:nvSpPr>
        <p:spPr>
          <a:xfrm>
            <a:off x="184124" y="4053196"/>
            <a:ext cx="3191585" cy="2603730"/>
          </a:xfrm>
          <a:prstGeom prst="roundRect">
            <a:avLst>
              <a:gd name="adj" fmla="val 3091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35D8928-170B-26EE-56FD-D67CC11FF90D}"/>
              </a:ext>
            </a:extLst>
          </p:cNvPr>
          <p:cNvSpPr txBox="1"/>
          <p:nvPr/>
        </p:nvSpPr>
        <p:spPr>
          <a:xfrm>
            <a:off x="3028440" y="4017193"/>
            <a:ext cx="278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×</a:t>
            </a:r>
            <a:endParaRPr lang="ko-KR" altLang="en-US" b="1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C4A74AF-934E-783F-31B7-769EF4EAE13D}"/>
              </a:ext>
            </a:extLst>
          </p:cNvPr>
          <p:cNvSpPr txBox="1"/>
          <p:nvPr/>
        </p:nvSpPr>
        <p:spPr>
          <a:xfrm>
            <a:off x="207056" y="4094137"/>
            <a:ext cx="19202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비밀번호 변경</a:t>
            </a:r>
          </a:p>
        </p:txBody>
      </p:sp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D8C1B4B2-4376-952B-52CA-20B011BA362B}"/>
              </a:ext>
            </a:extLst>
          </p:cNvPr>
          <p:cNvSpPr/>
          <p:nvPr/>
        </p:nvSpPr>
        <p:spPr>
          <a:xfrm>
            <a:off x="299377" y="4613902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</a:rPr>
              <a:t>********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0D24FBE-84F2-07CB-A8BD-89ADC6DA3DE5}"/>
              </a:ext>
            </a:extLst>
          </p:cNvPr>
          <p:cNvSpPr txBox="1"/>
          <p:nvPr/>
        </p:nvSpPr>
        <p:spPr>
          <a:xfrm>
            <a:off x="231265" y="4377233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현재 비밀번호</a:t>
            </a:r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B2EC9A4F-150A-27C8-B95E-9E2C56537561}"/>
              </a:ext>
            </a:extLst>
          </p:cNvPr>
          <p:cNvSpPr/>
          <p:nvPr/>
        </p:nvSpPr>
        <p:spPr>
          <a:xfrm>
            <a:off x="299377" y="6209937"/>
            <a:ext cx="2983370" cy="28803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비밀번호 변경</a:t>
            </a:r>
          </a:p>
        </p:txBody>
      </p:sp>
      <p:sp>
        <p:nvSpPr>
          <p:cNvPr id="105" name="사각형: 둥근 모서리 104">
            <a:extLst>
              <a:ext uri="{FF2B5EF4-FFF2-40B4-BE49-F238E27FC236}">
                <a16:creationId xmlns:a16="http://schemas.microsoft.com/office/drawing/2014/main" id="{EBCF21F8-E9D7-CCF3-9836-E5A803A7E1B5}"/>
              </a:ext>
            </a:extLst>
          </p:cNvPr>
          <p:cNvSpPr/>
          <p:nvPr/>
        </p:nvSpPr>
        <p:spPr>
          <a:xfrm>
            <a:off x="307081" y="5261974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</a:rPr>
              <a:t>********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D4C5AB36-4CF7-007E-9028-9E48D3F795F8}"/>
              </a:ext>
            </a:extLst>
          </p:cNvPr>
          <p:cNvSpPr txBox="1"/>
          <p:nvPr/>
        </p:nvSpPr>
        <p:spPr>
          <a:xfrm>
            <a:off x="238969" y="5025305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새 비밀번호</a:t>
            </a:r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830EC334-AD45-38CA-823C-9FD07383BFCB}"/>
              </a:ext>
            </a:extLst>
          </p:cNvPr>
          <p:cNvSpPr/>
          <p:nvPr/>
        </p:nvSpPr>
        <p:spPr>
          <a:xfrm>
            <a:off x="313010" y="5625244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rgbClr val="FF0000"/>
                </a:solidFill>
                <a:latin typeface="맑은 고딕" pitchFamily="50" charset="-127"/>
              </a:rPr>
              <a:t>********</a:t>
            </a:r>
            <a:endParaRPr lang="ko-KR" altLang="en-US" sz="8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A39DFD4E-A240-694D-9590-5A9AE4CD4EFF}"/>
              </a:ext>
            </a:extLst>
          </p:cNvPr>
          <p:cNvSpPr/>
          <p:nvPr/>
        </p:nvSpPr>
        <p:spPr>
          <a:xfrm>
            <a:off x="128395" y="3956625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7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10" name="Eye">
            <a:extLst>
              <a:ext uri="{FF2B5EF4-FFF2-40B4-BE49-F238E27FC236}">
                <a16:creationId xmlns:a16="http://schemas.microsoft.com/office/drawing/2014/main" id="{252FF252-F1C0-8B3A-4231-7FB7354620EC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015208" y="5367417"/>
            <a:ext cx="163513" cy="93663"/>
          </a:xfrm>
          <a:custGeom>
            <a:avLst/>
            <a:gdLst>
              <a:gd name="T0" fmla="*/ 707 w 1415"/>
              <a:gd name="T1" fmla="*/ 0 h 804"/>
              <a:gd name="T2" fmla="*/ 28 w 1415"/>
              <a:gd name="T3" fmla="*/ 361 h 804"/>
              <a:gd name="T4" fmla="*/ 52 w 1415"/>
              <a:gd name="T5" fmla="*/ 490 h 804"/>
              <a:gd name="T6" fmla="*/ 105 w 1415"/>
              <a:gd name="T7" fmla="*/ 506 h 804"/>
              <a:gd name="T8" fmla="*/ 181 w 1415"/>
              <a:gd name="T9" fmla="*/ 465 h 804"/>
              <a:gd name="T10" fmla="*/ 200 w 1415"/>
              <a:gd name="T11" fmla="*/ 440 h 804"/>
              <a:gd name="T12" fmla="*/ 707 w 1415"/>
              <a:gd name="T13" fmla="*/ 804 h 804"/>
              <a:gd name="T14" fmla="*/ 1215 w 1415"/>
              <a:gd name="T15" fmla="*/ 440 h 804"/>
              <a:gd name="T16" fmla="*/ 1234 w 1415"/>
              <a:gd name="T17" fmla="*/ 465 h 804"/>
              <a:gd name="T18" fmla="*/ 1361 w 1415"/>
              <a:gd name="T19" fmla="*/ 490 h 804"/>
              <a:gd name="T20" fmla="*/ 1387 w 1415"/>
              <a:gd name="T21" fmla="*/ 361 h 804"/>
              <a:gd name="T22" fmla="*/ 707 w 1415"/>
              <a:gd name="T23" fmla="*/ 0 h 804"/>
              <a:gd name="T24" fmla="*/ 707 w 1415"/>
              <a:gd name="T25" fmla="*/ 199 h 804"/>
              <a:gd name="T26" fmla="*/ 881 w 1415"/>
              <a:gd name="T27" fmla="*/ 372 h 804"/>
              <a:gd name="T28" fmla="*/ 707 w 1415"/>
              <a:gd name="T29" fmla="*/ 546 h 804"/>
              <a:gd name="T30" fmla="*/ 534 w 1415"/>
              <a:gd name="T31" fmla="*/ 372 h 804"/>
              <a:gd name="T32" fmla="*/ 707 w 1415"/>
              <a:gd name="T33" fmla="*/ 199 h 804"/>
              <a:gd name="T34" fmla="*/ 493 w 1415"/>
              <a:gd name="T35" fmla="*/ 222 h 804"/>
              <a:gd name="T36" fmla="*/ 445 w 1415"/>
              <a:gd name="T37" fmla="*/ 372 h 804"/>
              <a:gd name="T38" fmla="*/ 707 w 1415"/>
              <a:gd name="T39" fmla="*/ 633 h 804"/>
              <a:gd name="T40" fmla="*/ 968 w 1415"/>
              <a:gd name="T41" fmla="*/ 372 h 804"/>
              <a:gd name="T42" fmla="*/ 922 w 1415"/>
              <a:gd name="T43" fmla="*/ 222 h 804"/>
              <a:gd name="T44" fmla="*/ 1161 w 1415"/>
              <a:gd name="T45" fmla="*/ 378 h 804"/>
              <a:gd name="T46" fmla="*/ 707 w 1415"/>
              <a:gd name="T47" fmla="*/ 735 h 804"/>
              <a:gd name="T48" fmla="*/ 254 w 1415"/>
              <a:gd name="T49" fmla="*/ 378 h 804"/>
              <a:gd name="T50" fmla="*/ 493 w 1415"/>
              <a:gd name="T51" fmla="*/ 222 h 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415" h="804">
                <a:moveTo>
                  <a:pt x="707" y="0"/>
                </a:moveTo>
                <a:cubicBezTo>
                  <a:pt x="434" y="0"/>
                  <a:pt x="181" y="136"/>
                  <a:pt x="28" y="361"/>
                </a:cubicBezTo>
                <a:cubicBezTo>
                  <a:pt x="0" y="404"/>
                  <a:pt x="10" y="462"/>
                  <a:pt x="52" y="490"/>
                </a:cubicBezTo>
                <a:cubicBezTo>
                  <a:pt x="68" y="501"/>
                  <a:pt x="87" y="506"/>
                  <a:pt x="105" y="506"/>
                </a:cubicBezTo>
                <a:cubicBezTo>
                  <a:pt x="134" y="506"/>
                  <a:pt x="163" y="491"/>
                  <a:pt x="181" y="465"/>
                </a:cubicBezTo>
                <a:cubicBezTo>
                  <a:pt x="187" y="456"/>
                  <a:pt x="193" y="448"/>
                  <a:pt x="200" y="440"/>
                </a:cubicBezTo>
                <a:cubicBezTo>
                  <a:pt x="272" y="651"/>
                  <a:pt x="471" y="804"/>
                  <a:pt x="707" y="804"/>
                </a:cubicBezTo>
                <a:cubicBezTo>
                  <a:pt x="943" y="804"/>
                  <a:pt x="1143" y="651"/>
                  <a:pt x="1215" y="440"/>
                </a:cubicBezTo>
                <a:cubicBezTo>
                  <a:pt x="1222" y="448"/>
                  <a:pt x="1228" y="456"/>
                  <a:pt x="1234" y="465"/>
                </a:cubicBezTo>
                <a:cubicBezTo>
                  <a:pt x="1263" y="507"/>
                  <a:pt x="1319" y="519"/>
                  <a:pt x="1361" y="490"/>
                </a:cubicBezTo>
                <a:cubicBezTo>
                  <a:pt x="1404" y="462"/>
                  <a:pt x="1415" y="404"/>
                  <a:pt x="1387" y="361"/>
                </a:cubicBezTo>
                <a:cubicBezTo>
                  <a:pt x="1234" y="135"/>
                  <a:pt x="979" y="0"/>
                  <a:pt x="707" y="0"/>
                </a:cubicBezTo>
                <a:close/>
                <a:moveTo>
                  <a:pt x="707" y="199"/>
                </a:moveTo>
                <a:cubicBezTo>
                  <a:pt x="803" y="199"/>
                  <a:pt x="881" y="275"/>
                  <a:pt x="881" y="372"/>
                </a:cubicBezTo>
                <a:cubicBezTo>
                  <a:pt x="881" y="468"/>
                  <a:pt x="803" y="546"/>
                  <a:pt x="707" y="546"/>
                </a:cubicBezTo>
                <a:cubicBezTo>
                  <a:pt x="611" y="546"/>
                  <a:pt x="534" y="468"/>
                  <a:pt x="534" y="372"/>
                </a:cubicBezTo>
                <a:cubicBezTo>
                  <a:pt x="534" y="276"/>
                  <a:pt x="611" y="199"/>
                  <a:pt x="707" y="199"/>
                </a:cubicBezTo>
                <a:close/>
                <a:moveTo>
                  <a:pt x="493" y="222"/>
                </a:moveTo>
                <a:cubicBezTo>
                  <a:pt x="463" y="265"/>
                  <a:pt x="445" y="316"/>
                  <a:pt x="445" y="372"/>
                </a:cubicBezTo>
                <a:cubicBezTo>
                  <a:pt x="445" y="516"/>
                  <a:pt x="562" y="633"/>
                  <a:pt x="707" y="633"/>
                </a:cubicBezTo>
                <a:cubicBezTo>
                  <a:pt x="851" y="633"/>
                  <a:pt x="968" y="516"/>
                  <a:pt x="968" y="372"/>
                </a:cubicBezTo>
                <a:cubicBezTo>
                  <a:pt x="968" y="316"/>
                  <a:pt x="951" y="265"/>
                  <a:pt x="922" y="222"/>
                </a:cubicBezTo>
                <a:cubicBezTo>
                  <a:pt x="1012" y="255"/>
                  <a:pt x="1093" y="309"/>
                  <a:pt x="1161" y="378"/>
                </a:cubicBezTo>
                <a:cubicBezTo>
                  <a:pt x="1111" y="583"/>
                  <a:pt x="926" y="735"/>
                  <a:pt x="707" y="735"/>
                </a:cubicBezTo>
                <a:cubicBezTo>
                  <a:pt x="487" y="735"/>
                  <a:pt x="304" y="583"/>
                  <a:pt x="254" y="378"/>
                </a:cubicBezTo>
                <a:cubicBezTo>
                  <a:pt x="322" y="309"/>
                  <a:pt x="403" y="255"/>
                  <a:pt x="493" y="222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1" name="Eye">
            <a:extLst>
              <a:ext uri="{FF2B5EF4-FFF2-40B4-BE49-F238E27FC236}">
                <a16:creationId xmlns:a16="http://schemas.microsoft.com/office/drawing/2014/main" id="{02F7C39B-E1E1-3AD6-85FE-F02BD3AC6434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2995855" y="5715328"/>
            <a:ext cx="163513" cy="93663"/>
          </a:xfrm>
          <a:custGeom>
            <a:avLst/>
            <a:gdLst>
              <a:gd name="T0" fmla="*/ 707 w 1415"/>
              <a:gd name="T1" fmla="*/ 0 h 804"/>
              <a:gd name="T2" fmla="*/ 28 w 1415"/>
              <a:gd name="T3" fmla="*/ 361 h 804"/>
              <a:gd name="T4" fmla="*/ 52 w 1415"/>
              <a:gd name="T5" fmla="*/ 490 h 804"/>
              <a:gd name="T6" fmla="*/ 105 w 1415"/>
              <a:gd name="T7" fmla="*/ 506 h 804"/>
              <a:gd name="T8" fmla="*/ 181 w 1415"/>
              <a:gd name="T9" fmla="*/ 465 h 804"/>
              <a:gd name="T10" fmla="*/ 200 w 1415"/>
              <a:gd name="T11" fmla="*/ 440 h 804"/>
              <a:gd name="T12" fmla="*/ 707 w 1415"/>
              <a:gd name="T13" fmla="*/ 804 h 804"/>
              <a:gd name="T14" fmla="*/ 1215 w 1415"/>
              <a:gd name="T15" fmla="*/ 440 h 804"/>
              <a:gd name="T16" fmla="*/ 1234 w 1415"/>
              <a:gd name="T17" fmla="*/ 465 h 804"/>
              <a:gd name="T18" fmla="*/ 1361 w 1415"/>
              <a:gd name="T19" fmla="*/ 490 h 804"/>
              <a:gd name="T20" fmla="*/ 1387 w 1415"/>
              <a:gd name="T21" fmla="*/ 361 h 804"/>
              <a:gd name="T22" fmla="*/ 707 w 1415"/>
              <a:gd name="T23" fmla="*/ 0 h 804"/>
              <a:gd name="T24" fmla="*/ 707 w 1415"/>
              <a:gd name="T25" fmla="*/ 199 h 804"/>
              <a:gd name="T26" fmla="*/ 881 w 1415"/>
              <a:gd name="T27" fmla="*/ 372 h 804"/>
              <a:gd name="T28" fmla="*/ 707 w 1415"/>
              <a:gd name="T29" fmla="*/ 546 h 804"/>
              <a:gd name="T30" fmla="*/ 534 w 1415"/>
              <a:gd name="T31" fmla="*/ 372 h 804"/>
              <a:gd name="T32" fmla="*/ 707 w 1415"/>
              <a:gd name="T33" fmla="*/ 199 h 804"/>
              <a:gd name="T34" fmla="*/ 493 w 1415"/>
              <a:gd name="T35" fmla="*/ 222 h 804"/>
              <a:gd name="T36" fmla="*/ 445 w 1415"/>
              <a:gd name="T37" fmla="*/ 372 h 804"/>
              <a:gd name="T38" fmla="*/ 707 w 1415"/>
              <a:gd name="T39" fmla="*/ 633 h 804"/>
              <a:gd name="T40" fmla="*/ 968 w 1415"/>
              <a:gd name="T41" fmla="*/ 372 h 804"/>
              <a:gd name="T42" fmla="*/ 922 w 1415"/>
              <a:gd name="T43" fmla="*/ 222 h 804"/>
              <a:gd name="T44" fmla="*/ 1161 w 1415"/>
              <a:gd name="T45" fmla="*/ 378 h 804"/>
              <a:gd name="T46" fmla="*/ 707 w 1415"/>
              <a:gd name="T47" fmla="*/ 735 h 804"/>
              <a:gd name="T48" fmla="*/ 254 w 1415"/>
              <a:gd name="T49" fmla="*/ 378 h 804"/>
              <a:gd name="T50" fmla="*/ 493 w 1415"/>
              <a:gd name="T51" fmla="*/ 222 h 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415" h="804">
                <a:moveTo>
                  <a:pt x="707" y="0"/>
                </a:moveTo>
                <a:cubicBezTo>
                  <a:pt x="434" y="0"/>
                  <a:pt x="181" y="136"/>
                  <a:pt x="28" y="361"/>
                </a:cubicBezTo>
                <a:cubicBezTo>
                  <a:pt x="0" y="404"/>
                  <a:pt x="10" y="462"/>
                  <a:pt x="52" y="490"/>
                </a:cubicBezTo>
                <a:cubicBezTo>
                  <a:pt x="68" y="501"/>
                  <a:pt x="87" y="506"/>
                  <a:pt x="105" y="506"/>
                </a:cubicBezTo>
                <a:cubicBezTo>
                  <a:pt x="134" y="506"/>
                  <a:pt x="163" y="491"/>
                  <a:pt x="181" y="465"/>
                </a:cubicBezTo>
                <a:cubicBezTo>
                  <a:pt x="187" y="456"/>
                  <a:pt x="193" y="448"/>
                  <a:pt x="200" y="440"/>
                </a:cubicBezTo>
                <a:cubicBezTo>
                  <a:pt x="272" y="651"/>
                  <a:pt x="471" y="804"/>
                  <a:pt x="707" y="804"/>
                </a:cubicBezTo>
                <a:cubicBezTo>
                  <a:pt x="943" y="804"/>
                  <a:pt x="1143" y="651"/>
                  <a:pt x="1215" y="440"/>
                </a:cubicBezTo>
                <a:cubicBezTo>
                  <a:pt x="1222" y="448"/>
                  <a:pt x="1228" y="456"/>
                  <a:pt x="1234" y="465"/>
                </a:cubicBezTo>
                <a:cubicBezTo>
                  <a:pt x="1263" y="507"/>
                  <a:pt x="1319" y="519"/>
                  <a:pt x="1361" y="490"/>
                </a:cubicBezTo>
                <a:cubicBezTo>
                  <a:pt x="1404" y="462"/>
                  <a:pt x="1415" y="404"/>
                  <a:pt x="1387" y="361"/>
                </a:cubicBezTo>
                <a:cubicBezTo>
                  <a:pt x="1234" y="135"/>
                  <a:pt x="979" y="0"/>
                  <a:pt x="707" y="0"/>
                </a:cubicBezTo>
                <a:close/>
                <a:moveTo>
                  <a:pt x="707" y="199"/>
                </a:moveTo>
                <a:cubicBezTo>
                  <a:pt x="803" y="199"/>
                  <a:pt x="881" y="275"/>
                  <a:pt x="881" y="372"/>
                </a:cubicBezTo>
                <a:cubicBezTo>
                  <a:pt x="881" y="468"/>
                  <a:pt x="803" y="546"/>
                  <a:pt x="707" y="546"/>
                </a:cubicBezTo>
                <a:cubicBezTo>
                  <a:pt x="611" y="546"/>
                  <a:pt x="534" y="468"/>
                  <a:pt x="534" y="372"/>
                </a:cubicBezTo>
                <a:cubicBezTo>
                  <a:pt x="534" y="276"/>
                  <a:pt x="611" y="199"/>
                  <a:pt x="707" y="199"/>
                </a:cubicBezTo>
                <a:close/>
                <a:moveTo>
                  <a:pt x="493" y="222"/>
                </a:moveTo>
                <a:cubicBezTo>
                  <a:pt x="463" y="265"/>
                  <a:pt x="445" y="316"/>
                  <a:pt x="445" y="372"/>
                </a:cubicBezTo>
                <a:cubicBezTo>
                  <a:pt x="445" y="516"/>
                  <a:pt x="562" y="633"/>
                  <a:pt x="707" y="633"/>
                </a:cubicBezTo>
                <a:cubicBezTo>
                  <a:pt x="851" y="633"/>
                  <a:pt x="968" y="516"/>
                  <a:pt x="968" y="372"/>
                </a:cubicBezTo>
                <a:cubicBezTo>
                  <a:pt x="968" y="316"/>
                  <a:pt x="951" y="265"/>
                  <a:pt x="922" y="222"/>
                </a:cubicBezTo>
                <a:cubicBezTo>
                  <a:pt x="1012" y="255"/>
                  <a:pt x="1093" y="309"/>
                  <a:pt x="1161" y="378"/>
                </a:cubicBezTo>
                <a:cubicBezTo>
                  <a:pt x="1111" y="583"/>
                  <a:pt x="926" y="735"/>
                  <a:pt x="707" y="735"/>
                </a:cubicBezTo>
                <a:cubicBezTo>
                  <a:pt x="487" y="735"/>
                  <a:pt x="304" y="583"/>
                  <a:pt x="254" y="378"/>
                </a:cubicBezTo>
                <a:cubicBezTo>
                  <a:pt x="322" y="309"/>
                  <a:pt x="403" y="255"/>
                  <a:pt x="493" y="222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2" name="Eye">
            <a:extLst>
              <a:ext uri="{FF2B5EF4-FFF2-40B4-BE49-F238E27FC236}">
                <a16:creationId xmlns:a16="http://schemas.microsoft.com/office/drawing/2014/main" id="{7671F093-AE5B-392B-0A1C-ABF3F6198ED1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012362" y="4719345"/>
            <a:ext cx="163513" cy="93663"/>
          </a:xfrm>
          <a:custGeom>
            <a:avLst/>
            <a:gdLst>
              <a:gd name="T0" fmla="*/ 707 w 1415"/>
              <a:gd name="T1" fmla="*/ 0 h 804"/>
              <a:gd name="T2" fmla="*/ 28 w 1415"/>
              <a:gd name="T3" fmla="*/ 361 h 804"/>
              <a:gd name="T4" fmla="*/ 52 w 1415"/>
              <a:gd name="T5" fmla="*/ 490 h 804"/>
              <a:gd name="T6" fmla="*/ 105 w 1415"/>
              <a:gd name="T7" fmla="*/ 506 h 804"/>
              <a:gd name="T8" fmla="*/ 181 w 1415"/>
              <a:gd name="T9" fmla="*/ 465 h 804"/>
              <a:gd name="T10" fmla="*/ 200 w 1415"/>
              <a:gd name="T11" fmla="*/ 440 h 804"/>
              <a:gd name="T12" fmla="*/ 707 w 1415"/>
              <a:gd name="T13" fmla="*/ 804 h 804"/>
              <a:gd name="T14" fmla="*/ 1215 w 1415"/>
              <a:gd name="T15" fmla="*/ 440 h 804"/>
              <a:gd name="T16" fmla="*/ 1234 w 1415"/>
              <a:gd name="T17" fmla="*/ 465 h 804"/>
              <a:gd name="T18" fmla="*/ 1361 w 1415"/>
              <a:gd name="T19" fmla="*/ 490 h 804"/>
              <a:gd name="T20" fmla="*/ 1387 w 1415"/>
              <a:gd name="T21" fmla="*/ 361 h 804"/>
              <a:gd name="T22" fmla="*/ 707 w 1415"/>
              <a:gd name="T23" fmla="*/ 0 h 804"/>
              <a:gd name="T24" fmla="*/ 707 w 1415"/>
              <a:gd name="T25" fmla="*/ 199 h 804"/>
              <a:gd name="T26" fmla="*/ 881 w 1415"/>
              <a:gd name="T27" fmla="*/ 372 h 804"/>
              <a:gd name="T28" fmla="*/ 707 w 1415"/>
              <a:gd name="T29" fmla="*/ 546 h 804"/>
              <a:gd name="T30" fmla="*/ 534 w 1415"/>
              <a:gd name="T31" fmla="*/ 372 h 804"/>
              <a:gd name="T32" fmla="*/ 707 w 1415"/>
              <a:gd name="T33" fmla="*/ 199 h 804"/>
              <a:gd name="T34" fmla="*/ 493 w 1415"/>
              <a:gd name="T35" fmla="*/ 222 h 804"/>
              <a:gd name="T36" fmla="*/ 445 w 1415"/>
              <a:gd name="T37" fmla="*/ 372 h 804"/>
              <a:gd name="T38" fmla="*/ 707 w 1415"/>
              <a:gd name="T39" fmla="*/ 633 h 804"/>
              <a:gd name="T40" fmla="*/ 968 w 1415"/>
              <a:gd name="T41" fmla="*/ 372 h 804"/>
              <a:gd name="T42" fmla="*/ 922 w 1415"/>
              <a:gd name="T43" fmla="*/ 222 h 804"/>
              <a:gd name="T44" fmla="*/ 1161 w 1415"/>
              <a:gd name="T45" fmla="*/ 378 h 804"/>
              <a:gd name="T46" fmla="*/ 707 w 1415"/>
              <a:gd name="T47" fmla="*/ 735 h 804"/>
              <a:gd name="T48" fmla="*/ 254 w 1415"/>
              <a:gd name="T49" fmla="*/ 378 h 804"/>
              <a:gd name="T50" fmla="*/ 493 w 1415"/>
              <a:gd name="T51" fmla="*/ 222 h 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415" h="804">
                <a:moveTo>
                  <a:pt x="707" y="0"/>
                </a:moveTo>
                <a:cubicBezTo>
                  <a:pt x="434" y="0"/>
                  <a:pt x="181" y="136"/>
                  <a:pt x="28" y="361"/>
                </a:cubicBezTo>
                <a:cubicBezTo>
                  <a:pt x="0" y="404"/>
                  <a:pt x="10" y="462"/>
                  <a:pt x="52" y="490"/>
                </a:cubicBezTo>
                <a:cubicBezTo>
                  <a:pt x="68" y="501"/>
                  <a:pt x="87" y="506"/>
                  <a:pt x="105" y="506"/>
                </a:cubicBezTo>
                <a:cubicBezTo>
                  <a:pt x="134" y="506"/>
                  <a:pt x="163" y="491"/>
                  <a:pt x="181" y="465"/>
                </a:cubicBezTo>
                <a:cubicBezTo>
                  <a:pt x="187" y="456"/>
                  <a:pt x="193" y="448"/>
                  <a:pt x="200" y="440"/>
                </a:cubicBezTo>
                <a:cubicBezTo>
                  <a:pt x="272" y="651"/>
                  <a:pt x="471" y="804"/>
                  <a:pt x="707" y="804"/>
                </a:cubicBezTo>
                <a:cubicBezTo>
                  <a:pt x="943" y="804"/>
                  <a:pt x="1143" y="651"/>
                  <a:pt x="1215" y="440"/>
                </a:cubicBezTo>
                <a:cubicBezTo>
                  <a:pt x="1222" y="448"/>
                  <a:pt x="1228" y="456"/>
                  <a:pt x="1234" y="465"/>
                </a:cubicBezTo>
                <a:cubicBezTo>
                  <a:pt x="1263" y="507"/>
                  <a:pt x="1319" y="519"/>
                  <a:pt x="1361" y="490"/>
                </a:cubicBezTo>
                <a:cubicBezTo>
                  <a:pt x="1404" y="462"/>
                  <a:pt x="1415" y="404"/>
                  <a:pt x="1387" y="361"/>
                </a:cubicBezTo>
                <a:cubicBezTo>
                  <a:pt x="1234" y="135"/>
                  <a:pt x="979" y="0"/>
                  <a:pt x="707" y="0"/>
                </a:cubicBezTo>
                <a:close/>
                <a:moveTo>
                  <a:pt x="707" y="199"/>
                </a:moveTo>
                <a:cubicBezTo>
                  <a:pt x="803" y="199"/>
                  <a:pt x="881" y="275"/>
                  <a:pt x="881" y="372"/>
                </a:cubicBezTo>
                <a:cubicBezTo>
                  <a:pt x="881" y="468"/>
                  <a:pt x="803" y="546"/>
                  <a:pt x="707" y="546"/>
                </a:cubicBezTo>
                <a:cubicBezTo>
                  <a:pt x="611" y="546"/>
                  <a:pt x="534" y="468"/>
                  <a:pt x="534" y="372"/>
                </a:cubicBezTo>
                <a:cubicBezTo>
                  <a:pt x="534" y="276"/>
                  <a:pt x="611" y="199"/>
                  <a:pt x="707" y="199"/>
                </a:cubicBezTo>
                <a:close/>
                <a:moveTo>
                  <a:pt x="493" y="222"/>
                </a:moveTo>
                <a:cubicBezTo>
                  <a:pt x="463" y="265"/>
                  <a:pt x="445" y="316"/>
                  <a:pt x="445" y="372"/>
                </a:cubicBezTo>
                <a:cubicBezTo>
                  <a:pt x="445" y="516"/>
                  <a:pt x="562" y="633"/>
                  <a:pt x="707" y="633"/>
                </a:cubicBezTo>
                <a:cubicBezTo>
                  <a:pt x="851" y="633"/>
                  <a:pt x="968" y="516"/>
                  <a:pt x="968" y="372"/>
                </a:cubicBezTo>
                <a:cubicBezTo>
                  <a:pt x="968" y="316"/>
                  <a:pt x="951" y="265"/>
                  <a:pt x="922" y="222"/>
                </a:cubicBezTo>
                <a:cubicBezTo>
                  <a:pt x="1012" y="255"/>
                  <a:pt x="1093" y="309"/>
                  <a:pt x="1161" y="378"/>
                </a:cubicBezTo>
                <a:cubicBezTo>
                  <a:pt x="1111" y="583"/>
                  <a:pt x="926" y="735"/>
                  <a:pt x="707" y="735"/>
                </a:cubicBezTo>
                <a:cubicBezTo>
                  <a:pt x="487" y="735"/>
                  <a:pt x="304" y="583"/>
                  <a:pt x="254" y="378"/>
                </a:cubicBezTo>
                <a:cubicBezTo>
                  <a:pt x="322" y="309"/>
                  <a:pt x="403" y="255"/>
                  <a:pt x="493" y="222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15C80F00-50AD-FE67-560A-FDFE7BF41B4E}"/>
              </a:ext>
            </a:extLst>
          </p:cNvPr>
          <p:cNvSpPr txBox="1"/>
          <p:nvPr/>
        </p:nvSpPr>
        <p:spPr>
          <a:xfrm>
            <a:off x="241722" y="5904235"/>
            <a:ext cx="3038918" cy="253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FF0000"/>
                </a:solidFill>
              </a:rPr>
              <a:t>입력한 비밀번호가 일치하지 않습니다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68BC2AE7-0576-6CDE-394D-D046AC73FBD2}"/>
              </a:ext>
            </a:extLst>
          </p:cNvPr>
          <p:cNvGrpSpPr/>
          <p:nvPr/>
        </p:nvGrpSpPr>
        <p:grpSpPr>
          <a:xfrm>
            <a:off x="3533231" y="4077048"/>
            <a:ext cx="3191585" cy="2404196"/>
            <a:chOff x="3657876" y="1412776"/>
            <a:chExt cx="3191585" cy="2404196"/>
          </a:xfrm>
        </p:grpSpPr>
        <p:sp>
          <p:nvSpPr>
            <p:cNvPr id="119" name="사각형: 둥근 모서리 118">
              <a:extLst>
                <a:ext uri="{FF2B5EF4-FFF2-40B4-BE49-F238E27FC236}">
                  <a16:creationId xmlns:a16="http://schemas.microsoft.com/office/drawing/2014/main" id="{43B3F86C-C678-C517-D8F6-94926D108C35}"/>
                </a:ext>
              </a:extLst>
            </p:cNvPr>
            <p:cNvSpPr/>
            <p:nvPr/>
          </p:nvSpPr>
          <p:spPr>
            <a:xfrm>
              <a:off x="3657876" y="1448779"/>
              <a:ext cx="3191585" cy="2368193"/>
            </a:xfrm>
            <a:prstGeom prst="roundRect">
              <a:avLst>
                <a:gd name="adj" fmla="val 3091"/>
              </a:avLst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27CAE129-A1F5-DE4B-EDA3-09F684FACA1C}"/>
                </a:ext>
              </a:extLst>
            </p:cNvPr>
            <p:cNvSpPr txBox="1"/>
            <p:nvPr/>
          </p:nvSpPr>
          <p:spPr>
            <a:xfrm>
              <a:off x="6502192" y="1412776"/>
              <a:ext cx="2788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/>
                <a:t>×</a:t>
              </a:r>
              <a:endParaRPr lang="ko-KR" altLang="en-US" b="1" dirty="0"/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82D9477C-6A92-2573-A73F-8F5E54F72F9E}"/>
                </a:ext>
              </a:extLst>
            </p:cNvPr>
            <p:cNvSpPr txBox="1"/>
            <p:nvPr/>
          </p:nvSpPr>
          <p:spPr>
            <a:xfrm>
              <a:off x="3680808" y="1489720"/>
              <a:ext cx="192026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/>
                <a:t>비밀번호 변경</a:t>
              </a:r>
            </a:p>
          </p:txBody>
        </p:sp>
      </p:grpSp>
      <p:sp>
        <p:nvSpPr>
          <p:cNvPr id="122" name="사각형: 둥근 모서리 121">
            <a:extLst>
              <a:ext uri="{FF2B5EF4-FFF2-40B4-BE49-F238E27FC236}">
                <a16:creationId xmlns:a16="http://schemas.microsoft.com/office/drawing/2014/main" id="{B943C4F3-03EC-D7A0-9CE0-C35207184468}"/>
              </a:ext>
            </a:extLst>
          </p:cNvPr>
          <p:cNvSpPr/>
          <p:nvPr/>
        </p:nvSpPr>
        <p:spPr>
          <a:xfrm>
            <a:off x="3648484" y="4673757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</a:rPr>
              <a:t>********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87EE004E-9553-6D18-C558-8AB47237F286}"/>
              </a:ext>
            </a:extLst>
          </p:cNvPr>
          <p:cNvSpPr txBox="1"/>
          <p:nvPr/>
        </p:nvSpPr>
        <p:spPr>
          <a:xfrm>
            <a:off x="3580372" y="4437088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현재 비밀번호</a:t>
            </a:r>
          </a:p>
        </p:txBody>
      </p:sp>
      <p:sp>
        <p:nvSpPr>
          <p:cNvPr id="124" name="사각형: 둥근 모서리 123">
            <a:extLst>
              <a:ext uri="{FF2B5EF4-FFF2-40B4-BE49-F238E27FC236}">
                <a16:creationId xmlns:a16="http://schemas.microsoft.com/office/drawing/2014/main" id="{EDCF68BA-900A-E5F2-490D-1940C5BBC842}"/>
              </a:ext>
            </a:extLst>
          </p:cNvPr>
          <p:cNvSpPr/>
          <p:nvPr/>
        </p:nvSpPr>
        <p:spPr>
          <a:xfrm>
            <a:off x="3648484" y="6093272"/>
            <a:ext cx="2983370" cy="288032"/>
          </a:xfrm>
          <a:prstGeom prst="round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비밀번호 변경</a:t>
            </a:r>
          </a:p>
        </p:txBody>
      </p:sp>
      <p:sp>
        <p:nvSpPr>
          <p:cNvPr id="125" name="사각형: 둥근 모서리 124">
            <a:extLst>
              <a:ext uri="{FF2B5EF4-FFF2-40B4-BE49-F238E27FC236}">
                <a16:creationId xmlns:a16="http://schemas.microsoft.com/office/drawing/2014/main" id="{A4FBDE28-27DD-D60D-DC16-EA8FE1F25F1C}"/>
              </a:ext>
            </a:extLst>
          </p:cNvPr>
          <p:cNvSpPr/>
          <p:nvPr/>
        </p:nvSpPr>
        <p:spPr>
          <a:xfrm>
            <a:off x="3656188" y="5321829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qwer!137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3BE25427-6A0D-1089-0057-66F24A267E1C}"/>
              </a:ext>
            </a:extLst>
          </p:cNvPr>
          <p:cNvSpPr txBox="1"/>
          <p:nvPr/>
        </p:nvSpPr>
        <p:spPr>
          <a:xfrm>
            <a:off x="3588076" y="5085160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새 비밀번호</a:t>
            </a:r>
          </a:p>
        </p:txBody>
      </p:sp>
      <p:sp>
        <p:nvSpPr>
          <p:cNvPr id="127" name="사각형: 둥근 모서리 126">
            <a:extLst>
              <a:ext uri="{FF2B5EF4-FFF2-40B4-BE49-F238E27FC236}">
                <a16:creationId xmlns:a16="http://schemas.microsoft.com/office/drawing/2014/main" id="{72F44010-8925-6B3A-CA19-6D723993FB5E}"/>
              </a:ext>
            </a:extLst>
          </p:cNvPr>
          <p:cNvSpPr/>
          <p:nvPr/>
        </p:nvSpPr>
        <p:spPr>
          <a:xfrm>
            <a:off x="3662117" y="5712168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</a:rPr>
              <a:t>********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9" name="타원 128">
            <a:extLst>
              <a:ext uri="{FF2B5EF4-FFF2-40B4-BE49-F238E27FC236}">
                <a16:creationId xmlns:a16="http://schemas.microsoft.com/office/drawing/2014/main" id="{39E8B9D1-CF01-373E-6B5C-DF5B2441F21E}"/>
              </a:ext>
            </a:extLst>
          </p:cNvPr>
          <p:cNvSpPr/>
          <p:nvPr/>
        </p:nvSpPr>
        <p:spPr>
          <a:xfrm>
            <a:off x="3440832" y="4005064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8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30" name="Eye">
            <a:extLst>
              <a:ext uri="{FF2B5EF4-FFF2-40B4-BE49-F238E27FC236}">
                <a16:creationId xmlns:a16="http://schemas.microsoft.com/office/drawing/2014/main" id="{1E874C29-43C5-2A38-B433-58D17D19DACE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364353" y="4770941"/>
            <a:ext cx="163513" cy="93663"/>
          </a:xfrm>
          <a:custGeom>
            <a:avLst/>
            <a:gdLst>
              <a:gd name="T0" fmla="*/ 707 w 1415"/>
              <a:gd name="T1" fmla="*/ 0 h 804"/>
              <a:gd name="T2" fmla="*/ 28 w 1415"/>
              <a:gd name="T3" fmla="*/ 361 h 804"/>
              <a:gd name="T4" fmla="*/ 52 w 1415"/>
              <a:gd name="T5" fmla="*/ 490 h 804"/>
              <a:gd name="T6" fmla="*/ 105 w 1415"/>
              <a:gd name="T7" fmla="*/ 506 h 804"/>
              <a:gd name="T8" fmla="*/ 181 w 1415"/>
              <a:gd name="T9" fmla="*/ 465 h 804"/>
              <a:gd name="T10" fmla="*/ 200 w 1415"/>
              <a:gd name="T11" fmla="*/ 440 h 804"/>
              <a:gd name="T12" fmla="*/ 707 w 1415"/>
              <a:gd name="T13" fmla="*/ 804 h 804"/>
              <a:gd name="T14" fmla="*/ 1215 w 1415"/>
              <a:gd name="T15" fmla="*/ 440 h 804"/>
              <a:gd name="T16" fmla="*/ 1234 w 1415"/>
              <a:gd name="T17" fmla="*/ 465 h 804"/>
              <a:gd name="T18" fmla="*/ 1361 w 1415"/>
              <a:gd name="T19" fmla="*/ 490 h 804"/>
              <a:gd name="T20" fmla="*/ 1387 w 1415"/>
              <a:gd name="T21" fmla="*/ 361 h 804"/>
              <a:gd name="T22" fmla="*/ 707 w 1415"/>
              <a:gd name="T23" fmla="*/ 0 h 804"/>
              <a:gd name="T24" fmla="*/ 707 w 1415"/>
              <a:gd name="T25" fmla="*/ 199 h 804"/>
              <a:gd name="T26" fmla="*/ 881 w 1415"/>
              <a:gd name="T27" fmla="*/ 372 h 804"/>
              <a:gd name="T28" fmla="*/ 707 w 1415"/>
              <a:gd name="T29" fmla="*/ 546 h 804"/>
              <a:gd name="T30" fmla="*/ 534 w 1415"/>
              <a:gd name="T31" fmla="*/ 372 h 804"/>
              <a:gd name="T32" fmla="*/ 707 w 1415"/>
              <a:gd name="T33" fmla="*/ 199 h 804"/>
              <a:gd name="T34" fmla="*/ 493 w 1415"/>
              <a:gd name="T35" fmla="*/ 222 h 804"/>
              <a:gd name="T36" fmla="*/ 445 w 1415"/>
              <a:gd name="T37" fmla="*/ 372 h 804"/>
              <a:gd name="T38" fmla="*/ 707 w 1415"/>
              <a:gd name="T39" fmla="*/ 633 h 804"/>
              <a:gd name="T40" fmla="*/ 968 w 1415"/>
              <a:gd name="T41" fmla="*/ 372 h 804"/>
              <a:gd name="T42" fmla="*/ 922 w 1415"/>
              <a:gd name="T43" fmla="*/ 222 h 804"/>
              <a:gd name="T44" fmla="*/ 1161 w 1415"/>
              <a:gd name="T45" fmla="*/ 378 h 804"/>
              <a:gd name="T46" fmla="*/ 707 w 1415"/>
              <a:gd name="T47" fmla="*/ 735 h 804"/>
              <a:gd name="T48" fmla="*/ 254 w 1415"/>
              <a:gd name="T49" fmla="*/ 378 h 804"/>
              <a:gd name="T50" fmla="*/ 493 w 1415"/>
              <a:gd name="T51" fmla="*/ 222 h 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415" h="804">
                <a:moveTo>
                  <a:pt x="707" y="0"/>
                </a:moveTo>
                <a:cubicBezTo>
                  <a:pt x="434" y="0"/>
                  <a:pt x="181" y="136"/>
                  <a:pt x="28" y="361"/>
                </a:cubicBezTo>
                <a:cubicBezTo>
                  <a:pt x="0" y="404"/>
                  <a:pt x="10" y="462"/>
                  <a:pt x="52" y="490"/>
                </a:cubicBezTo>
                <a:cubicBezTo>
                  <a:pt x="68" y="501"/>
                  <a:pt x="87" y="506"/>
                  <a:pt x="105" y="506"/>
                </a:cubicBezTo>
                <a:cubicBezTo>
                  <a:pt x="134" y="506"/>
                  <a:pt x="163" y="491"/>
                  <a:pt x="181" y="465"/>
                </a:cubicBezTo>
                <a:cubicBezTo>
                  <a:pt x="187" y="456"/>
                  <a:pt x="193" y="448"/>
                  <a:pt x="200" y="440"/>
                </a:cubicBezTo>
                <a:cubicBezTo>
                  <a:pt x="272" y="651"/>
                  <a:pt x="471" y="804"/>
                  <a:pt x="707" y="804"/>
                </a:cubicBezTo>
                <a:cubicBezTo>
                  <a:pt x="943" y="804"/>
                  <a:pt x="1143" y="651"/>
                  <a:pt x="1215" y="440"/>
                </a:cubicBezTo>
                <a:cubicBezTo>
                  <a:pt x="1222" y="448"/>
                  <a:pt x="1228" y="456"/>
                  <a:pt x="1234" y="465"/>
                </a:cubicBezTo>
                <a:cubicBezTo>
                  <a:pt x="1263" y="507"/>
                  <a:pt x="1319" y="519"/>
                  <a:pt x="1361" y="490"/>
                </a:cubicBezTo>
                <a:cubicBezTo>
                  <a:pt x="1404" y="462"/>
                  <a:pt x="1415" y="404"/>
                  <a:pt x="1387" y="361"/>
                </a:cubicBezTo>
                <a:cubicBezTo>
                  <a:pt x="1234" y="135"/>
                  <a:pt x="979" y="0"/>
                  <a:pt x="707" y="0"/>
                </a:cubicBezTo>
                <a:close/>
                <a:moveTo>
                  <a:pt x="707" y="199"/>
                </a:moveTo>
                <a:cubicBezTo>
                  <a:pt x="803" y="199"/>
                  <a:pt x="881" y="275"/>
                  <a:pt x="881" y="372"/>
                </a:cubicBezTo>
                <a:cubicBezTo>
                  <a:pt x="881" y="468"/>
                  <a:pt x="803" y="546"/>
                  <a:pt x="707" y="546"/>
                </a:cubicBezTo>
                <a:cubicBezTo>
                  <a:pt x="611" y="546"/>
                  <a:pt x="534" y="468"/>
                  <a:pt x="534" y="372"/>
                </a:cubicBezTo>
                <a:cubicBezTo>
                  <a:pt x="534" y="276"/>
                  <a:pt x="611" y="199"/>
                  <a:pt x="707" y="199"/>
                </a:cubicBezTo>
                <a:close/>
                <a:moveTo>
                  <a:pt x="493" y="222"/>
                </a:moveTo>
                <a:cubicBezTo>
                  <a:pt x="463" y="265"/>
                  <a:pt x="445" y="316"/>
                  <a:pt x="445" y="372"/>
                </a:cubicBezTo>
                <a:cubicBezTo>
                  <a:pt x="445" y="516"/>
                  <a:pt x="562" y="633"/>
                  <a:pt x="707" y="633"/>
                </a:cubicBezTo>
                <a:cubicBezTo>
                  <a:pt x="851" y="633"/>
                  <a:pt x="968" y="516"/>
                  <a:pt x="968" y="372"/>
                </a:cubicBezTo>
                <a:cubicBezTo>
                  <a:pt x="968" y="316"/>
                  <a:pt x="951" y="265"/>
                  <a:pt x="922" y="222"/>
                </a:cubicBezTo>
                <a:cubicBezTo>
                  <a:pt x="1012" y="255"/>
                  <a:pt x="1093" y="309"/>
                  <a:pt x="1161" y="378"/>
                </a:cubicBezTo>
                <a:cubicBezTo>
                  <a:pt x="1111" y="583"/>
                  <a:pt x="926" y="735"/>
                  <a:pt x="707" y="735"/>
                </a:cubicBezTo>
                <a:cubicBezTo>
                  <a:pt x="487" y="735"/>
                  <a:pt x="304" y="583"/>
                  <a:pt x="254" y="378"/>
                </a:cubicBezTo>
                <a:cubicBezTo>
                  <a:pt x="322" y="309"/>
                  <a:pt x="403" y="255"/>
                  <a:pt x="493" y="222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1" name="Eye">
            <a:extLst>
              <a:ext uri="{FF2B5EF4-FFF2-40B4-BE49-F238E27FC236}">
                <a16:creationId xmlns:a16="http://schemas.microsoft.com/office/drawing/2014/main" id="{855C07A4-8059-4F06-5AC8-9BDA79D0335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364352" y="5823716"/>
            <a:ext cx="163513" cy="93663"/>
          </a:xfrm>
          <a:custGeom>
            <a:avLst/>
            <a:gdLst>
              <a:gd name="T0" fmla="*/ 707 w 1415"/>
              <a:gd name="T1" fmla="*/ 0 h 804"/>
              <a:gd name="T2" fmla="*/ 28 w 1415"/>
              <a:gd name="T3" fmla="*/ 361 h 804"/>
              <a:gd name="T4" fmla="*/ 52 w 1415"/>
              <a:gd name="T5" fmla="*/ 490 h 804"/>
              <a:gd name="T6" fmla="*/ 105 w 1415"/>
              <a:gd name="T7" fmla="*/ 506 h 804"/>
              <a:gd name="T8" fmla="*/ 181 w 1415"/>
              <a:gd name="T9" fmla="*/ 465 h 804"/>
              <a:gd name="T10" fmla="*/ 200 w 1415"/>
              <a:gd name="T11" fmla="*/ 440 h 804"/>
              <a:gd name="T12" fmla="*/ 707 w 1415"/>
              <a:gd name="T13" fmla="*/ 804 h 804"/>
              <a:gd name="T14" fmla="*/ 1215 w 1415"/>
              <a:gd name="T15" fmla="*/ 440 h 804"/>
              <a:gd name="T16" fmla="*/ 1234 w 1415"/>
              <a:gd name="T17" fmla="*/ 465 h 804"/>
              <a:gd name="T18" fmla="*/ 1361 w 1415"/>
              <a:gd name="T19" fmla="*/ 490 h 804"/>
              <a:gd name="T20" fmla="*/ 1387 w 1415"/>
              <a:gd name="T21" fmla="*/ 361 h 804"/>
              <a:gd name="T22" fmla="*/ 707 w 1415"/>
              <a:gd name="T23" fmla="*/ 0 h 804"/>
              <a:gd name="T24" fmla="*/ 707 w 1415"/>
              <a:gd name="T25" fmla="*/ 199 h 804"/>
              <a:gd name="T26" fmla="*/ 881 w 1415"/>
              <a:gd name="T27" fmla="*/ 372 h 804"/>
              <a:gd name="T28" fmla="*/ 707 w 1415"/>
              <a:gd name="T29" fmla="*/ 546 h 804"/>
              <a:gd name="T30" fmla="*/ 534 w 1415"/>
              <a:gd name="T31" fmla="*/ 372 h 804"/>
              <a:gd name="T32" fmla="*/ 707 w 1415"/>
              <a:gd name="T33" fmla="*/ 199 h 804"/>
              <a:gd name="T34" fmla="*/ 493 w 1415"/>
              <a:gd name="T35" fmla="*/ 222 h 804"/>
              <a:gd name="T36" fmla="*/ 445 w 1415"/>
              <a:gd name="T37" fmla="*/ 372 h 804"/>
              <a:gd name="T38" fmla="*/ 707 w 1415"/>
              <a:gd name="T39" fmla="*/ 633 h 804"/>
              <a:gd name="T40" fmla="*/ 968 w 1415"/>
              <a:gd name="T41" fmla="*/ 372 h 804"/>
              <a:gd name="T42" fmla="*/ 922 w 1415"/>
              <a:gd name="T43" fmla="*/ 222 h 804"/>
              <a:gd name="T44" fmla="*/ 1161 w 1415"/>
              <a:gd name="T45" fmla="*/ 378 h 804"/>
              <a:gd name="T46" fmla="*/ 707 w 1415"/>
              <a:gd name="T47" fmla="*/ 735 h 804"/>
              <a:gd name="T48" fmla="*/ 254 w 1415"/>
              <a:gd name="T49" fmla="*/ 378 h 804"/>
              <a:gd name="T50" fmla="*/ 493 w 1415"/>
              <a:gd name="T51" fmla="*/ 222 h 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415" h="804">
                <a:moveTo>
                  <a:pt x="707" y="0"/>
                </a:moveTo>
                <a:cubicBezTo>
                  <a:pt x="434" y="0"/>
                  <a:pt x="181" y="136"/>
                  <a:pt x="28" y="361"/>
                </a:cubicBezTo>
                <a:cubicBezTo>
                  <a:pt x="0" y="404"/>
                  <a:pt x="10" y="462"/>
                  <a:pt x="52" y="490"/>
                </a:cubicBezTo>
                <a:cubicBezTo>
                  <a:pt x="68" y="501"/>
                  <a:pt x="87" y="506"/>
                  <a:pt x="105" y="506"/>
                </a:cubicBezTo>
                <a:cubicBezTo>
                  <a:pt x="134" y="506"/>
                  <a:pt x="163" y="491"/>
                  <a:pt x="181" y="465"/>
                </a:cubicBezTo>
                <a:cubicBezTo>
                  <a:pt x="187" y="456"/>
                  <a:pt x="193" y="448"/>
                  <a:pt x="200" y="440"/>
                </a:cubicBezTo>
                <a:cubicBezTo>
                  <a:pt x="272" y="651"/>
                  <a:pt x="471" y="804"/>
                  <a:pt x="707" y="804"/>
                </a:cubicBezTo>
                <a:cubicBezTo>
                  <a:pt x="943" y="804"/>
                  <a:pt x="1143" y="651"/>
                  <a:pt x="1215" y="440"/>
                </a:cubicBezTo>
                <a:cubicBezTo>
                  <a:pt x="1222" y="448"/>
                  <a:pt x="1228" y="456"/>
                  <a:pt x="1234" y="465"/>
                </a:cubicBezTo>
                <a:cubicBezTo>
                  <a:pt x="1263" y="507"/>
                  <a:pt x="1319" y="519"/>
                  <a:pt x="1361" y="490"/>
                </a:cubicBezTo>
                <a:cubicBezTo>
                  <a:pt x="1404" y="462"/>
                  <a:pt x="1415" y="404"/>
                  <a:pt x="1387" y="361"/>
                </a:cubicBezTo>
                <a:cubicBezTo>
                  <a:pt x="1234" y="135"/>
                  <a:pt x="979" y="0"/>
                  <a:pt x="707" y="0"/>
                </a:cubicBezTo>
                <a:close/>
                <a:moveTo>
                  <a:pt x="707" y="199"/>
                </a:moveTo>
                <a:cubicBezTo>
                  <a:pt x="803" y="199"/>
                  <a:pt x="881" y="275"/>
                  <a:pt x="881" y="372"/>
                </a:cubicBezTo>
                <a:cubicBezTo>
                  <a:pt x="881" y="468"/>
                  <a:pt x="803" y="546"/>
                  <a:pt x="707" y="546"/>
                </a:cubicBezTo>
                <a:cubicBezTo>
                  <a:pt x="611" y="546"/>
                  <a:pt x="534" y="468"/>
                  <a:pt x="534" y="372"/>
                </a:cubicBezTo>
                <a:cubicBezTo>
                  <a:pt x="534" y="276"/>
                  <a:pt x="611" y="199"/>
                  <a:pt x="707" y="199"/>
                </a:cubicBezTo>
                <a:close/>
                <a:moveTo>
                  <a:pt x="493" y="222"/>
                </a:moveTo>
                <a:cubicBezTo>
                  <a:pt x="463" y="265"/>
                  <a:pt x="445" y="316"/>
                  <a:pt x="445" y="372"/>
                </a:cubicBezTo>
                <a:cubicBezTo>
                  <a:pt x="445" y="516"/>
                  <a:pt x="562" y="633"/>
                  <a:pt x="707" y="633"/>
                </a:cubicBezTo>
                <a:cubicBezTo>
                  <a:pt x="851" y="633"/>
                  <a:pt x="968" y="516"/>
                  <a:pt x="968" y="372"/>
                </a:cubicBezTo>
                <a:cubicBezTo>
                  <a:pt x="968" y="316"/>
                  <a:pt x="951" y="265"/>
                  <a:pt x="922" y="222"/>
                </a:cubicBezTo>
                <a:cubicBezTo>
                  <a:pt x="1012" y="255"/>
                  <a:pt x="1093" y="309"/>
                  <a:pt x="1161" y="378"/>
                </a:cubicBezTo>
                <a:cubicBezTo>
                  <a:pt x="1111" y="583"/>
                  <a:pt x="926" y="735"/>
                  <a:pt x="707" y="735"/>
                </a:cubicBezTo>
                <a:cubicBezTo>
                  <a:pt x="487" y="735"/>
                  <a:pt x="304" y="583"/>
                  <a:pt x="254" y="378"/>
                </a:cubicBezTo>
                <a:cubicBezTo>
                  <a:pt x="322" y="309"/>
                  <a:pt x="403" y="255"/>
                  <a:pt x="493" y="222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2" name="Eye">
            <a:extLst>
              <a:ext uri="{FF2B5EF4-FFF2-40B4-BE49-F238E27FC236}">
                <a16:creationId xmlns:a16="http://schemas.microsoft.com/office/drawing/2014/main" id="{21C0F0F9-5BCF-E1AD-E9E8-DBE3D61C8F49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377547" y="5454963"/>
            <a:ext cx="163513" cy="93663"/>
          </a:xfrm>
          <a:custGeom>
            <a:avLst/>
            <a:gdLst>
              <a:gd name="T0" fmla="*/ 707 w 1415"/>
              <a:gd name="T1" fmla="*/ 0 h 804"/>
              <a:gd name="T2" fmla="*/ 28 w 1415"/>
              <a:gd name="T3" fmla="*/ 361 h 804"/>
              <a:gd name="T4" fmla="*/ 52 w 1415"/>
              <a:gd name="T5" fmla="*/ 490 h 804"/>
              <a:gd name="T6" fmla="*/ 105 w 1415"/>
              <a:gd name="T7" fmla="*/ 506 h 804"/>
              <a:gd name="T8" fmla="*/ 181 w 1415"/>
              <a:gd name="T9" fmla="*/ 465 h 804"/>
              <a:gd name="T10" fmla="*/ 200 w 1415"/>
              <a:gd name="T11" fmla="*/ 440 h 804"/>
              <a:gd name="T12" fmla="*/ 707 w 1415"/>
              <a:gd name="T13" fmla="*/ 804 h 804"/>
              <a:gd name="T14" fmla="*/ 1215 w 1415"/>
              <a:gd name="T15" fmla="*/ 440 h 804"/>
              <a:gd name="T16" fmla="*/ 1234 w 1415"/>
              <a:gd name="T17" fmla="*/ 465 h 804"/>
              <a:gd name="T18" fmla="*/ 1361 w 1415"/>
              <a:gd name="T19" fmla="*/ 490 h 804"/>
              <a:gd name="T20" fmla="*/ 1387 w 1415"/>
              <a:gd name="T21" fmla="*/ 361 h 804"/>
              <a:gd name="T22" fmla="*/ 707 w 1415"/>
              <a:gd name="T23" fmla="*/ 0 h 804"/>
              <a:gd name="T24" fmla="*/ 707 w 1415"/>
              <a:gd name="T25" fmla="*/ 199 h 804"/>
              <a:gd name="T26" fmla="*/ 881 w 1415"/>
              <a:gd name="T27" fmla="*/ 372 h 804"/>
              <a:gd name="T28" fmla="*/ 707 w 1415"/>
              <a:gd name="T29" fmla="*/ 546 h 804"/>
              <a:gd name="T30" fmla="*/ 534 w 1415"/>
              <a:gd name="T31" fmla="*/ 372 h 804"/>
              <a:gd name="T32" fmla="*/ 707 w 1415"/>
              <a:gd name="T33" fmla="*/ 199 h 804"/>
              <a:gd name="T34" fmla="*/ 493 w 1415"/>
              <a:gd name="T35" fmla="*/ 222 h 804"/>
              <a:gd name="T36" fmla="*/ 445 w 1415"/>
              <a:gd name="T37" fmla="*/ 372 h 804"/>
              <a:gd name="T38" fmla="*/ 707 w 1415"/>
              <a:gd name="T39" fmla="*/ 633 h 804"/>
              <a:gd name="T40" fmla="*/ 968 w 1415"/>
              <a:gd name="T41" fmla="*/ 372 h 804"/>
              <a:gd name="T42" fmla="*/ 922 w 1415"/>
              <a:gd name="T43" fmla="*/ 222 h 804"/>
              <a:gd name="T44" fmla="*/ 1161 w 1415"/>
              <a:gd name="T45" fmla="*/ 378 h 804"/>
              <a:gd name="T46" fmla="*/ 707 w 1415"/>
              <a:gd name="T47" fmla="*/ 735 h 804"/>
              <a:gd name="T48" fmla="*/ 254 w 1415"/>
              <a:gd name="T49" fmla="*/ 378 h 804"/>
              <a:gd name="T50" fmla="*/ 493 w 1415"/>
              <a:gd name="T51" fmla="*/ 222 h 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415" h="804">
                <a:moveTo>
                  <a:pt x="707" y="0"/>
                </a:moveTo>
                <a:cubicBezTo>
                  <a:pt x="434" y="0"/>
                  <a:pt x="181" y="136"/>
                  <a:pt x="28" y="361"/>
                </a:cubicBezTo>
                <a:cubicBezTo>
                  <a:pt x="0" y="404"/>
                  <a:pt x="10" y="462"/>
                  <a:pt x="52" y="490"/>
                </a:cubicBezTo>
                <a:cubicBezTo>
                  <a:pt x="68" y="501"/>
                  <a:pt x="87" y="506"/>
                  <a:pt x="105" y="506"/>
                </a:cubicBezTo>
                <a:cubicBezTo>
                  <a:pt x="134" y="506"/>
                  <a:pt x="163" y="491"/>
                  <a:pt x="181" y="465"/>
                </a:cubicBezTo>
                <a:cubicBezTo>
                  <a:pt x="187" y="456"/>
                  <a:pt x="193" y="448"/>
                  <a:pt x="200" y="440"/>
                </a:cubicBezTo>
                <a:cubicBezTo>
                  <a:pt x="272" y="651"/>
                  <a:pt x="471" y="804"/>
                  <a:pt x="707" y="804"/>
                </a:cubicBezTo>
                <a:cubicBezTo>
                  <a:pt x="943" y="804"/>
                  <a:pt x="1143" y="651"/>
                  <a:pt x="1215" y="440"/>
                </a:cubicBezTo>
                <a:cubicBezTo>
                  <a:pt x="1222" y="448"/>
                  <a:pt x="1228" y="456"/>
                  <a:pt x="1234" y="465"/>
                </a:cubicBezTo>
                <a:cubicBezTo>
                  <a:pt x="1263" y="507"/>
                  <a:pt x="1319" y="519"/>
                  <a:pt x="1361" y="490"/>
                </a:cubicBezTo>
                <a:cubicBezTo>
                  <a:pt x="1404" y="462"/>
                  <a:pt x="1415" y="404"/>
                  <a:pt x="1387" y="361"/>
                </a:cubicBezTo>
                <a:cubicBezTo>
                  <a:pt x="1234" y="135"/>
                  <a:pt x="979" y="0"/>
                  <a:pt x="707" y="0"/>
                </a:cubicBezTo>
                <a:close/>
                <a:moveTo>
                  <a:pt x="707" y="199"/>
                </a:moveTo>
                <a:cubicBezTo>
                  <a:pt x="803" y="199"/>
                  <a:pt x="881" y="275"/>
                  <a:pt x="881" y="372"/>
                </a:cubicBezTo>
                <a:cubicBezTo>
                  <a:pt x="881" y="468"/>
                  <a:pt x="803" y="546"/>
                  <a:pt x="707" y="546"/>
                </a:cubicBezTo>
                <a:cubicBezTo>
                  <a:pt x="611" y="546"/>
                  <a:pt x="534" y="468"/>
                  <a:pt x="534" y="372"/>
                </a:cubicBezTo>
                <a:cubicBezTo>
                  <a:pt x="534" y="276"/>
                  <a:pt x="611" y="199"/>
                  <a:pt x="707" y="199"/>
                </a:cubicBezTo>
                <a:close/>
                <a:moveTo>
                  <a:pt x="493" y="222"/>
                </a:moveTo>
                <a:cubicBezTo>
                  <a:pt x="463" y="265"/>
                  <a:pt x="445" y="316"/>
                  <a:pt x="445" y="372"/>
                </a:cubicBezTo>
                <a:cubicBezTo>
                  <a:pt x="445" y="516"/>
                  <a:pt x="562" y="633"/>
                  <a:pt x="707" y="633"/>
                </a:cubicBezTo>
                <a:cubicBezTo>
                  <a:pt x="851" y="633"/>
                  <a:pt x="968" y="516"/>
                  <a:pt x="968" y="372"/>
                </a:cubicBezTo>
                <a:cubicBezTo>
                  <a:pt x="968" y="316"/>
                  <a:pt x="951" y="265"/>
                  <a:pt x="922" y="222"/>
                </a:cubicBezTo>
                <a:cubicBezTo>
                  <a:pt x="1012" y="255"/>
                  <a:pt x="1093" y="309"/>
                  <a:pt x="1161" y="378"/>
                </a:cubicBezTo>
                <a:cubicBezTo>
                  <a:pt x="1111" y="583"/>
                  <a:pt x="926" y="735"/>
                  <a:pt x="707" y="735"/>
                </a:cubicBezTo>
                <a:cubicBezTo>
                  <a:pt x="487" y="735"/>
                  <a:pt x="304" y="583"/>
                  <a:pt x="254" y="378"/>
                </a:cubicBezTo>
                <a:cubicBezTo>
                  <a:pt x="322" y="309"/>
                  <a:pt x="403" y="255"/>
                  <a:pt x="493" y="222"/>
                </a:cubicBezTo>
                <a:close/>
              </a:path>
            </a:pathLst>
          </a:cu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07114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2CC2D-725F-ED85-E29D-6ED1FBF5F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5C9404D3-B70D-87D1-77C8-6A96E6CE4392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>
                <a:solidFill>
                  <a:prstClr val="black"/>
                </a:solidFill>
              </a:rPr>
              <a:t>홈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마이페이지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회원정보관리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FFD8E0-89D6-6311-069A-798BEAECE109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회원정보 관리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2FE1C26-5E77-4651-8D01-613A6BC8084B}"/>
              </a:ext>
            </a:extLst>
          </p:cNvPr>
          <p:cNvSpPr/>
          <p:nvPr/>
        </p:nvSpPr>
        <p:spPr>
          <a:xfrm>
            <a:off x="277701" y="1412776"/>
            <a:ext cx="3207008" cy="5040560"/>
          </a:xfrm>
          <a:prstGeom prst="roundRect">
            <a:avLst>
              <a:gd name="adj" fmla="val 4362"/>
            </a:avLst>
          </a:prstGeom>
          <a:solidFill>
            <a:schemeClr val="tx1">
              <a:alpha val="2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8FD02FE2-B3BF-135E-7B27-7011730F1225}"/>
              </a:ext>
            </a:extLst>
          </p:cNvPr>
          <p:cNvSpPr/>
          <p:nvPr/>
        </p:nvSpPr>
        <p:spPr>
          <a:xfrm>
            <a:off x="3632777" y="1412776"/>
            <a:ext cx="3207008" cy="5040560"/>
          </a:xfrm>
          <a:prstGeom prst="roundRect">
            <a:avLst>
              <a:gd name="adj" fmla="val 4362"/>
            </a:avLst>
          </a:prstGeom>
          <a:solidFill>
            <a:schemeClr val="tx1">
              <a:alpha val="2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FBF8ABB-274B-473A-9258-D682672B41D2}"/>
              </a:ext>
            </a:extLst>
          </p:cNvPr>
          <p:cNvGrpSpPr/>
          <p:nvPr/>
        </p:nvGrpSpPr>
        <p:grpSpPr>
          <a:xfrm>
            <a:off x="3641243" y="1412776"/>
            <a:ext cx="3218634" cy="4644516"/>
            <a:chOff x="3641243" y="1412776"/>
            <a:chExt cx="3218634" cy="4644516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33AB3E66-A470-5686-1D18-7A83392DE127}"/>
                </a:ext>
              </a:extLst>
            </p:cNvPr>
            <p:cNvGrpSpPr/>
            <p:nvPr/>
          </p:nvGrpSpPr>
          <p:grpSpPr>
            <a:xfrm>
              <a:off x="3641243" y="1412776"/>
              <a:ext cx="3191585" cy="4644516"/>
              <a:chOff x="3657876" y="1412776"/>
              <a:chExt cx="3191585" cy="4644516"/>
            </a:xfrm>
          </p:grpSpPr>
          <p:sp>
            <p:nvSpPr>
              <p:cNvPr id="31" name="사각형: 둥근 모서리 30">
                <a:extLst>
                  <a:ext uri="{FF2B5EF4-FFF2-40B4-BE49-F238E27FC236}">
                    <a16:creationId xmlns:a16="http://schemas.microsoft.com/office/drawing/2014/main" id="{EEE1BACC-7D0E-EA55-5F08-48B7DD2C8A63}"/>
                  </a:ext>
                </a:extLst>
              </p:cNvPr>
              <p:cNvSpPr/>
              <p:nvPr/>
            </p:nvSpPr>
            <p:spPr>
              <a:xfrm>
                <a:off x="3657876" y="1448779"/>
                <a:ext cx="3191585" cy="4608513"/>
              </a:xfrm>
              <a:prstGeom prst="roundRect">
                <a:avLst>
                  <a:gd name="adj" fmla="val 3091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4E1479A-B788-2A60-0AA8-27D7AE3D9F3E}"/>
                  </a:ext>
                </a:extLst>
              </p:cNvPr>
              <p:cNvSpPr txBox="1"/>
              <p:nvPr/>
            </p:nvSpPr>
            <p:spPr>
              <a:xfrm>
                <a:off x="6502192" y="1412776"/>
                <a:ext cx="2788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/>
                  <a:t>×</a:t>
                </a:r>
                <a:endParaRPr lang="ko-KR" altLang="en-US" b="1" dirty="0"/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80E4C02-616F-DE3F-FAFB-EB961EFDB01B}"/>
                </a:ext>
              </a:extLst>
            </p:cNvPr>
            <p:cNvSpPr txBox="1"/>
            <p:nvPr/>
          </p:nvSpPr>
          <p:spPr>
            <a:xfrm>
              <a:off x="3643686" y="1592796"/>
              <a:ext cx="320700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/>
                <a:t>개인정보처리방침</a:t>
              </a:r>
              <a:endParaRPr lang="en-US" altLang="ko-KR" sz="1000" b="1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294B06F-38BF-19CC-2860-A9493BD0CC8B}"/>
                </a:ext>
              </a:extLst>
            </p:cNvPr>
            <p:cNvSpPr txBox="1"/>
            <p:nvPr/>
          </p:nvSpPr>
          <p:spPr>
            <a:xfrm>
              <a:off x="3668292" y="5241394"/>
              <a:ext cx="319158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/>
                <a:t>부칙</a:t>
              </a:r>
              <a:endParaRPr lang="en-US" altLang="ko-KR" sz="1000" b="1" dirty="0"/>
            </a:p>
            <a:p>
              <a:endParaRPr lang="en-US" altLang="ko-KR" sz="1000" b="1" dirty="0"/>
            </a:p>
            <a:p>
              <a:r>
                <a:rPr lang="en-US" altLang="ko-KR" sz="1000" dirty="0"/>
                <a:t>1. </a:t>
              </a:r>
              <a:r>
                <a:rPr lang="ko-KR" altLang="en-US" sz="1000" dirty="0"/>
                <a:t>공지일자 </a:t>
              </a:r>
              <a:r>
                <a:rPr lang="en-US" altLang="ko-KR" sz="1000" dirty="0"/>
                <a:t>: 2026</a:t>
              </a:r>
              <a:r>
                <a:rPr lang="ko-KR" altLang="en-US" sz="1000" dirty="0"/>
                <a:t>년 </a:t>
              </a:r>
              <a:r>
                <a:rPr lang="en-US" altLang="ko-KR" sz="1000" dirty="0"/>
                <a:t>6</a:t>
              </a:r>
              <a:r>
                <a:rPr lang="ko-KR" altLang="en-US" sz="1000" dirty="0"/>
                <a:t>월 </a:t>
              </a:r>
              <a:r>
                <a:rPr lang="en-US" altLang="ko-KR" sz="1000" dirty="0"/>
                <a:t>1</a:t>
              </a:r>
              <a:r>
                <a:rPr lang="ko-KR" altLang="en-US" sz="1000" dirty="0"/>
                <a:t>일</a:t>
              </a:r>
              <a:br>
                <a:rPr lang="en-US" altLang="ko-KR" sz="1000" dirty="0"/>
              </a:br>
              <a:r>
                <a:rPr lang="en-US" altLang="ko-KR" sz="1000" dirty="0"/>
                <a:t>2. </a:t>
              </a:r>
              <a:r>
                <a:rPr lang="ko-KR" altLang="en-US" sz="1000" dirty="0"/>
                <a:t>적용일자 </a:t>
              </a:r>
              <a:r>
                <a:rPr lang="en-US" altLang="ko-KR" sz="1000" dirty="0"/>
                <a:t>: 2026</a:t>
              </a:r>
              <a:r>
                <a:rPr lang="ko-KR" altLang="en-US" sz="1000" dirty="0"/>
                <a:t>년 </a:t>
              </a:r>
              <a:r>
                <a:rPr lang="en-US" altLang="ko-KR" sz="1000" dirty="0"/>
                <a:t>6</a:t>
              </a:r>
              <a:r>
                <a:rPr lang="ko-KR" altLang="en-US" sz="1000" dirty="0"/>
                <a:t>월 </a:t>
              </a:r>
              <a:r>
                <a:rPr lang="en-US" altLang="ko-KR" sz="1000" dirty="0"/>
                <a:t>1</a:t>
              </a:r>
              <a:r>
                <a:rPr lang="ko-KR" altLang="en-US" sz="1000" dirty="0"/>
                <a:t>일</a:t>
              </a:r>
              <a:endParaRPr lang="ko-KR" altLang="en-US" sz="1000" b="1" dirty="0">
                <a:solidFill>
                  <a:srgbClr val="0000FF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0C8D418-6E1E-E261-6BE7-CCCA20894277}"/>
                </a:ext>
              </a:extLst>
            </p:cNvPr>
            <p:cNvSpPr txBox="1"/>
            <p:nvPr/>
          </p:nvSpPr>
          <p:spPr>
            <a:xfrm>
              <a:off x="3641243" y="2024844"/>
              <a:ext cx="3191585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/>
                <a:t>제</a:t>
              </a:r>
              <a:r>
                <a:rPr lang="en-US" altLang="ko-KR" sz="1000" b="1" dirty="0"/>
                <a:t>1</a:t>
              </a:r>
              <a:r>
                <a:rPr lang="ko-KR" altLang="en-US" sz="1000" b="1" dirty="0"/>
                <a:t>조 </a:t>
              </a:r>
              <a:r>
                <a:rPr lang="en-US" altLang="ko-KR" sz="1000" b="1" dirty="0"/>
                <a:t>(</a:t>
              </a:r>
              <a:r>
                <a:rPr lang="ko-KR" altLang="en-US" sz="1000" b="1" dirty="0"/>
                <a:t>개인정보 수집에 대한 동의</a:t>
              </a:r>
              <a:r>
                <a:rPr lang="en-US" altLang="ko-KR" sz="1000" b="1" dirty="0"/>
                <a:t>)</a:t>
              </a:r>
            </a:p>
            <a:p>
              <a:endParaRPr lang="en-US" altLang="ko-KR" sz="1000" dirty="0"/>
            </a:p>
            <a:p>
              <a:r>
                <a:rPr lang="ko-KR" altLang="en-US" sz="1000" dirty="0"/>
                <a:t>이용자가 개인정보처리방침 또는 이용약관의 내용에 동의한다 또는 동의하지 않는다 버튼을 클릭할 수 있는 절차를 마련하고 있으며</a:t>
              </a:r>
              <a:r>
                <a:rPr lang="en-US" altLang="ko-KR" sz="1000" dirty="0"/>
                <a:t>, </a:t>
              </a:r>
              <a:r>
                <a:rPr lang="ko-KR" altLang="en-US" sz="1000" dirty="0"/>
                <a:t>동의한다 버튼을 클릭하면 개인정보 수집 에 동의한 것으로 봅니다</a:t>
              </a:r>
              <a:r>
                <a:rPr lang="en-US" altLang="ko-KR" sz="1000" dirty="0"/>
                <a:t>.</a:t>
              </a:r>
            </a:p>
            <a:p>
              <a:endParaRPr lang="en-US" altLang="ko-KR" sz="1000" dirty="0"/>
            </a:p>
            <a:p>
              <a:r>
                <a:rPr lang="ko-KR" altLang="en-US" sz="1000" b="1" dirty="0"/>
                <a:t>제</a:t>
              </a:r>
              <a:r>
                <a:rPr lang="en-US" altLang="ko-KR" sz="1000" b="1" dirty="0"/>
                <a:t>2</a:t>
              </a:r>
              <a:r>
                <a:rPr lang="ko-KR" altLang="en-US" sz="1000" b="1" dirty="0"/>
                <a:t>조 </a:t>
              </a:r>
              <a:r>
                <a:rPr lang="en-US" altLang="ko-KR" sz="1000" b="1" dirty="0"/>
                <a:t>(</a:t>
              </a:r>
              <a:r>
                <a:rPr lang="ko-KR" altLang="en-US" sz="1000" b="1" dirty="0"/>
                <a:t>개인정보 수집</a:t>
              </a:r>
              <a:r>
                <a:rPr lang="en-US" altLang="ko-KR" sz="1000" b="1" dirty="0"/>
                <a:t>, </a:t>
              </a:r>
              <a:r>
                <a:rPr lang="ko-KR" altLang="en-US" sz="1000" b="1" dirty="0"/>
                <a:t>이용</a:t>
              </a:r>
              <a:r>
                <a:rPr lang="en-US" altLang="ko-KR" sz="1000" b="1" dirty="0"/>
                <a:t>, </a:t>
              </a:r>
              <a:r>
                <a:rPr lang="ko-KR" altLang="en-US" sz="1000" b="1" dirty="0"/>
                <a:t>제공에 대한 동의철회</a:t>
              </a:r>
              <a:r>
                <a:rPr lang="en-US" altLang="ko-KR" sz="1000" b="1" dirty="0"/>
                <a:t>)</a:t>
              </a:r>
            </a:p>
            <a:p>
              <a:r>
                <a:rPr lang="ko-KR" altLang="en-US" sz="1000" dirty="0"/>
                <a:t>회원가입 등을 통한 개인정보의 수집</a:t>
              </a:r>
              <a:r>
                <a:rPr lang="en-US" altLang="ko-KR" sz="1000" dirty="0"/>
                <a:t>, </a:t>
              </a:r>
              <a:r>
                <a:rPr lang="ko-KR" altLang="en-US" sz="1000" dirty="0"/>
                <a:t>이용</a:t>
              </a:r>
              <a:r>
                <a:rPr lang="en-US" altLang="ko-KR" sz="1000" dirty="0"/>
                <a:t>, </a:t>
              </a:r>
              <a:r>
                <a:rPr lang="ko-KR" altLang="en-US" sz="1000" dirty="0"/>
                <a:t>제공과 관련해 귀하는 동의하신 내용을 언제든지 철회 하실 수 있습니다</a:t>
              </a:r>
              <a:r>
                <a:rPr lang="en-US" altLang="ko-KR" sz="1000" dirty="0"/>
                <a:t>. </a:t>
              </a:r>
              <a:r>
                <a:rPr lang="ko-KR" altLang="en-US" sz="1000" dirty="0"/>
                <a:t>동의철회는 홈페이지 프로필 버튼을 누른 후 마이페이지의 회원정보 수정에서 </a:t>
              </a:r>
              <a:r>
                <a:rPr lang="en-US" altLang="ko-KR" sz="1000" dirty="0"/>
                <a:t>"</a:t>
              </a:r>
              <a:r>
                <a:rPr lang="ko-KR" altLang="en-US" sz="1000" dirty="0"/>
                <a:t>회원탈퇴</a:t>
              </a:r>
              <a:r>
                <a:rPr lang="en-US" altLang="ko-KR" sz="1000" dirty="0"/>
                <a:t>"</a:t>
              </a:r>
              <a:r>
                <a:rPr lang="ko-KR" altLang="en-US" sz="1000" dirty="0"/>
                <a:t>를</a:t>
              </a:r>
              <a:endParaRPr lang="en-US" altLang="ko-KR" sz="1000" dirty="0"/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26067BD7-5ABF-CA46-D1F2-27D7263E4C3E}"/>
              </a:ext>
            </a:extLst>
          </p:cNvPr>
          <p:cNvGrpSpPr/>
          <p:nvPr/>
        </p:nvGrpSpPr>
        <p:grpSpPr>
          <a:xfrm>
            <a:off x="281493" y="1448380"/>
            <a:ext cx="3218634" cy="4644516"/>
            <a:chOff x="3641243" y="1412776"/>
            <a:chExt cx="3218634" cy="4644516"/>
          </a:xfrm>
        </p:grpSpPr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F2836C10-9DC9-15FD-BB29-099A2DC8B67B}"/>
                </a:ext>
              </a:extLst>
            </p:cNvPr>
            <p:cNvGrpSpPr/>
            <p:nvPr/>
          </p:nvGrpSpPr>
          <p:grpSpPr>
            <a:xfrm>
              <a:off x="3641243" y="1412776"/>
              <a:ext cx="3191585" cy="4644516"/>
              <a:chOff x="3657876" y="1412776"/>
              <a:chExt cx="3191585" cy="4644516"/>
            </a:xfrm>
          </p:grpSpPr>
          <p:sp>
            <p:nvSpPr>
              <p:cNvPr id="46" name="사각형: 둥근 모서리 45">
                <a:extLst>
                  <a:ext uri="{FF2B5EF4-FFF2-40B4-BE49-F238E27FC236}">
                    <a16:creationId xmlns:a16="http://schemas.microsoft.com/office/drawing/2014/main" id="{9FD11E44-1568-4E46-9CCE-89349C991B9E}"/>
                  </a:ext>
                </a:extLst>
              </p:cNvPr>
              <p:cNvSpPr/>
              <p:nvPr/>
            </p:nvSpPr>
            <p:spPr>
              <a:xfrm>
                <a:off x="3657876" y="1448779"/>
                <a:ext cx="3191585" cy="4608513"/>
              </a:xfrm>
              <a:prstGeom prst="roundRect">
                <a:avLst>
                  <a:gd name="adj" fmla="val 3091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7F3AA67-577C-1074-6D7A-A60B66B3FAAE}"/>
                  </a:ext>
                </a:extLst>
              </p:cNvPr>
              <p:cNvSpPr txBox="1"/>
              <p:nvPr/>
            </p:nvSpPr>
            <p:spPr>
              <a:xfrm>
                <a:off x="6502192" y="1412776"/>
                <a:ext cx="2788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/>
                  <a:t>×</a:t>
                </a:r>
                <a:endParaRPr lang="ko-KR" altLang="en-US" b="1" dirty="0"/>
              </a:p>
            </p:txBody>
          </p: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4211288-81A6-A218-E5C5-B9EF0CF9346B}"/>
                </a:ext>
              </a:extLst>
            </p:cNvPr>
            <p:cNvSpPr txBox="1"/>
            <p:nvPr/>
          </p:nvSpPr>
          <p:spPr>
            <a:xfrm>
              <a:off x="3643686" y="1592796"/>
              <a:ext cx="320700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/>
                <a:t>이용약관</a:t>
              </a:r>
              <a:endParaRPr lang="en-US" altLang="ko-KR" sz="1000" b="1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83C16A5-E3B3-05DE-0767-415F5350C360}"/>
                </a:ext>
              </a:extLst>
            </p:cNvPr>
            <p:cNvSpPr txBox="1"/>
            <p:nvPr/>
          </p:nvSpPr>
          <p:spPr>
            <a:xfrm>
              <a:off x="3668292" y="5241394"/>
              <a:ext cx="319158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/>
                <a:t>부칙</a:t>
              </a:r>
              <a:endParaRPr lang="en-US" altLang="ko-KR" sz="1000" b="1" dirty="0"/>
            </a:p>
            <a:p>
              <a:endParaRPr lang="en-US" altLang="ko-KR" sz="1000" b="1" dirty="0"/>
            </a:p>
            <a:p>
              <a:r>
                <a:rPr lang="en-US" altLang="ko-KR" sz="1000" dirty="0"/>
                <a:t>1. </a:t>
              </a:r>
              <a:r>
                <a:rPr lang="ko-KR" altLang="en-US" sz="1000" dirty="0"/>
                <a:t>공지일자 </a:t>
              </a:r>
              <a:r>
                <a:rPr lang="en-US" altLang="ko-KR" sz="1000" dirty="0"/>
                <a:t>: 2026</a:t>
              </a:r>
              <a:r>
                <a:rPr lang="ko-KR" altLang="en-US" sz="1000" dirty="0"/>
                <a:t>년 </a:t>
              </a:r>
              <a:r>
                <a:rPr lang="en-US" altLang="ko-KR" sz="1000" dirty="0"/>
                <a:t>6</a:t>
              </a:r>
              <a:r>
                <a:rPr lang="ko-KR" altLang="en-US" sz="1000" dirty="0"/>
                <a:t>월 </a:t>
              </a:r>
              <a:r>
                <a:rPr lang="en-US" altLang="ko-KR" sz="1000" dirty="0"/>
                <a:t>1</a:t>
              </a:r>
              <a:r>
                <a:rPr lang="ko-KR" altLang="en-US" sz="1000" dirty="0"/>
                <a:t>일</a:t>
              </a:r>
              <a:br>
                <a:rPr lang="en-US" altLang="ko-KR" sz="1000" dirty="0"/>
              </a:br>
              <a:r>
                <a:rPr lang="en-US" altLang="ko-KR" sz="1000" dirty="0"/>
                <a:t>2. </a:t>
              </a:r>
              <a:r>
                <a:rPr lang="ko-KR" altLang="en-US" sz="1000" dirty="0"/>
                <a:t>적용일자 </a:t>
              </a:r>
              <a:r>
                <a:rPr lang="en-US" altLang="ko-KR" sz="1000" dirty="0"/>
                <a:t>: 2026</a:t>
              </a:r>
              <a:r>
                <a:rPr lang="ko-KR" altLang="en-US" sz="1000" dirty="0"/>
                <a:t>년 </a:t>
              </a:r>
              <a:r>
                <a:rPr lang="en-US" altLang="ko-KR" sz="1000" dirty="0"/>
                <a:t>6</a:t>
              </a:r>
              <a:r>
                <a:rPr lang="ko-KR" altLang="en-US" sz="1000" dirty="0"/>
                <a:t>월 </a:t>
              </a:r>
              <a:r>
                <a:rPr lang="en-US" altLang="ko-KR" sz="1000" dirty="0"/>
                <a:t>1</a:t>
              </a:r>
              <a:r>
                <a:rPr lang="ko-KR" altLang="en-US" sz="1000" dirty="0"/>
                <a:t>일</a:t>
              </a:r>
              <a:endParaRPr lang="ko-KR" altLang="en-US" sz="1000" b="1" dirty="0">
                <a:solidFill>
                  <a:srgbClr val="0000FF"/>
                </a:solidFill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D795432F-93DF-9C76-9E30-05A39EF783A5}"/>
                </a:ext>
              </a:extLst>
            </p:cNvPr>
            <p:cNvSpPr txBox="1"/>
            <p:nvPr/>
          </p:nvSpPr>
          <p:spPr>
            <a:xfrm>
              <a:off x="3641243" y="2024844"/>
              <a:ext cx="3191585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/>
                <a:t>제</a:t>
              </a:r>
              <a:r>
                <a:rPr lang="en-US" altLang="ko-KR" sz="1000" b="1" dirty="0"/>
                <a:t>1</a:t>
              </a:r>
              <a:r>
                <a:rPr lang="ko-KR" altLang="en-US" sz="1000" b="1" dirty="0"/>
                <a:t>장 총칙</a:t>
              </a:r>
              <a:endParaRPr lang="en-US" altLang="ko-KR" sz="1000" b="1" dirty="0"/>
            </a:p>
            <a:p>
              <a:endParaRPr lang="en-US" altLang="ko-KR" sz="1000" b="1" dirty="0"/>
            </a:p>
            <a:p>
              <a:r>
                <a:rPr lang="ko-KR" altLang="en-US" sz="1000" dirty="0"/>
                <a:t>제</a:t>
              </a:r>
              <a:r>
                <a:rPr lang="en-US" altLang="ko-KR" sz="1000" dirty="0"/>
                <a:t>1</a:t>
              </a:r>
              <a:r>
                <a:rPr lang="ko-KR" altLang="en-US" sz="1000" dirty="0"/>
                <a:t>조 </a:t>
              </a:r>
              <a:r>
                <a:rPr lang="en-US" altLang="ko-KR" sz="1000" dirty="0"/>
                <a:t>(</a:t>
              </a:r>
              <a:r>
                <a:rPr lang="ko-KR" altLang="en-US" sz="1000" dirty="0"/>
                <a:t>목적</a:t>
              </a:r>
              <a:r>
                <a:rPr lang="en-US" altLang="ko-KR" sz="1000" dirty="0"/>
                <a:t>)</a:t>
              </a:r>
            </a:p>
            <a:p>
              <a:endParaRPr lang="en-US" altLang="ko-KR" sz="1000" dirty="0"/>
            </a:p>
            <a:p>
              <a:r>
                <a:rPr lang="ko-KR" altLang="en-US" sz="1000" dirty="0"/>
                <a:t>본 약관은 ○○ 쇼핑몰</a:t>
              </a:r>
              <a:r>
                <a:rPr lang="en-US" altLang="ko-KR" sz="1000" dirty="0"/>
                <a:t>(</a:t>
              </a:r>
              <a:r>
                <a:rPr lang="ko-KR" altLang="en-US" sz="1000" dirty="0"/>
                <a:t>이하 </a:t>
              </a:r>
              <a:r>
                <a:rPr lang="en-US" altLang="ko-KR" sz="1000" dirty="0"/>
                <a:t>"</a:t>
              </a:r>
              <a:r>
                <a:rPr lang="ko-KR" altLang="en-US" sz="1000" dirty="0"/>
                <a:t>회사</a:t>
              </a:r>
              <a:r>
                <a:rPr lang="en-US" altLang="ko-KR" sz="1000" dirty="0"/>
                <a:t>")</a:t>
              </a:r>
              <a:r>
                <a:rPr lang="ko-KR" altLang="en-US" sz="1000" dirty="0"/>
                <a:t>이 제공하는 온라인 쇼핑몰 서비스</a:t>
              </a:r>
              <a:r>
                <a:rPr lang="en-US" altLang="ko-KR" sz="1000" dirty="0"/>
                <a:t>(</a:t>
              </a:r>
              <a:r>
                <a:rPr lang="ko-KR" altLang="en-US" sz="1000" dirty="0"/>
                <a:t>이하 </a:t>
              </a:r>
              <a:r>
                <a:rPr lang="en-US" altLang="ko-KR" sz="1000" dirty="0"/>
                <a:t>"</a:t>
              </a:r>
              <a:r>
                <a:rPr lang="ko-KR" altLang="en-US" sz="1000" dirty="0"/>
                <a:t>서비스</a:t>
              </a:r>
              <a:r>
                <a:rPr lang="en-US" altLang="ko-KR" sz="1000" dirty="0"/>
                <a:t>")</a:t>
              </a:r>
              <a:r>
                <a:rPr lang="ko-KR" altLang="en-US" sz="1000" dirty="0"/>
                <a:t>의 이용과 관련하여 회사와 이용자의 권리</a:t>
              </a:r>
              <a:r>
                <a:rPr lang="en-US" altLang="ko-KR" sz="1000" dirty="0"/>
                <a:t>·</a:t>
              </a:r>
              <a:r>
                <a:rPr lang="ko-KR" altLang="en-US" sz="1000" dirty="0"/>
                <a:t>의무 및 책임사항을 규정함을 목적으로 합니다</a:t>
              </a:r>
              <a:r>
                <a:rPr lang="en-US" altLang="ko-KR" sz="1000" dirty="0"/>
                <a:t>.</a:t>
              </a:r>
            </a:p>
            <a:p>
              <a:endParaRPr lang="en-US" altLang="ko-KR" sz="1000" dirty="0"/>
            </a:p>
            <a:p>
              <a:r>
                <a:rPr lang="ko-KR" altLang="en-US" sz="1000" dirty="0"/>
                <a:t>제</a:t>
              </a:r>
              <a:r>
                <a:rPr lang="en-US" altLang="ko-KR" sz="1000" dirty="0"/>
                <a:t>2</a:t>
              </a:r>
              <a:r>
                <a:rPr lang="ko-KR" altLang="en-US" sz="1000" dirty="0"/>
                <a:t>조 </a:t>
              </a:r>
              <a:r>
                <a:rPr lang="en-US" altLang="ko-KR" sz="1000" dirty="0"/>
                <a:t>(</a:t>
              </a:r>
              <a:r>
                <a:rPr lang="ko-KR" altLang="en-US" sz="1000" dirty="0"/>
                <a:t>정의</a:t>
              </a:r>
              <a:r>
                <a:rPr lang="en-US" altLang="ko-KR" sz="1000" dirty="0"/>
                <a:t>)</a:t>
              </a:r>
            </a:p>
            <a:p>
              <a:r>
                <a:rPr lang="en-US" altLang="ko-KR" sz="1000" dirty="0"/>
                <a:t>- "</a:t>
              </a:r>
              <a:r>
                <a:rPr lang="ko-KR" altLang="en-US" sz="1000" dirty="0"/>
                <a:t>이용자</a:t>
              </a:r>
              <a:r>
                <a:rPr lang="en-US" altLang="ko-KR" sz="1000" dirty="0"/>
                <a:t>"</a:t>
              </a:r>
              <a:r>
                <a:rPr lang="ko-KR" altLang="en-US" sz="1000" dirty="0"/>
                <a:t>란 본 약관에 따라 회사가 제공하는 서비스를 이용하는 회원 및 비회원을 말합니다</a:t>
              </a:r>
              <a:endParaRPr lang="en-US" altLang="ko-KR" sz="1000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B54EE85-36D9-EB96-FC2D-D9E84B07360D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전문 보기 팝업</a:t>
            </a:r>
          </a:p>
        </p:txBody>
      </p:sp>
      <p:graphicFrame>
        <p:nvGraphicFramePr>
          <p:cNvPr id="9" name="Group 260">
            <a:extLst>
              <a:ext uri="{FF2B5EF4-FFF2-40B4-BE49-F238E27FC236}">
                <a16:creationId xmlns:a16="http://schemas.microsoft.com/office/drawing/2014/main" id="{87A379BE-D15B-6417-1633-73FF9B87D7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0476966"/>
              </p:ext>
            </p:extLst>
          </p:nvPr>
        </p:nvGraphicFramePr>
        <p:xfrm>
          <a:off x="6969418" y="2548005"/>
          <a:ext cx="2772114" cy="971337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회원정보 관리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전문 보기 팝업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전문보기 링크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전문 보기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각 전문 조회 팝업 노출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전문보기 팝업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전문 내용 조회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HTML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페이지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982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06380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FB13C-E46A-9FE8-B2B6-FDDF55AF4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1061E4BB-A0F7-609E-1E7A-3068292376D8}"/>
              </a:ext>
            </a:extLst>
          </p:cNvPr>
          <p:cNvSpPr/>
          <p:nvPr/>
        </p:nvSpPr>
        <p:spPr>
          <a:xfrm>
            <a:off x="270936" y="1386947"/>
            <a:ext cx="3207008" cy="5040560"/>
          </a:xfrm>
          <a:prstGeom prst="roundRect">
            <a:avLst>
              <a:gd name="adj" fmla="val 4362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37A368FD-0F08-2956-E32E-C66AFBF7C2D8}"/>
              </a:ext>
            </a:extLst>
          </p:cNvPr>
          <p:cNvGrpSpPr/>
          <p:nvPr/>
        </p:nvGrpSpPr>
        <p:grpSpPr>
          <a:xfrm>
            <a:off x="290339" y="1443584"/>
            <a:ext cx="3143426" cy="339407"/>
            <a:chOff x="441062" y="1669762"/>
            <a:chExt cx="3143426" cy="339407"/>
          </a:xfrm>
        </p:grpSpPr>
        <p:cxnSp>
          <p:nvCxnSpPr>
            <p:cNvPr id="112" name="직선 연결선 111">
              <a:extLst>
                <a:ext uri="{FF2B5EF4-FFF2-40B4-BE49-F238E27FC236}">
                  <a16:creationId xmlns:a16="http://schemas.microsoft.com/office/drawing/2014/main" id="{2005816C-212B-88B5-7A38-186D02D822A6}"/>
                </a:ext>
              </a:extLst>
            </p:cNvPr>
            <p:cNvCxnSpPr/>
            <p:nvPr/>
          </p:nvCxnSpPr>
          <p:spPr>
            <a:xfrm>
              <a:off x="452488" y="2009169"/>
              <a:ext cx="3132000" cy="0"/>
            </a:xfrm>
            <a:prstGeom prst="line">
              <a:avLst/>
            </a:prstGeom>
            <a:ln w="6350" cmpd="sng">
              <a:solidFill>
                <a:schemeClr val="bg1">
                  <a:lumMod val="50000"/>
                </a:schemeClr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36FD6122-74D4-314B-02C2-16424E27DAE7}"/>
                </a:ext>
              </a:extLst>
            </p:cNvPr>
            <p:cNvSpPr txBox="1"/>
            <p:nvPr/>
          </p:nvSpPr>
          <p:spPr>
            <a:xfrm>
              <a:off x="452488" y="1669762"/>
              <a:ext cx="3132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/>
                <a:t>회원탈퇴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166625D6-4527-CE6A-F219-5B2222CC41EE}"/>
                </a:ext>
              </a:extLst>
            </p:cNvPr>
            <p:cNvSpPr txBox="1"/>
            <p:nvPr/>
          </p:nvSpPr>
          <p:spPr>
            <a:xfrm>
              <a:off x="441062" y="1686166"/>
              <a:ext cx="24365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〈</a:t>
              </a:r>
              <a:endParaRPr lang="ko-KR" altLang="en-US" sz="1000" b="1" dirty="0"/>
            </a:p>
          </p:txBody>
        </p:sp>
      </p:grpSp>
      <p:sp>
        <p:nvSpPr>
          <p:cNvPr id="115" name="사각형: 둥근 모서리 114">
            <a:extLst>
              <a:ext uri="{FF2B5EF4-FFF2-40B4-BE49-F238E27FC236}">
                <a16:creationId xmlns:a16="http://schemas.microsoft.com/office/drawing/2014/main" id="{A3B8C437-289D-AE1D-86FA-CE6D9673C298}"/>
              </a:ext>
            </a:extLst>
          </p:cNvPr>
          <p:cNvSpPr/>
          <p:nvPr/>
        </p:nvSpPr>
        <p:spPr>
          <a:xfrm>
            <a:off x="330848" y="5927516"/>
            <a:ext cx="3073833" cy="288032"/>
          </a:xfrm>
          <a:prstGeom prst="round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탈퇴하기</a:t>
            </a:r>
          </a:p>
        </p:txBody>
      </p: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A4A8683E-32C4-21F3-C1B0-0F71F1DAC9D9}"/>
              </a:ext>
            </a:extLst>
          </p:cNvPr>
          <p:cNvGrpSpPr/>
          <p:nvPr/>
        </p:nvGrpSpPr>
        <p:grpSpPr>
          <a:xfrm>
            <a:off x="338805" y="1910730"/>
            <a:ext cx="3065876" cy="1125164"/>
            <a:chOff x="3657892" y="1936559"/>
            <a:chExt cx="3065876" cy="1125164"/>
          </a:xfrm>
        </p:grpSpPr>
        <p:sp>
          <p:nvSpPr>
            <p:cNvPr id="117" name="사각형: 둥근 모서리 116">
              <a:extLst>
                <a:ext uri="{FF2B5EF4-FFF2-40B4-BE49-F238E27FC236}">
                  <a16:creationId xmlns:a16="http://schemas.microsoft.com/office/drawing/2014/main" id="{70F71726-8E06-1614-B114-12FAE87F25A7}"/>
                </a:ext>
              </a:extLst>
            </p:cNvPr>
            <p:cNvSpPr/>
            <p:nvPr/>
          </p:nvSpPr>
          <p:spPr>
            <a:xfrm>
              <a:off x="3657892" y="1936559"/>
              <a:ext cx="3065876" cy="1125164"/>
            </a:xfrm>
            <a:prstGeom prst="roundRect">
              <a:avLst>
                <a:gd name="adj" fmla="val 4685"/>
              </a:avLst>
            </a:prstGeom>
            <a:solidFill>
              <a:srgbClr val="FEF2F2"/>
            </a:solidFill>
            <a:ln w="6350">
              <a:solidFill>
                <a:srgbClr val="FF0000"/>
              </a:solidFill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 lang="ko-KR" altLang="en-US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C4F29405-ABB3-A5B1-8366-62A48A8F2F9A}"/>
                </a:ext>
              </a:extLst>
            </p:cNvPr>
            <p:cNvSpPr txBox="1"/>
            <p:nvPr/>
          </p:nvSpPr>
          <p:spPr>
            <a:xfrm>
              <a:off x="3907539" y="2032391"/>
              <a:ext cx="239686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solidFill>
                    <a:srgbClr val="C00000"/>
                  </a:solidFill>
                </a:rPr>
                <a:t>탈퇴 전 주의사항</a:t>
              </a:r>
            </a:p>
          </p:txBody>
        </p:sp>
        <p:sp>
          <p:nvSpPr>
            <p:cNvPr id="119" name="Warning">
              <a:extLst>
                <a:ext uri="{FF2B5EF4-FFF2-40B4-BE49-F238E27FC236}">
                  <a16:creationId xmlns:a16="http://schemas.microsoft.com/office/drawing/2014/main" id="{1449935B-D02D-5A9F-FC71-E540C878DDEB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750997" y="2052664"/>
              <a:ext cx="169862" cy="146050"/>
            </a:xfrm>
            <a:custGeom>
              <a:avLst/>
              <a:gdLst>
                <a:gd name="T0" fmla="*/ 1400 w 1467"/>
                <a:gd name="T1" fmla="*/ 1061 h 1271"/>
                <a:gd name="T2" fmla="*/ 855 w 1467"/>
                <a:gd name="T3" fmla="*/ 116 h 1271"/>
                <a:gd name="T4" fmla="*/ 612 w 1467"/>
                <a:gd name="T5" fmla="*/ 116 h 1271"/>
                <a:gd name="T6" fmla="*/ 66 w 1467"/>
                <a:gd name="T7" fmla="*/ 1061 h 1271"/>
                <a:gd name="T8" fmla="*/ 188 w 1467"/>
                <a:gd name="T9" fmla="*/ 1271 h 1271"/>
                <a:gd name="T10" fmla="*/ 1279 w 1467"/>
                <a:gd name="T11" fmla="*/ 1271 h 1271"/>
                <a:gd name="T12" fmla="*/ 1400 w 1467"/>
                <a:gd name="T13" fmla="*/ 1061 h 1271"/>
                <a:gd name="T14" fmla="*/ 658 w 1467"/>
                <a:gd name="T15" fmla="*/ 384 h 1271"/>
                <a:gd name="T16" fmla="*/ 733 w 1467"/>
                <a:gd name="T17" fmla="*/ 352 h 1271"/>
                <a:gd name="T18" fmla="*/ 808 w 1467"/>
                <a:gd name="T19" fmla="*/ 383 h 1271"/>
                <a:gd name="T20" fmla="*/ 837 w 1467"/>
                <a:gd name="T21" fmla="*/ 462 h 1271"/>
                <a:gd name="T22" fmla="*/ 783 w 1467"/>
                <a:gd name="T23" fmla="*/ 833 h 1271"/>
                <a:gd name="T24" fmla="*/ 685 w 1467"/>
                <a:gd name="T25" fmla="*/ 833 h 1271"/>
                <a:gd name="T26" fmla="*/ 629 w 1467"/>
                <a:gd name="T27" fmla="*/ 462 h 1271"/>
                <a:gd name="T28" fmla="*/ 658 w 1467"/>
                <a:gd name="T29" fmla="*/ 384 h 1271"/>
                <a:gd name="T30" fmla="*/ 807 w 1467"/>
                <a:gd name="T31" fmla="*/ 1073 h 1271"/>
                <a:gd name="T32" fmla="*/ 733 w 1467"/>
                <a:gd name="T33" fmla="*/ 1103 h 1271"/>
                <a:gd name="T34" fmla="*/ 660 w 1467"/>
                <a:gd name="T35" fmla="*/ 1073 h 1271"/>
                <a:gd name="T36" fmla="*/ 629 w 1467"/>
                <a:gd name="T37" fmla="*/ 1000 h 1271"/>
                <a:gd name="T38" fmla="*/ 660 w 1467"/>
                <a:gd name="T39" fmla="*/ 927 h 1271"/>
                <a:gd name="T40" fmla="*/ 733 w 1467"/>
                <a:gd name="T41" fmla="*/ 896 h 1271"/>
                <a:gd name="T42" fmla="*/ 807 w 1467"/>
                <a:gd name="T43" fmla="*/ 927 h 1271"/>
                <a:gd name="T44" fmla="*/ 838 w 1467"/>
                <a:gd name="T45" fmla="*/ 1000 h 1271"/>
                <a:gd name="T46" fmla="*/ 807 w 1467"/>
                <a:gd name="T47" fmla="*/ 1073 h 1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467" h="1271">
                  <a:moveTo>
                    <a:pt x="1400" y="1061"/>
                  </a:moveTo>
                  <a:lnTo>
                    <a:pt x="855" y="116"/>
                  </a:lnTo>
                  <a:cubicBezTo>
                    <a:pt x="788" y="0"/>
                    <a:pt x="679" y="0"/>
                    <a:pt x="612" y="116"/>
                  </a:cubicBezTo>
                  <a:lnTo>
                    <a:pt x="66" y="1061"/>
                  </a:lnTo>
                  <a:cubicBezTo>
                    <a:pt x="0" y="1176"/>
                    <a:pt x="54" y="1271"/>
                    <a:pt x="188" y="1271"/>
                  </a:cubicBezTo>
                  <a:lnTo>
                    <a:pt x="1279" y="1271"/>
                  </a:lnTo>
                  <a:cubicBezTo>
                    <a:pt x="1412" y="1271"/>
                    <a:pt x="1467" y="1176"/>
                    <a:pt x="1400" y="1061"/>
                  </a:cubicBezTo>
                  <a:close/>
                  <a:moveTo>
                    <a:pt x="658" y="384"/>
                  </a:moveTo>
                  <a:cubicBezTo>
                    <a:pt x="678" y="363"/>
                    <a:pt x="703" y="352"/>
                    <a:pt x="733" y="352"/>
                  </a:cubicBezTo>
                  <a:cubicBezTo>
                    <a:pt x="764" y="352"/>
                    <a:pt x="789" y="363"/>
                    <a:pt x="808" y="383"/>
                  </a:cubicBezTo>
                  <a:cubicBezTo>
                    <a:pt x="828" y="404"/>
                    <a:pt x="837" y="431"/>
                    <a:pt x="837" y="462"/>
                  </a:cubicBezTo>
                  <a:cubicBezTo>
                    <a:pt x="837" y="489"/>
                    <a:pt x="797" y="688"/>
                    <a:pt x="783" y="833"/>
                  </a:cubicBezTo>
                  <a:lnTo>
                    <a:pt x="685" y="833"/>
                  </a:lnTo>
                  <a:cubicBezTo>
                    <a:pt x="673" y="688"/>
                    <a:pt x="629" y="489"/>
                    <a:pt x="629" y="462"/>
                  </a:cubicBezTo>
                  <a:cubicBezTo>
                    <a:pt x="629" y="431"/>
                    <a:pt x="639" y="405"/>
                    <a:pt x="658" y="384"/>
                  </a:cubicBezTo>
                  <a:close/>
                  <a:moveTo>
                    <a:pt x="807" y="1073"/>
                  </a:moveTo>
                  <a:cubicBezTo>
                    <a:pt x="786" y="1093"/>
                    <a:pt x="762" y="1103"/>
                    <a:pt x="733" y="1103"/>
                  </a:cubicBezTo>
                  <a:cubicBezTo>
                    <a:pt x="705" y="1103"/>
                    <a:pt x="680" y="1093"/>
                    <a:pt x="660" y="1073"/>
                  </a:cubicBezTo>
                  <a:cubicBezTo>
                    <a:pt x="639" y="1053"/>
                    <a:pt x="629" y="1029"/>
                    <a:pt x="629" y="1000"/>
                  </a:cubicBezTo>
                  <a:cubicBezTo>
                    <a:pt x="629" y="972"/>
                    <a:pt x="639" y="947"/>
                    <a:pt x="660" y="927"/>
                  </a:cubicBezTo>
                  <a:cubicBezTo>
                    <a:pt x="680" y="906"/>
                    <a:pt x="705" y="896"/>
                    <a:pt x="733" y="896"/>
                  </a:cubicBezTo>
                  <a:cubicBezTo>
                    <a:pt x="762" y="896"/>
                    <a:pt x="786" y="906"/>
                    <a:pt x="807" y="927"/>
                  </a:cubicBezTo>
                  <a:cubicBezTo>
                    <a:pt x="827" y="947"/>
                    <a:pt x="838" y="972"/>
                    <a:pt x="838" y="1000"/>
                  </a:cubicBezTo>
                  <a:cubicBezTo>
                    <a:pt x="838" y="1029"/>
                    <a:pt x="827" y="1053"/>
                    <a:pt x="807" y="1073"/>
                  </a:cubicBezTo>
                  <a:close/>
                </a:path>
              </a:pathLst>
            </a:custGeom>
            <a:solidFill>
              <a:srgbClr val="C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F1FB100E-2B1C-C7B0-2740-73614AFFAC95}"/>
                </a:ext>
              </a:extLst>
            </p:cNvPr>
            <p:cNvSpPr txBox="1"/>
            <p:nvPr/>
          </p:nvSpPr>
          <p:spPr>
            <a:xfrm>
              <a:off x="3659802" y="2308243"/>
              <a:ext cx="3021390" cy="4378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800" b="1" dirty="0">
                  <a:solidFill>
                    <a:srgbClr val="C00000"/>
                  </a:solidFill>
                </a:rPr>
                <a:t>* </a:t>
              </a:r>
              <a:r>
                <a:rPr lang="ko-KR" altLang="en-US" sz="800" b="1" dirty="0">
                  <a:solidFill>
                    <a:srgbClr val="C00000"/>
                  </a:solidFill>
                </a:rPr>
                <a:t>쇼핑몰의 모든 회원 데이터가 삭제됩니다</a:t>
              </a:r>
              <a:r>
                <a:rPr lang="en-US" altLang="ko-KR" sz="800" b="1" dirty="0">
                  <a:solidFill>
                    <a:srgbClr val="C00000"/>
                  </a:solidFill>
                </a:rPr>
                <a:t>.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800" b="1" dirty="0">
                  <a:solidFill>
                    <a:srgbClr val="C00000"/>
                  </a:solidFill>
                </a:rPr>
                <a:t>* </a:t>
              </a:r>
              <a:r>
                <a:rPr lang="ko-KR" altLang="en-US" sz="800" b="1" dirty="0">
                  <a:solidFill>
                    <a:srgbClr val="C00000"/>
                  </a:solidFill>
                </a:rPr>
                <a:t>삭제된 모든 데이터는 복구 할 수 없습니다</a:t>
              </a:r>
              <a:r>
                <a:rPr lang="en-US" altLang="ko-KR" sz="800" b="1" dirty="0">
                  <a:solidFill>
                    <a:srgbClr val="C00000"/>
                  </a:solidFill>
                </a:rPr>
                <a:t>.</a:t>
              </a:r>
              <a:endParaRPr lang="ko-KR" altLang="en-US" sz="800" b="1" dirty="0">
                <a:solidFill>
                  <a:srgbClr val="C00000"/>
                </a:solidFill>
              </a:endParaRPr>
            </a:p>
          </p:txBody>
        </p:sp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id="{98DEF829-3671-6292-77F3-C3A971A57840}"/>
              </a:ext>
            </a:extLst>
          </p:cNvPr>
          <p:cNvSpPr txBox="1"/>
          <p:nvPr/>
        </p:nvSpPr>
        <p:spPr>
          <a:xfrm>
            <a:off x="296102" y="3104964"/>
            <a:ext cx="3073833" cy="233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700" dirty="0"/>
              <a:t>□ 안내 사항을 모두 확인하였으며</a:t>
            </a:r>
            <a:r>
              <a:rPr lang="en-US" altLang="ko-KR" sz="700" dirty="0"/>
              <a:t>, </a:t>
            </a:r>
            <a:r>
              <a:rPr lang="ko-KR" altLang="en-US" sz="700" dirty="0"/>
              <a:t>회원 정보 삭제에 동의 합니다</a:t>
            </a:r>
            <a:r>
              <a:rPr lang="en-US" altLang="ko-KR" sz="700" dirty="0"/>
              <a:t>.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6D759CE7-A5C0-D807-2470-CCF992CFB5D1}"/>
              </a:ext>
            </a:extLst>
          </p:cNvPr>
          <p:cNvSpPr/>
          <p:nvPr/>
        </p:nvSpPr>
        <p:spPr>
          <a:xfrm>
            <a:off x="3620852" y="1386947"/>
            <a:ext cx="3207008" cy="2041990"/>
          </a:xfrm>
          <a:prstGeom prst="roundRect">
            <a:avLst>
              <a:gd name="adj" fmla="val 4362"/>
            </a:avLst>
          </a:prstGeom>
          <a:solidFill>
            <a:schemeClr val="tx1">
              <a:alpha val="2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5FCE5224-B340-100B-126B-7DE9CA6CB01A}"/>
              </a:ext>
            </a:extLst>
          </p:cNvPr>
          <p:cNvGrpSpPr/>
          <p:nvPr/>
        </p:nvGrpSpPr>
        <p:grpSpPr>
          <a:xfrm>
            <a:off x="3633623" y="1412776"/>
            <a:ext cx="3191585" cy="1890120"/>
            <a:chOff x="3657876" y="1412776"/>
            <a:chExt cx="3191585" cy="1890120"/>
          </a:xfrm>
        </p:grpSpPr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1F135380-9D5E-B3B0-D8B7-D3A1937AA792}"/>
                </a:ext>
              </a:extLst>
            </p:cNvPr>
            <p:cNvSpPr/>
            <p:nvPr/>
          </p:nvSpPr>
          <p:spPr>
            <a:xfrm>
              <a:off x="3657876" y="1448780"/>
              <a:ext cx="3191585" cy="1854116"/>
            </a:xfrm>
            <a:prstGeom prst="roundRect">
              <a:avLst>
                <a:gd name="adj" fmla="val 3091"/>
              </a:avLst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F06F395-24F8-C8B0-DAEE-067C944127EF}"/>
                </a:ext>
              </a:extLst>
            </p:cNvPr>
            <p:cNvSpPr txBox="1"/>
            <p:nvPr/>
          </p:nvSpPr>
          <p:spPr>
            <a:xfrm>
              <a:off x="6502192" y="1412776"/>
              <a:ext cx="2788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/>
                <a:t>×</a:t>
              </a:r>
              <a:endParaRPr lang="ko-KR" altLang="en-US" b="1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404B5E7-4059-AE47-3BB8-40DB1CD8F836}"/>
                </a:ext>
              </a:extLst>
            </p:cNvPr>
            <p:cNvSpPr txBox="1"/>
            <p:nvPr/>
          </p:nvSpPr>
          <p:spPr>
            <a:xfrm>
              <a:off x="3680808" y="1489720"/>
              <a:ext cx="192026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/>
                <a:t>비밀번호 확인 및 탈퇴신청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E7060849-AA4D-E7F3-1EAA-45C3CABB4428}"/>
              </a:ext>
            </a:extLst>
          </p:cNvPr>
          <p:cNvSpPr txBox="1"/>
          <p:nvPr/>
        </p:nvSpPr>
        <p:spPr>
          <a:xfrm>
            <a:off x="3646197" y="1808130"/>
            <a:ext cx="3073833" cy="233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700" dirty="0"/>
              <a:t>회원탈퇴를 신청하기 전 비밀번호를 확인해 주세요</a:t>
            </a:r>
            <a:r>
              <a:rPr lang="en-US" altLang="ko-KR" sz="700"/>
              <a:t>.</a:t>
            </a:r>
            <a:endParaRPr lang="en-US" altLang="ko-KR" sz="700" dirty="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9ED624C0-ABFB-BE44-7721-5C6F64DD4208}"/>
              </a:ext>
            </a:extLst>
          </p:cNvPr>
          <p:cNvSpPr/>
          <p:nvPr/>
        </p:nvSpPr>
        <p:spPr>
          <a:xfrm>
            <a:off x="3748876" y="2430099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현재 비밀번호를 입력해 주세요</a:t>
            </a:r>
            <a:r>
              <a:rPr lang="en-US" altLang="ko-KR" sz="80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6EA47A1-DD9B-E8D3-FD95-D96F65189BD3}"/>
              </a:ext>
            </a:extLst>
          </p:cNvPr>
          <p:cNvSpPr txBox="1"/>
          <p:nvPr/>
        </p:nvSpPr>
        <p:spPr>
          <a:xfrm>
            <a:off x="3680764" y="2193430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비밀번호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8FB8088F-3032-379E-3B18-AD88773FC2B1}"/>
              </a:ext>
            </a:extLst>
          </p:cNvPr>
          <p:cNvSpPr/>
          <p:nvPr/>
        </p:nvSpPr>
        <p:spPr>
          <a:xfrm>
            <a:off x="3748876" y="2834844"/>
            <a:ext cx="2983370" cy="28803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비밀번호 확인 </a:t>
            </a: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&amp; </a:t>
            </a: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탈퇴완료</a:t>
            </a: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0A797632-1FEE-7F29-788B-9265C14EFB8D}"/>
              </a:ext>
            </a:extLst>
          </p:cNvPr>
          <p:cNvGrpSpPr/>
          <p:nvPr/>
        </p:nvGrpSpPr>
        <p:grpSpPr>
          <a:xfrm>
            <a:off x="3619502" y="3675141"/>
            <a:ext cx="3191585" cy="1795912"/>
            <a:chOff x="3633623" y="2042936"/>
            <a:chExt cx="3191585" cy="1795912"/>
          </a:xfrm>
        </p:grpSpPr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D8AC126F-3795-F85F-0ED3-81A53543B145}"/>
                </a:ext>
              </a:extLst>
            </p:cNvPr>
            <p:cNvGrpSpPr/>
            <p:nvPr/>
          </p:nvGrpSpPr>
          <p:grpSpPr>
            <a:xfrm>
              <a:off x="3633623" y="2042936"/>
              <a:ext cx="3191585" cy="1795912"/>
              <a:chOff x="3657876" y="1412776"/>
              <a:chExt cx="3191585" cy="1795912"/>
            </a:xfrm>
          </p:grpSpPr>
          <p:sp>
            <p:nvSpPr>
              <p:cNvPr id="57" name="사각형: 둥근 모서리 56">
                <a:extLst>
                  <a:ext uri="{FF2B5EF4-FFF2-40B4-BE49-F238E27FC236}">
                    <a16:creationId xmlns:a16="http://schemas.microsoft.com/office/drawing/2014/main" id="{C13E2121-69E7-314D-7E27-37D496119DCF}"/>
                  </a:ext>
                </a:extLst>
              </p:cNvPr>
              <p:cNvSpPr/>
              <p:nvPr/>
            </p:nvSpPr>
            <p:spPr>
              <a:xfrm>
                <a:off x="3657876" y="1448779"/>
                <a:ext cx="3191585" cy="1759909"/>
              </a:xfrm>
              <a:prstGeom prst="roundRect">
                <a:avLst>
                  <a:gd name="adj" fmla="val 3091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FB3A160-230A-E222-C47A-2C79A3CD96AA}"/>
                  </a:ext>
                </a:extLst>
              </p:cNvPr>
              <p:cNvSpPr txBox="1"/>
              <p:nvPr/>
            </p:nvSpPr>
            <p:spPr>
              <a:xfrm>
                <a:off x="6502192" y="1412776"/>
                <a:ext cx="2788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/>
                  <a:t>×</a:t>
                </a:r>
                <a:endParaRPr lang="ko-KR" altLang="en-US" b="1" dirty="0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3D9A0F9-C6F9-BC49-6CFE-AD033CCBCAF7}"/>
                  </a:ext>
                </a:extLst>
              </p:cNvPr>
              <p:cNvSpPr txBox="1"/>
              <p:nvPr/>
            </p:nvSpPr>
            <p:spPr>
              <a:xfrm>
                <a:off x="3680808" y="1489720"/>
                <a:ext cx="1920264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800" b="1" dirty="0"/>
                  <a:t>비밀번호 확인 및 탈퇴신청</a:t>
                </a:r>
              </a:p>
            </p:txBody>
          </p:sp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7526EDA-DBB8-C0E9-AF20-927FE8747D2E}"/>
                </a:ext>
              </a:extLst>
            </p:cNvPr>
            <p:cNvSpPr txBox="1"/>
            <p:nvPr/>
          </p:nvSpPr>
          <p:spPr>
            <a:xfrm>
              <a:off x="3646197" y="2438290"/>
              <a:ext cx="3073833" cy="233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700" dirty="0"/>
                <a:t>회원탈퇴를 신청하기 전 비밀번호를 확인해 주세요</a:t>
              </a:r>
              <a:r>
                <a:rPr lang="en-US" altLang="ko-KR" sz="700" dirty="0"/>
                <a:t>.</a:t>
              </a:r>
            </a:p>
          </p:txBody>
        </p:sp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6D374580-238D-E587-0A7A-45025417E2D9}"/>
                </a:ext>
              </a:extLst>
            </p:cNvPr>
            <p:cNvSpPr/>
            <p:nvPr/>
          </p:nvSpPr>
          <p:spPr>
            <a:xfrm>
              <a:off x="3748876" y="3060259"/>
              <a:ext cx="2973559" cy="288032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en-US" altLang="ko-KR" sz="800" dirty="0">
                  <a:solidFill>
                    <a:schemeClr val="bg1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********</a:t>
              </a:r>
              <a:endParaRPr lang="ko-KR" altLang="en-US" sz="8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C6F272A-C173-6065-3045-E0AB17724C0F}"/>
                </a:ext>
              </a:extLst>
            </p:cNvPr>
            <p:cNvSpPr txBox="1"/>
            <p:nvPr/>
          </p:nvSpPr>
          <p:spPr>
            <a:xfrm>
              <a:off x="3680764" y="2823590"/>
              <a:ext cx="99695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/>
                <a:t>비밀번호</a:t>
              </a:r>
            </a:p>
          </p:txBody>
        </p:sp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77E05A5A-B476-0A74-3078-26923DBF07F4}"/>
                </a:ext>
              </a:extLst>
            </p:cNvPr>
            <p:cNvSpPr/>
            <p:nvPr/>
          </p:nvSpPr>
          <p:spPr>
            <a:xfrm>
              <a:off x="3748876" y="3452979"/>
              <a:ext cx="2983370" cy="288032"/>
            </a:xfrm>
            <a:prstGeom prst="roundRect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비밀번호 확인 </a:t>
              </a:r>
              <a:r>
                <a:rPr lang="en-US" altLang="ko-KR" sz="8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&amp; </a:t>
              </a:r>
              <a:r>
                <a:rPr lang="ko-KR" altLang="en-US" sz="8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탈퇴완료</a:t>
              </a:r>
            </a:p>
          </p:txBody>
        </p:sp>
      </p:grpSp>
      <p:graphicFrame>
        <p:nvGraphicFramePr>
          <p:cNvPr id="5" name="Group 260">
            <a:extLst>
              <a:ext uri="{FF2B5EF4-FFF2-40B4-BE49-F238E27FC236}">
                <a16:creationId xmlns:a16="http://schemas.microsoft.com/office/drawing/2014/main" id="{5F97E1ED-304A-3137-4BAB-50F960E154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5752861"/>
              </p:ext>
            </p:extLst>
          </p:nvPr>
        </p:nvGraphicFramePr>
        <p:xfrm>
          <a:off x="6969418" y="2548005"/>
          <a:ext cx="2772114" cy="2236676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회원정보 관리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회원탈퇴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회원탈퇴 신청 페이지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마이페이지의 탈퇴하기 버튼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회원탈퇴 신청 페이지 이동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탈퇴하기 버튼</a:t>
                      </a:r>
                      <a:endParaRPr kumimoji="1" lang="en-US" altLang="ko-KR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버튼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비밀번호 확인 팝업 노출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98225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비밀번호 확인 팝업</a:t>
                      </a:r>
                      <a:endParaRPr kumimoji="1" lang="en-US" altLang="ko-KR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비밀번호 입력 확인 후 탈퇴처리 가능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767904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비밀번호 확인 팝업</a:t>
                      </a:r>
                      <a:endParaRPr kumimoji="1" lang="en-US" altLang="ko-KR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현재 비밀번호 정상 입력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완료시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탈퇴 신청 버튼 활성 처리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버튼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탈퇴 완료 처리 및 탈퇴 완료 페이지 이동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512549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비밀번호 확인 팝업</a:t>
                      </a:r>
                      <a:endParaRPr kumimoji="1" lang="en-US" altLang="ko-KR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현재 비밀번호 입력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오류시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오류 안내 문구 노출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592965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6CAAD9E-5DA3-2B10-92C5-98FCD57777EC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>
                <a:solidFill>
                  <a:prstClr val="black"/>
                </a:solidFill>
              </a:rPr>
              <a:t>홈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마이페이지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회원정보관리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F24CB9-E620-15CF-D5D6-C458D6C178C6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회원정보 관리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F58425-0704-02D1-43B1-819C9C4E61CE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회원탈퇴</a:t>
            </a: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82D7A710-4932-034B-9FB5-3BE04FA93509}"/>
              </a:ext>
            </a:extLst>
          </p:cNvPr>
          <p:cNvSpPr/>
          <p:nvPr/>
        </p:nvSpPr>
        <p:spPr>
          <a:xfrm>
            <a:off x="181664" y="1330006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1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3DE3563-545B-17B1-03E7-870C7D4B600B}"/>
              </a:ext>
            </a:extLst>
          </p:cNvPr>
          <p:cNvSpPr/>
          <p:nvPr/>
        </p:nvSpPr>
        <p:spPr>
          <a:xfrm>
            <a:off x="3617992" y="1412776"/>
            <a:ext cx="3264088" cy="1956240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87A56586-9EE7-7F1F-0F80-9B0778009DDC}"/>
              </a:ext>
            </a:extLst>
          </p:cNvPr>
          <p:cNvCxnSpPr>
            <a:cxnSpLocks/>
            <a:stCxn id="13" idx="0"/>
            <a:endCxn id="7" idx="0"/>
          </p:cNvCxnSpPr>
          <p:nvPr/>
        </p:nvCxnSpPr>
        <p:spPr>
          <a:xfrm rot="5400000" flipH="1" flipV="1">
            <a:off x="1325497" y="1948994"/>
            <a:ext cx="4460756" cy="3388321"/>
          </a:xfrm>
          <a:prstGeom prst="bentConnector3">
            <a:avLst>
              <a:gd name="adj1" fmla="val 105125"/>
            </a:avLst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타원 11">
            <a:extLst>
              <a:ext uri="{FF2B5EF4-FFF2-40B4-BE49-F238E27FC236}">
                <a16:creationId xmlns:a16="http://schemas.microsoft.com/office/drawing/2014/main" id="{45176632-7017-3812-5D21-D794BEF134F9}"/>
              </a:ext>
            </a:extLst>
          </p:cNvPr>
          <p:cNvSpPr/>
          <p:nvPr/>
        </p:nvSpPr>
        <p:spPr>
          <a:xfrm>
            <a:off x="3543681" y="1386768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3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4BF428D-1207-FE94-BC92-213FD21C4DD7}"/>
              </a:ext>
            </a:extLst>
          </p:cNvPr>
          <p:cNvSpPr/>
          <p:nvPr/>
        </p:nvSpPr>
        <p:spPr>
          <a:xfrm>
            <a:off x="289664" y="5873532"/>
            <a:ext cx="3144101" cy="393825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B9A1B72E-E5F7-D6FA-D075-FC9B71F4F7A3}"/>
              </a:ext>
            </a:extLst>
          </p:cNvPr>
          <p:cNvSpPr/>
          <p:nvPr/>
        </p:nvSpPr>
        <p:spPr>
          <a:xfrm>
            <a:off x="220148" y="5751560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2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0E3B732-2908-FDFA-EB20-E93B44296D5B}"/>
              </a:ext>
            </a:extLst>
          </p:cNvPr>
          <p:cNvSpPr/>
          <p:nvPr/>
        </p:nvSpPr>
        <p:spPr>
          <a:xfrm>
            <a:off x="3580780" y="3660673"/>
            <a:ext cx="3264088" cy="1874471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52A1DE4D-776B-101A-F461-7D2886FD9FC1}"/>
              </a:ext>
            </a:extLst>
          </p:cNvPr>
          <p:cNvCxnSpPr>
            <a:cxnSpLocks/>
            <a:stCxn id="7" idx="2"/>
            <a:endCxn id="19" idx="0"/>
          </p:cNvCxnSpPr>
          <p:nvPr/>
        </p:nvCxnSpPr>
        <p:spPr>
          <a:xfrm rot="5400000">
            <a:off x="5085602" y="3496238"/>
            <a:ext cx="291657" cy="37212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6BE5FA23-F5CA-57CD-484D-A58B77BFA553}"/>
              </a:ext>
            </a:extLst>
          </p:cNvPr>
          <p:cNvSpPr/>
          <p:nvPr/>
        </p:nvSpPr>
        <p:spPr>
          <a:xfrm>
            <a:off x="3703926" y="5769260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********</a:t>
            </a:r>
            <a:endParaRPr lang="ko-KR" altLang="en-US" sz="8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A9A8184-F553-8ACE-32E2-9296C5DC23B5}"/>
              </a:ext>
            </a:extLst>
          </p:cNvPr>
          <p:cNvSpPr txBox="1"/>
          <p:nvPr/>
        </p:nvSpPr>
        <p:spPr>
          <a:xfrm>
            <a:off x="3620852" y="6048077"/>
            <a:ext cx="3073833" cy="233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700" dirty="0">
                <a:solidFill>
                  <a:srgbClr val="FF0000"/>
                </a:solidFill>
              </a:rPr>
              <a:t>비밀번호를 정확하게 입력해 주세요</a:t>
            </a:r>
            <a:r>
              <a:rPr lang="en-US" altLang="ko-KR" sz="700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3EECDF5A-88E3-F827-7164-2E7286866273}"/>
              </a:ext>
            </a:extLst>
          </p:cNvPr>
          <p:cNvSpPr/>
          <p:nvPr/>
        </p:nvSpPr>
        <p:spPr>
          <a:xfrm>
            <a:off x="3706679" y="6291723"/>
            <a:ext cx="2983370" cy="28803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비밀번호 확인 </a:t>
            </a: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&amp; </a:t>
            </a: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탈퇴완료</a:t>
            </a: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684DC3AE-22B2-90FE-DF19-D1376F817F5A}"/>
              </a:ext>
            </a:extLst>
          </p:cNvPr>
          <p:cNvSpPr/>
          <p:nvPr/>
        </p:nvSpPr>
        <p:spPr>
          <a:xfrm>
            <a:off x="3518755" y="3645024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4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A596477E-B062-DC27-3146-14FF481EE4F4}"/>
              </a:ext>
            </a:extLst>
          </p:cNvPr>
          <p:cNvSpPr/>
          <p:nvPr/>
        </p:nvSpPr>
        <p:spPr>
          <a:xfrm>
            <a:off x="3543681" y="5687367"/>
            <a:ext cx="3264088" cy="961398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588935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E91B9-A6B5-0D5F-0734-6D8010C3E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0E3E36D4-45C4-3DFC-A33E-D4FE3A68AD4A}"/>
              </a:ext>
            </a:extLst>
          </p:cNvPr>
          <p:cNvSpPr/>
          <p:nvPr/>
        </p:nvSpPr>
        <p:spPr>
          <a:xfrm>
            <a:off x="3590023" y="1412776"/>
            <a:ext cx="3207008" cy="5040560"/>
          </a:xfrm>
          <a:prstGeom prst="roundRect">
            <a:avLst>
              <a:gd name="adj" fmla="val 4362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98F65C69-8121-379C-A84D-DF6F199378A7}"/>
              </a:ext>
            </a:extLst>
          </p:cNvPr>
          <p:cNvGrpSpPr/>
          <p:nvPr/>
        </p:nvGrpSpPr>
        <p:grpSpPr>
          <a:xfrm>
            <a:off x="3620852" y="1469413"/>
            <a:ext cx="3132000" cy="339407"/>
            <a:chOff x="452488" y="1669762"/>
            <a:chExt cx="3132000" cy="339407"/>
          </a:xfrm>
        </p:grpSpPr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86F783FE-011F-51FF-32A0-20ABD0982D0D}"/>
                </a:ext>
              </a:extLst>
            </p:cNvPr>
            <p:cNvCxnSpPr/>
            <p:nvPr/>
          </p:nvCxnSpPr>
          <p:spPr>
            <a:xfrm>
              <a:off x="452488" y="2009169"/>
              <a:ext cx="3132000" cy="0"/>
            </a:xfrm>
            <a:prstGeom prst="line">
              <a:avLst/>
            </a:prstGeom>
            <a:ln w="6350" cmpd="sng">
              <a:solidFill>
                <a:schemeClr val="bg1">
                  <a:lumMod val="50000"/>
                </a:schemeClr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C719C5A7-6D62-60F6-3C08-8C2E3A1E43C2}"/>
                </a:ext>
              </a:extLst>
            </p:cNvPr>
            <p:cNvSpPr txBox="1"/>
            <p:nvPr/>
          </p:nvSpPr>
          <p:spPr>
            <a:xfrm>
              <a:off x="452488" y="1669762"/>
              <a:ext cx="3132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/>
                <a:t>탈퇴완료</a:t>
              </a:r>
            </a:p>
          </p:txBody>
        </p:sp>
      </p:grp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F98C5700-024B-D56F-B842-D6843D762754}"/>
              </a:ext>
            </a:extLst>
          </p:cNvPr>
          <p:cNvSpPr/>
          <p:nvPr/>
        </p:nvSpPr>
        <p:spPr>
          <a:xfrm>
            <a:off x="270936" y="1386947"/>
            <a:ext cx="3207008" cy="5040560"/>
          </a:xfrm>
          <a:prstGeom prst="roundRect">
            <a:avLst>
              <a:gd name="adj" fmla="val 4362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04995380-D11F-7E0D-EDC2-CE0C4BBFA336}"/>
              </a:ext>
            </a:extLst>
          </p:cNvPr>
          <p:cNvGrpSpPr/>
          <p:nvPr/>
        </p:nvGrpSpPr>
        <p:grpSpPr>
          <a:xfrm>
            <a:off x="290339" y="1443584"/>
            <a:ext cx="3143426" cy="339407"/>
            <a:chOff x="441062" y="1669762"/>
            <a:chExt cx="3143426" cy="339407"/>
          </a:xfrm>
        </p:grpSpPr>
        <p:cxnSp>
          <p:nvCxnSpPr>
            <p:cNvPr id="112" name="직선 연결선 111">
              <a:extLst>
                <a:ext uri="{FF2B5EF4-FFF2-40B4-BE49-F238E27FC236}">
                  <a16:creationId xmlns:a16="http://schemas.microsoft.com/office/drawing/2014/main" id="{4F8DB650-944A-2B3B-667F-A469AA2F8165}"/>
                </a:ext>
              </a:extLst>
            </p:cNvPr>
            <p:cNvCxnSpPr/>
            <p:nvPr/>
          </p:nvCxnSpPr>
          <p:spPr>
            <a:xfrm>
              <a:off x="452488" y="2009169"/>
              <a:ext cx="3132000" cy="0"/>
            </a:xfrm>
            <a:prstGeom prst="line">
              <a:avLst/>
            </a:prstGeom>
            <a:ln w="6350" cmpd="sng">
              <a:solidFill>
                <a:schemeClr val="bg1">
                  <a:lumMod val="50000"/>
                </a:schemeClr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21594D41-F9C0-D79E-DE9A-86A8E9880AE2}"/>
                </a:ext>
              </a:extLst>
            </p:cNvPr>
            <p:cNvSpPr txBox="1"/>
            <p:nvPr/>
          </p:nvSpPr>
          <p:spPr>
            <a:xfrm>
              <a:off x="452488" y="1669762"/>
              <a:ext cx="3132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/>
                <a:t>회원탈퇴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9CDD665-FAE2-892C-5B43-528DF670BF61}"/>
                </a:ext>
              </a:extLst>
            </p:cNvPr>
            <p:cNvSpPr txBox="1"/>
            <p:nvPr/>
          </p:nvSpPr>
          <p:spPr>
            <a:xfrm>
              <a:off x="441062" y="1686166"/>
              <a:ext cx="24365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〈</a:t>
              </a:r>
              <a:endParaRPr lang="ko-KR" altLang="en-US" sz="1000" b="1" dirty="0"/>
            </a:p>
          </p:txBody>
        </p:sp>
      </p:grpSp>
      <p:sp>
        <p:nvSpPr>
          <p:cNvPr id="115" name="사각형: 둥근 모서리 114">
            <a:extLst>
              <a:ext uri="{FF2B5EF4-FFF2-40B4-BE49-F238E27FC236}">
                <a16:creationId xmlns:a16="http://schemas.microsoft.com/office/drawing/2014/main" id="{15268F6D-5EF7-65D8-6E10-126F6CEACE1C}"/>
              </a:ext>
            </a:extLst>
          </p:cNvPr>
          <p:cNvSpPr/>
          <p:nvPr/>
        </p:nvSpPr>
        <p:spPr>
          <a:xfrm>
            <a:off x="330848" y="5927516"/>
            <a:ext cx="3073833" cy="288032"/>
          </a:xfrm>
          <a:prstGeom prst="round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탈퇴하기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B0529E94-AB40-5363-692C-C0436EEC5456}"/>
              </a:ext>
            </a:extLst>
          </p:cNvPr>
          <p:cNvSpPr txBox="1"/>
          <p:nvPr/>
        </p:nvSpPr>
        <p:spPr>
          <a:xfrm>
            <a:off x="3832804" y="2975376"/>
            <a:ext cx="26496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회원 탈퇴 완료</a:t>
            </a:r>
            <a:endParaRPr lang="en-US" altLang="ko-KR" sz="1000" b="1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9703988F-E708-CD8F-F518-228BCE31BB6C}"/>
              </a:ext>
            </a:extLst>
          </p:cNvPr>
          <p:cNvSpPr txBox="1"/>
          <p:nvPr/>
        </p:nvSpPr>
        <p:spPr>
          <a:xfrm>
            <a:off x="3981339" y="3367795"/>
            <a:ext cx="2352652" cy="6225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dirty="0"/>
              <a:t>통합 계정의 회원탈퇴가 완료 되었습니다</a:t>
            </a:r>
            <a:r>
              <a:rPr lang="en-US" altLang="ko-KR" sz="800" dirty="0"/>
              <a:t>.</a:t>
            </a:r>
          </a:p>
          <a:p>
            <a:pPr algn="ctr">
              <a:lnSpc>
                <a:spcPct val="150000"/>
              </a:lnSpc>
            </a:pPr>
            <a:r>
              <a:rPr lang="ko-KR" altLang="en-US" sz="800" dirty="0"/>
              <a:t>사이트를 이용하시기 위해서는 신규 회원가입을 </a:t>
            </a:r>
            <a:endParaRPr lang="en-US" altLang="ko-KR" sz="800" dirty="0"/>
          </a:p>
          <a:p>
            <a:pPr algn="ctr">
              <a:lnSpc>
                <a:spcPct val="150000"/>
              </a:lnSpc>
            </a:pPr>
            <a:r>
              <a:rPr lang="ko-KR" altLang="en-US" sz="800" dirty="0"/>
              <a:t>진행해 주시기 바랍니다</a:t>
            </a:r>
            <a:r>
              <a:rPr lang="en-US" altLang="ko-KR" sz="800" dirty="0"/>
              <a:t>.</a:t>
            </a:r>
          </a:p>
        </p:txBody>
      </p:sp>
      <p:sp>
        <p:nvSpPr>
          <p:cNvPr id="126" name="Trash">
            <a:extLst>
              <a:ext uri="{FF2B5EF4-FFF2-40B4-BE49-F238E27FC236}">
                <a16:creationId xmlns:a16="http://schemas.microsoft.com/office/drawing/2014/main" id="{6FFFC896-C580-4866-55EF-C96D16B3A8BD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5013178" y="2315107"/>
            <a:ext cx="360698" cy="432000"/>
          </a:xfrm>
          <a:custGeom>
            <a:avLst/>
            <a:gdLst>
              <a:gd name="T0" fmla="*/ 488 w 1194"/>
              <a:gd name="T1" fmla="*/ 0 h 1414"/>
              <a:gd name="T2" fmla="*/ 366 w 1194"/>
              <a:gd name="T3" fmla="*/ 42 h 1414"/>
              <a:gd name="T4" fmla="*/ 324 w 1194"/>
              <a:gd name="T5" fmla="*/ 166 h 1414"/>
              <a:gd name="T6" fmla="*/ 108 w 1194"/>
              <a:gd name="T7" fmla="*/ 166 h 1414"/>
              <a:gd name="T8" fmla="*/ 54 w 1194"/>
              <a:gd name="T9" fmla="*/ 220 h 1414"/>
              <a:gd name="T10" fmla="*/ 0 w 1194"/>
              <a:gd name="T11" fmla="*/ 220 h 1414"/>
              <a:gd name="T12" fmla="*/ 0 w 1194"/>
              <a:gd name="T13" fmla="*/ 329 h 1414"/>
              <a:gd name="T14" fmla="*/ 1194 w 1194"/>
              <a:gd name="T15" fmla="*/ 329 h 1414"/>
              <a:gd name="T16" fmla="*/ 1194 w 1194"/>
              <a:gd name="T17" fmla="*/ 220 h 1414"/>
              <a:gd name="T18" fmla="*/ 1139 w 1194"/>
              <a:gd name="T19" fmla="*/ 220 h 1414"/>
              <a:gd name="T20" fmla="*/ 1085 w 1194"/>
              <a:gd name="T21" fmla="*/ 166 h 1414"/>
              <a:gd name="T22" fmla="*/ 871 w 1194"/>
              <a:gd name="T23" fmla="*/ 166 h 1414"/>
              <a:gd name="T24" fmla="*/ 827 w 1194"/>
              <a:gd name="T25" fmla="*/ 42 h 1414"/>
              <a:gd name="T26" fmla="*/ 705 w 1194"/>
              <a:gd name="T27" fmla="*/ 0 h 1414"/>
              <a:gd name="T28" fmla="*/ 488 w 1194"/>
              <a:gd name="T29" fmla="*/ 0 h 1414"/>
              <a:gd name="T30" fmla="*/ 488 w 1194"/>
              <a:gd name="T31" fmla="*/ 113 h 1414"/>
              <a:gd name="T32" fmla="*/ 705 w 1194"/>
              <a:gd name="T33" fmla="*/ 113 h 1414"/>
              <a:gd name="T34" fmla="*/ 749 w 1194"/>
              <a:gd name="T35" fmla="*/ 122 h 1414"/>
              <a:gd name="T36" fmla="*/ 758 w 1194"/>
              <a:gd name="T37" fmla="*/ 166 h 1414"/>
              <a:gd name="T38" fmla="*/ 437 w 1194"/>
              <a:gd name="T39" fmla="*/ 166 h 1414"/>
              <a:gd name="T40" fmla="*/ 446 w 1194"/>
              <a:gd name="T41" fmla="*/ 122 h 1414"/>
              <a:gd name="T42" fmla="*/ 488 w 1194"/>
              <a:gd name="T43" fmla="*/ 113 h 1414"/>
              <a:gd name="T44" fmla="*/ 108 w 1194"/>
              <a:gd name="T45" fmla="*/ 383 h 1414"/>
              <a:gd name="T46" fmla="*/ 108 w 1194"/>
              <a:gd name="T47" fmla="*/ 1251 h 1414"/>
              <a:gd name="T48" fmla="*/ 271 w 1194"/>
              <a:gd name="T49" fmla="*/ 1414 h 1414"/>
              <a:gd name="T50" fmla="*/ 922 w 1194"/>
              <a:gd name="T51" fmla="*/ 1414 h 1414"/>
              <a:gd name="T52" fmla="*/ 1085 w 1194"/>
              <a:gd name="T53" fmla="*/ 1251 h 1414"/>
              <a:gd name="T54" fmla="*/ 1085 w 1194"/>
              <a:gd name="T55" fmla="*/ 383 h 1414"/>
              <a:gd name="T56" fmla="*/ 108 w 1194"/>
              <a:gd name="T57" fmla="*/ 383 h 1414"/>
              <a:gd name="T58" fmla="*/ 325 w 1194"/>
              <a:gd name="T59" fmla="*/ 546 h 1414"/>
              <a:gd name="T60" fmla="*/ 434 w 1194"/>
              <a:gd name="T61" fmla="*/ 546 h 1414"/>
              <a:gd name="T62" fmla="*/ 434 w 1194"/>
              <a:gd name="T63" fmla="*/ 1197 h 1414"/>
              <a:gd name="T64" fmla="*/ 325 w 1194"/>
              <a:gd name="T65" fmla="*/ 1197 h 1414"/>
              <a:gd name="T66" fmla="*/ 325 w 1194"/>
              <a:gd name="T67" fmla="*/ 546 h 1414"/>
              <a:gd name="T68" fmla="*/ 542 w 1194"/>
              <a:gd name="T69" fmla="*/ 546 h 1414"/>
              <a:gd name="T70" fmla="*/ 651 w 1194"/>
              <a:gd name="T71" fmla="*/ 546 h 1414"/>
              <a:gd name="T72" fmla="*/ 651 w 1194"/>
              <a:gd name="T73" fmla="*/ 1197 h 1414"/>
              <a:gd name="T74" fmla="*/ 542 w 1194"/>
              <a:gd name="T75" fmla="*/ 1197 h 1414"/>
              <a:gd name="T76" fmla="*/ 542 w 1194"/>
              <a:gd name="T77" fmla="*/ 546 h 1414"/>
              <a:gd name="T78" fmla="*/ 759 w 1194"/>
              <a:gd name="T79" fmla="*/ 546 h 1414"/>
              <a:gd name="T80" fmla="*/ 868 w 1194"/>
              <a:gd name="T81" fmla="*/ 546 h 1414"/>
              <a:gd name="T82" fmla="*/ 868 w 1194"/>
              <a:gd name="T83" fmla="*/ 1197 h 1414"/>
              <a:gd name="T84" fmla="*/ 759 w 1194"/>
              <a:gd name="T85" fmla="*/ 1197 h 1414"/>
              <a:gd name="T86" fmla="*/ 759 w 1194"/>
              <a:gd name="T87" fmla="*/ 546 h 14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194" h="1414">
                <a:moveTo>
                  <a:pt x="488" y="0"/>
                </a:moveTo>
                <a:cubicBezTo>
                  <a:pt x="443" y="0"/>
                  <a:pt x="398" y="10"/>
                  <a:pt x="366" y="42"/>
                </a:cubicBezTo>
                <a:cubicBezTo>
                  <a:pt x="334" y="74"/>
                  <a:pt x="324" y="119"/>
                  <a:pt x="324" y="166"/>
                </a:cubicBezTo>
                <a:lnTo>
                  <a:pt x="108" y="166"/>
                </a:lnTo>
                <a:cubicBezTo>
                  <a:pt x="78" y="166"/>
                  <a:pt x="54" y="190"/>
                  <a:pt x="54" y="220"/>
                </a:cubicBezTo>
                <a:lnTo>
                  <a:pt x="0" y="220"/>
                </a:lnTo>
                <a:lnTo>
                  <a:pt x="0" y="329"/>
                </a:lnTo>
                <a:lnTo>
                  <a:pt x="1194" y="329"/>
                </a:lnTo>
                <a:lnTo>
                  <a:pt x="1194" y="220"/>
                </a:lnTo>
                <a:lnTo>
                  <a:pt x="1139" y="220"/>
                </a:lnTo>
                <a:cubicBezTo>
                  <a:pt x="1139" y="190"/>
                  <a:pt x="1115" y="166"/>
                  <a:pt x="1085" y="166"/>
                </a:cubicBezTo>
                <a:lnTo>
                  <a:pt x="871" y="166"/>
                </a:lnTo>
                <a:cubicBezTo>
                  <a:pt x="871" y="119"/>
                  <a:pt x="859" y="74"/>
                  <a:pt x="827" y="42"/>
                </a:cubicBezTo>
                <a:cubicBezTo>
                  <a:pt x="795" y="10"/>
                  <a:pt x="750" y="0"/>
                  <a:pt x="705" y="0"/>
                </a:cubicBezTo>
                <a:lnTo>
                  <a:pt x="488" y="0"/>
                </a:lnTo>
                <a:close/>
                <a:moveTo>
                  <a:pt x="488" y="113"/>
                </a:moveTo>
                <a:lnTo>
                  <a:pt x="705" y="113"/>
                </a:lnTo>
                <a:cubicBezTo>
                  <a:pt x="735" y="113"/>
                  <a:pt x="746" y="119"/>
                  <a:pt x="749" y="122"/>
                </a:cubicBezTo>
                <a:cubicBezTo>
                  <a:pt x="753" y="125"/>
                  <a:pt x="758" y="136"/>
                  <a:pt x="758" y="166"/>
                </a:cubicBezTo>
                <a:lnTo>
                  <a:pt x="437" y="166"/>
                </a:lnTo>
                <a:cubicBezTo>
                  <a:pt x="437" y="136"/>
                  <a:pt x="442" y="125"/>
                  <a:pt x="446" y="122"/>
                </a:cubicBezTo>
                <a:cubicBezTo>
                  <a:pt x="449" y="119"/>
                  <a:pt x="458" y="113"/>
                  <a:pt x="488" y="113"/>
                </a:cubicBezTo>
                <a:close/>
                <a:moveTo>
                  <a:pt x="108" y="383"/>
                </a:moveTo>
                <a:lnTo>
                  <a:pt x="108" y="1251"/>
                </a:lnTo>
                <a:cubicBezTo>
                  <a:pt x="108" y="1341"/>
                  <a:pt x="181" y="1414"/>
                  <a:pt x="271" y="1414"/>
                </a:cubicBezTo>
                <a:lnTo>
                  <a:pt x="922" y="1414"/>
                </a:lnTo>
                <a:cubicBezTo>
                  <a:pt x="1012" y="1414"/>
                  <a:pt x="1085" y="1341"/>
                  <a:pt x="1085" y="1251"/>
                </a:cubicBezTo>
                <a:lnTo>
                  <a:pt x="1085" y="383"/>
                </a:lnTo>
                <a:lnTo>
                  <a:pt x="108" y="383"/>
                </a:lnTo>
                <a:close/>
                <a:moveTo>
                  <a:pt x="325" y="546"/>
                </a:moveTo>
                <a:lnTo>
                  <a:pt x="434" y="546"/>
                </a:lnTo>
                <a:lnTo>
                  <a:pt x="434" y="1197"/>
                </a:lnTo>
                <a:lnTo>
                  <a:pt x="325" y="1197"/>
                </a:lnTo>
                <a:lnTo>
                  <a:pt x="325" y="546"/>
                </a:lnTo>
                <a:close/>
                <a:moveTo>
                  <a:pt x="542" y="546"/>
                </a:moveTo>
                <a:lnTo>
                  <a:pt x="651" y="546"/>
                </a:lnTo>
                <a:lnTo>
                  <a:pt x="651" y="1197"/>
                </a:lnTo>
                <a:lnTo>
                  <a:pt x="542" y="1197"/>
                </a:lnTo>
                <a:lnTo>
                  <a:pt x="542" y="546"/>
                </a:lnTo>
                <a:close/>
                <a:moveTo>
                  <a:pt x="759" y="546"/>
                </a:moveTo>
                <a:lnTo>
                  <a:pt x="868" y="546"/>
                </a:lnTo>
                <a:lnTo>
                  <a:pt x="868" y="1197"/>
                </a:lnTo>
                <a:lnTo>
                  <a:pt x="759" y="1197"/>
                </a:lnTo>
                <a:lnTo>
                  <a:pt x="759" y="546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7" name="사각형: 둥근 모서리 126">
            <a:extLst>
              <a:ext uri="{FF2B5EF4-FFF2-40B4-BE49-F238E27FC236}">
                <a16:creationId xmlns:a16="http://schemas.microsoft.com/office/drawing/2014/main" id="{9B63CCB9-EE2A-A92D-BBB8-27FBC90AE986}"/>
              </a:ext>
            </a:extLst>
          </p:cNvPr>
          <p:cNvSpPr/>
          <p:nvPr/>
        </p:nvSpPr>
        <p:spPr>
          <a:xfrm>
            <a:off x="5200509" y="4113076"/>
            <a:ext cx="1156647" cy="288032"/>
          </a:xfrm>
          <a:prstGeom prst="round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로그인 하기</a:t>
            </a:r>
          </a:p>
        </p:txBody>
      </p:sp>
      <p:sp>
        <p:nvSpPr>
          <p:cNvPr id="128" name="사각형: 둥근 모서리 127">
            <a:extLst>
              <a:ext uri="{FF2B5EF4-FFF2-40B4-BE49-F238E27FC236}">
                <a16:creationId xmlns:a16="http://schemas.microsoft.com/office/drawing/2014/main" id="{79235B41-0C67-3345-86E8-F921AD11E7D8}"/>
              </a:ext>
            </a:extLst>
          </p:cNvPr>
          <p:cNvSpPr/>
          <p:nvPr/>
        </p:nvSpPr>
        <p:spPr>
          <a:xfrm>
            <a:off x="3994695" y="4114450"/>
            <a:ext cx="1156647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회원가입</a:t>
            </a:r>
          </a:p>
        </p:txBody>
      </p:sp>
      <p:graphicFrame>
        <p:nvGraphicFramePr>
          <p:cNvPr id="5" name="Group 260">
            <a:extLst>
              <a:ext uri="{FF2B5EF4-FFF2-40B4-BE49-F238E27FC236}">
                <a16:creationId xmlns:a16="http://schemas.microsoft.com/office/drawing/2014/main" id="{04097654-FAFD-C3D2-A65C-6F1256C0A7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8572135"/>
              </p:ext>
            </p:extLst>
          </p:nvPr>
        </p:nvGraphicFramePr>
        <p:xfrm>
          <a:off x="6969418" y="2548005"/>
          <a:ext cx="2772114" cy="2032596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회원정보 관리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탈퇴완료 안내 페이지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회원탈퇴 완료 안내 페이지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회원탈퇴 완료 안내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정상 로그아웃 처리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개인정보 일괄 삭제 처리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회원가입 버튼</a:t>
                      </a:r>
                      <a:endParaRPr kumimoji="1" lang="en-US" altLang="ko-KR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버튼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회원가입 페이지 이동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98225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로그인 하기 버튼</a:t>
                      </a:r>
                      <a:endParaRPr kumimoji="1" lang="en-US" altLang="ko-KR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버튼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로그인 페이지 이동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767904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탈퇴하기 버튼</a:t>
                      </a:r>
                      <a:endParaRPr kumimoji="1" lang="en-US" altLang="ko-KR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버튼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비밀번호 확인 팝업 노출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51254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6D8743D-7D4B-BDEC-786A-DC77550D1585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>
                <a:solidFill>
                  <a:prstClr val="black"/>
                </a:solidFill>
              </a:rPr>
              <a:t>홈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마이페이지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회원정보관리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60A86C-C853-B60C-46F2-FB988F1FC5E2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회원정보 관리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BFBAC3-7E79-347E-6CDE-EC55F7160EFA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 err="1">
                <a:solidFill>
                  <a:prstClr val="black"/>
                </a:solidFill>
              </a:rPr>
              <a:t>탈퇴완ㄴ료</a:t>
            </a:r>
            <a:endParaRPr lang="ko-KR" altLang="en-US" sz="800" dirty="0">
              <a:solidFill>
                <a:prstClr val="black"/>
              </a:solidFill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90E74D85-9BC9-335D-606C-E02373D25595}"/>
              </a:ext>
            </a:extLst>
          </p:cNvPr>
          <p:cNvSpPr/>
          <p:nvPr/>
        </p:nvSpPr>
        <p:spPr>
          <a:xfrm>
            <a:off x="3556652" y="1386947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1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939265B5-5113-6934-D358-75A1AADC3907}"/>
              </a:ext>
            </a:extLst>
          </p:cNvPr>
          <p:cNvSpPr/>
          <p:nvPr/>
        </p:nvSpPr>
        <p:spPr>
          <a:xfrm>
            <a:off x="3842849" y="3976670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2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83ABF329-C298-E8F5-0934-F4EE65CF492A}"/>
              </a:ext>
            </a:extLst>
          </p:cNvPr>
          <p:cNvSpPr/>
          <p:nvPr/>
        </p:nvSpPr>
        <p:spPr>
          <a:xfrm>
            <a:off x="5166862" y="3976670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3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66170B9-D515-BEA6-EEDA-A8BED341F99F}"/>
              </a:ext>
            </a:extLst>
          </p:cNvPr>
          <p:cNvGrpSpPr/>
          <p:nvPr/>
        </p:nvGrpSpPr>
        <p:grpSpPr>
          <a:xfrm>
            <a:off x="338805" y="1910730"/>
            <a:ext cx="3065876" cy="1125164"/>
            <a:chOff x="3657892" y="1936559"/>
            <a:chExt cx="3065876" cy="1125164"/>
          </a:xfrm>
        </p:grpSpPr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60A6B212-DCC3-18B4-F45E-0A1324D31118}"/>
                </a:ext>
              </a:extLst>
            </p:cNvPr>
            <p:cNvSpPr/>
            <p:nvPr/>
          </p:nvSpPr>
          <p:spPr>
            <a:xfrm>
              <a:off x="3657892" y="1936559"/>
              <a:ext cx="3065876" cy="1125164"/>
            </a:xfrm>
            <a:prstGeom prst="roundRect">
              <a:avLst>
                <a:gd name="adj" fmla="val 4685"/>
              </a:avLst>
            </a:prstGeom>
            <a:solidFill>
              <a:srgbClr val="FEF2F2"/>
            </a:solidFill>
            <a:ln w="6350">
              <a:solidFill>
                <a:srgbClr val="FF0000"/>
              </a:solidFill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 lang="ko-KR" altLang="en-US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BDDC525-2A9A-A706-BBFC-9BECF6C18AF9}"/>
                </a:ext>
              </a:extLst>
            </p:cNvPr>
            <p:cNvSpPr txBox="1"/>
            <p:nvPr/>
          </p:nvSpPr>
          <p:spPr>
            <a:xfrm>
              <a:off x="3907539" y="2032391"/>
              <a:ext cx="239686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solidFill>
                    <a:srgbClr val="C00000"/>
                  </a:solidFill>
                </a:rPr>
                <a:t>탈퇴 전 주의사항</a:t>
              </a:r>
            </a:p>
          </p:txBody>
        </p:sp>
        <p:sp>
          <p:nvSpPr>
            <p:cNvPr id="20" name="Warning">
              <a:extLst>
                <a:ext uri="{FF2B5EF4-FFF2-40B4-BE49-F238E27FC236}">
                  <a16:creationId xmlns:a16="http://schemas.microsoft.com/office/drawing/2014/main" id="{5FD2BB1F-59BF-950A-DC52-B46CDA7F64BB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750997" y="2052664"/>
              <a:ext cx="169862" cy="146050"/>
            </a:xfrm>
            <a:custGeom>
              <a:avLst/>
              <a:gdLst>
                <a:gd name="T0" fmla="*/ 1400 w 1467"/>
                <a:gd name="T1" fmla="*/ 1061 h 1271"/>
                <a:gd name="T2" fmla="*/ 855 w 1467"/>
                <a:gd name="T3" fmla="*/ 116 h 1271"/>
                <a:gd name="T4" fmla="*/ 612 w 1467"/>
                <a:gd name="T5" fmla="*/ 116 h 1271"/>
                <a:gd name="T6" fmla="*/ 66 w 1467"/>
                <a:gd name="T7" fmla="*/ 1061 h 1271"/>
                <a:gd name="T8" fmla="*/ 188 w 1467"/>
                <a:gd name="T9" fmla="*/ 1271 h 1271"/>
                <a:gd name="T10" fmla="*/ 1279 w 1467"/>
                <a:gd name="T11" fmla="*/ 1271 h 1271"/>
                <a:gd name="T12" fmla="*/ 1400 w 1467"/>
                <a:gd name="T13" fmla="*/ 1061 h 1271"/>
                <a:gd name="T14" fmla="*/ 658 w 1467"/>
                <a:gd name="T15" fmla="*/ 384 h 1271"/>
                <a:gd name="T16" fmla="*/ 733 w 1467"/>
                <a:gd name="T17" fmla="*/ 352 h 1271"/>
                <a:gd name="T18" fmla="*/ 808 w 1467"/>
                <a:gd name="T19" fmla="*/ 383 h 1271"/>
                <a:gd name="T20" fmla="*/ 837 w 1467"/>
                <a:gd name="T21" fmla="*/ 462 h 1271"/>
                <a:gd name="T22" fmla="*/ 783 w 1467"/>
                <a:gd name="T23" fmla="*/ 833 h 1271"/>
                <a:gd name="T24" fmla="*/ 685 w 1467"/>
                <a:gd name="T25" fmla="*/ 833 h 1271"/>
                <a:gd name="T26" fmla="*/ 629 w 1467"/>
                <a:gd name="T27" fmla="*/ 462 h 1271"/>
                <a:gd name="T28" fmla="*/ 658 w 1467"/>
                <a:gd name="T29" fmla="*/ 384 h 1271"/>
                <a:gd name="T30" fmla="*/ 807 w 1467"/>
                <a:gd name="T31" fmla="*/ 1073 h 1271"/>
                <a:gd name="T32" fmla="*/ 733 w 1467"/>
                <a:gd name="T33" fmla="*/ 1103 h 1271"/>
                <a:gd name="T34" fmla="*/ 660 w 1467"/>
                <a:gd name="T35" fmla="*/ 1073 h 1271"/>
                <a:gd name="T36" fmla="*/ 629 w 1467"/>
                <a:gd name="T37" fmla="*/ 1000 h 1271"/>
                <a:gd name="T38" fmla="*/ 660 w 1467"/>
                <a:gd name="T39" fmla="*/ 927 h 1271"/>
                <a:gd name="T40" fmla="*/ 733 w 1467"/>
                <a:gd name="T41" fmla="*/ 896 h 1271"/>
                <a:gd name="T42" fmla="*/ 807 w 1467"/>
                <a:gd name="T43" fmla="*/ 927 h 1271"/>
                <a:gd name="T44" fmla="*/ 838 w 1467"/>
                <a:gd name="T45" fmla="*/ 1000 h 1271"/>
                <a:gd name="T46" fmla="*/ 807 w 1467"/>
                <a:gd name="T47" fmla="*/ 1073 h 1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467" h="1271">
                  <a:moveTo>
                    <a:pt x="1400" y="1061"/>
                  </a:moveTo>
                  <a:lnTo>
                    <a:pt x="855" y="116"/>
                  </a:lnTo>
                  <a:cubicBezTo>
                    <a:pt x="788" y="0"/>
                    <a:pt x="679" y="0"/>
                    <a:pt x="612" y="116"/>
                  </a:cubicBezTo>
                  <a:lnTo>
                    <a:pt x="66" y="1061"/>
                  </a:lnTo>
                  <a:cubicBezTo>
                    <a:pt x="0" y="1176"/>
                    <a:pt x="54" y="1271"/>
                    <a:pt x="188" y="1271"/>
                  </a:cubicBezTo>
                  <a:lnTo>
                    <a:pt x="1279" y="1271"/>
                  </a:lnTo>
                  <a:cubicBezTo>
                    <a:pt x="1412" y="1271"/>
                    <a:pt x="1467" y="1176"/>
                    <a:pt x="1400" y="1061"/>
                  </a:cubicBezTo>
                  <a:close/>
                  <a:moveTo>
                    <a:pt x="658" y="384"/>
                  </a:moveTo>
                  <a:cubicBezTo>
                    <a:pt x="678" y="363"/>
                    <a:pt x="703" y="352"/>
                    <a:pt x="733" y="352"/>
                  </a:cubicBezTo>
                  <a:cubicBezTo>
                    <a:pt x="764" y="352"/>
                    <a:pt x="789" y="363"/>
                    <a:pt x="808" y="383"/>
                  </a:cubicBezTo>
                  <a:cubicBezTo>
                    <a:pt x="828" y="404"/>
                    <a:pt x="837" y="431"/>
                    <a:pt x="837" y="462"/>
                  </a:cubicBezTo>
                  <a:cubicBezTo>
                    <a:pt x="837" y="489"/>
                    <a:pt x="797" y="688"/>
                    <a:pt x="783" y="833"/>
                  </a:cubicBezTo>
                  <a:lnTo>
                    <a:pt x="685" y="833"/>
                  </a:lnTo>
                  <a:cubicBezTo>
                    <a:pt x="673" y="688"/>
                    <a:pt x="629" y="489"/>
                    <a:pt x="629" y="462"/>
                  </a:cubicBezTo>
                  <a:cubicBezTo>
                    <a:pt x="629" y="431"/>
                    <a:pt x="639" y="405"/>
                    <a:pt x="658" y="384"/>
                  </a:cubicBezTo>
                  <a:close/>
                  <a:moveTo>
                    <a:pt x="807" y="1073"/>
                  </a:moveTo>
                  <a:cubicBezTo>
                    <a:pt x="786" y="1093"/>
                    <a:pt x="762" y="1103"/>
                    <a:pt x="733" y="1103"/>
                  </a:cubicBezTo>
                  <a:cubicBezTo>
                    <a:pt x="705" y="1103"/>
                    <a:pt x="680" y="1093"/>
                    <a:pt x="660" y="1073"/>
                  </a:cubicBezTo>
                  <a:cubicBezTo>
                    <a:pt x="639" y="1053"/>
                    <a:pt x="629" y="1029"/>
                    <a:pt x="629" y="1000"/>
                  </a:cubicBezTo>
                  <a:cubicBezTo>
                    <a:pt x="629" y="972"/>
                    <a:pt x="639" y="947"/>
                    <a:pt x="660" y="927"/>
                  </a:cubicBezTo>
                  <a:cubicBezTo>
                    <a:pt x="680" y="906"/>
                    <a:pt x="705" y="896"/>
                    <a:pt x="733" y="896"/>
                  </a:cubicBezTo>
                  <a:cubicBezTo>
                    <a:pt x="762" y="896"/>
                    <a:pt x="786" y="906"/>
                    <a:pt x="807" y="927"/>
                  </a:cubicBezTo>
                  <a:cubicBezTo>
                    <a:pt x="827" y="947"/>
                    <a:pt x="838" y="972"/>
                    <a:pt x="838" y="1000"/>
                  </a:cubicBezTo>
                  <a:cubicBezTo>
                    <a:pt x="838" y="1029"/>
                    <a:pt x="827" y="1053"/>
                    <a:pt x="807" y="1073"/>
                  </a:cubicBezTo>
                  <a:close/>
                </a:path>
              </a:pathLst>
            </a:custGeom>
            <a:solidFill>
              <a:srgbClr val="C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28B159F-4BFF-40DA-60C7-89C969E86153}"/>
                </a:ext>
              </a:extLst>
            </p:cNvPr>
            <p:cNvSpPr txBox="1"/>
            <p:nvPr/>
          </p:nvSpPr>
          <p:spPr>
            <a:xfrm>
              <a:off x="3659802" y="2308243"/>
              <a:ext cx="3021390" cy="4378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800" b="1" dirty="0">
                  <a:solidFill>
                    <a:srgbClr val="C00000"/>
                  </a:solidFill>
                </a:rPr>
                <a:t>* </a:t>
              </a:r>
              <a:r>
                <a:rPr lang="ko-KR" altLang="en-US" sz="800" b="1" dirty="0">
                  <a:solidFill>
                    <a:srgbClr val="C00000"/>
                  </a:solidFill>
                </a:rPr>
                <a:t>쇼핑몰의 모든 회원 데이터가 삭제됩니다</a:t>
              </a:r>
              <a:r>
                <a:rPr lang="en-US" altLang="ko-KR" sz="800" b="1" dirty="0">
                  <a:solidFill>
                    <a:srgbClr val="C00000"/>
                  </a:solidFill>
                </a:rPr>
                <a:t>.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800" b="1" dirty="0">
                  <a:solidFill>
                    <a:srgbClr val="C00000"/>
                  </a:solidFill>
                </a:rPr>
                <a:t>* </a:t>
              </a:r>
              <a:r>
                <a:rPr lang="ko-KR" altLang="en-US" sz="800" b="1" dirty="0">
                  <a:solidFill>
                    <a:srgbClr val="C00000"/>
                  </a:solidFill>
                </a:rPr>
                <a:t>삭제된 모든 데이터는 복구 할 수 없습니다</a:t>
              </a:r>
              <a:r>
                <a:rPr lang="en-US" altLang="ko-KR" sz="800" b="1" dirty="0">
                  <a:solidFill>
                    <a:srgbClr val="C00000"/>
                  </a:solidFill>
                </a:rPr>
                <a:t>.</a:t>
              </a:r>
              <a:endParaRPr lang="ko-KR" altLang="en-US" sz="800" b="1" dirty="0">
                <a:solidFill>
                  <a:srgbClr val="C00000"/>
                </a:solidFill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8FA413C9-DE1D-F1F1-3279-FE67CD535880}"/>
              </a:ext>
            </a:extLst>
          </p:cNvPr>
          <p:cNvSpPr txBox="1"/>
          <p:nvPr/>
        </p:nvSpPr>
        <p:spPr>
          <a:xfrm>
            <a:off x="296102" y="3104964"/>
            <a:ext cx="3073833" cy="233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700" dirty="0"/>
              <a:t>■ 안내 사항을 모두 확인하였으며</a:t>
            </a:r>
            <a:r>
              <a:rPr lang="en-US" altLang="ko-KR" sz="700" dirty="0"/>
              <a:t>, </a:t>
            </a:r>
            <a:r>
              <a:rPr lang="ko-KR" altLang="en-US" sz="700" dirty="0"/>
              <a:t>회원 정보 삭제에 동의 합니다</a:t>
            </a:r>
            <a:r>
              <a:rPr lang="en-US" altLang="ko-KR" sz="7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6167518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95610-821B-0C9C-ED9D-0853214C4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A8611160-1108-C50F-65D6-8B4E08934149}"/>
              </a:ext>
            </a:extLst>
          </p:cNvPr>
          <p:cNvSpPr txBox="1"/>
          <p:nvPr/>
        </p:nvSpPr>
        <p:spPr>
          <a:xfrm rot="16200000">
            <a:off x="-432110" y="1197338"/>
            <a:ext cx="23066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C</a:t>
            </a:r>
            <a:r>
              <a:rPr lang="en-US" altLang="ko-KR" sz="3000" b="1" dirty="0">
                <a:solidFill>
                  <a:srgbClr val="D7D7D7"/>
                </a:solidFill>
                <a:latin typeface="Noto Sans" panose="020B0502040504020204" pitchFamily="34" charset="0"/>
              </a:rPr>
              <a:t>O</a:t>
            </a:r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NTENT</a:t>
            </a:r>
            <a:r>
              <a:rPr lang="en-US" altLang="ko-KR" sz="3000" b="1" dirty="0">
                <a:solidFill>
                  <a:srgbClr val="F0F0F0"/>
                </a:solidFill>
                <a:latin typeface="Noto Sans" panose="020B0502040504020204" pitchFamily="34" charset="0"/>
              </a:rPr>
              <a:t>S</a:t>
            </a:r>
            <a:endParaRPr lang="ko-KR" altLang="en-US" sz="3000" b="1" dirty="0">
              <a:solidFill>
                <a:srgbClr val="F0F0F0"/>
              </a:solidFill>
              <a:latin typeface="Noto Sans" panose="020B0502040504020204" pitchFamily="34" charset="0"/>
            </a:endParaRPr>
          </a:p>
        </p:txBody>
      </p:sp>
      <p:sp>
        <p:nvSpPr>
          <p:cNvPr id="30" name="Text Box 11">
            <a:extLst>
              <a:ext uri="{FF2B5EF4-FFF2-40B4-BE49-F238E27FC236}">
                <a16:creationId xmlns:a16="http://schemas.microsoft.com/office/drawing/2014/main" id="{8D69D56F-4D62-49F6-A889-017DC772DA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5436" y="2140622"/>
            <a:ext cx="4765463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로그인 메뉴 구성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</p:txBody>
      </p:sp>
      <p:sp>
        <p:nvSpPr>
          <p:cNvPr id="31" name="Text Box 5">
            <a:extLst>
              <a:ext uri="{FF2B5EF4-FFF2-40B4-BE49-F238E27FC236}">
                <a16:creationId xmlns:a16="http://schemas.microsoft.com/office/drawing/2014/main" id="{5E28616E-4284-ECD0-271C-4F579B1D49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6305" y="1477454"/>
            <a:ext cx="277977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ko-KR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Noto Sans" panose="020B0502040504020204" pitchFamily="34" charset="0"/>
              </a:rPr>
              <a:t>로그인</a:t>
            </a:r>
            <a:endParaRPr lang="en-US" altLang="ko-KR" sz="1600" b="1" dirty="0">
              <a:solidFill>
                <a:prstClr val="black">
                  <a:lumMod val="75000"/>
                  <a:lumOff val="25000"/>
                </a:prstClr>
              </a:solidFill>
              <a:latin typeface="Noto Sans" panose="020B0502040504020204" pitchFamily="34" charset="0"/>
            </a:endParaRP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64AFE32B-1CE8-72A9-A6E7-34885E29EE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0483" y="1369732"/>
            <a:ext cx="764953" cy="5539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prstClr val="white"/>
                </a:solidFill>
              </a:rPr>
              <a:t>06</a:t>
            </a:r>
            <a:endParaRPr lang="ko-KR" altLang="en-US" sz="2000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60004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94536-7CCD-8059-06EE-87F6B50F9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E65AD629-6D95-6B6B-DE49-8595D4DF70B2}"/>
              </a:ext>
            </a:extLst>
          </p:cNvPr>
          <p:cNvSpPr txBox="1"/>
          <p:nvPr/>
        </p:nvSpPr>
        <p:spPr>
          <a:xfrm rot="16200000">
            <a:off x="-432110" y="1197338"/>
            <a:ext cx="23066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C</a:t>
            </a:r>
            <a:r>
              <a:rPr lang="en-US" altLang="ko-KR" sz="3000" b="1" dirty="0">
                <a:solidFill>
                  <a:srgbClr val="D7D7D7"/>
                </a:solidFill>
                <a:latin typeface="Noto Sans" panose="020B0502040504020204" pitchFamily="34" charset="0"/>
              </a:rPr>
              <a:t>O</a:t>
            </a:r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NTENT</a:t>
            </a:r>
            <a:r>
              <a:rPr lang="en-US" altLang="ko-KR" sz="3000" b="1" dirty="0">
                <a:solidFill>
                  <a:srgbClr val="F0F0F0"/>
                </a:solidFill>
                <a:latin typeface="Noto Sans" panose="020B0502040504020204" pitchFamily="34" charset="0"/>
              </a:rPr>
              <a:t>S</a:t>
            </a:r>
            <a:endParaRPr lang="ko-KR" altLang="en-US" sz="3000" b="1" dirty="0">
              <a:solidFill>
                <a:srgbClr val="F0F0F0"/>
              </a:solidFill>
              <a:latin typeface="Noto Sans" panose="020B0502040504020204" pitchFamily="34" charset="0"/>
            </a:endParaRPr>
          </a:p>
        </p:txBody>
      </p:sp>
      <p:sp>
        <p:nvSpPr>
          <p:cNvPr id="30" name="Text Box 11">
            <a:extLst>
              <a:ext uri="{FF2B5EF4-FFF2-40B4-BE49-F238E27FC236}">
                <a16:creationId xmlns:a16="http://schemas.microsoft.com/office/drawing/2014/main" id="{CB38F0DF-6F25-D983-7B47-CF865271D5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5436" y="2140622"/>
            <a:ext cx="4765463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로그인 메뉴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</p:txBody>
      </p:sp>
      <p:sp>
        <p:nvSpPr>
          <p:cNvPr id="31" name="Text Box 5">
            <a:extLst>
              <a:ext uri="{FF2B5EF4-FFF2-40B4-BE49-F238E27FC236}">
                <a16:creationId xmlns:a16="http://schemas.microsoft.com/office/drawing/2014/main" id="{2891273F-CC4B-CE85-55F6-55D5175724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6305" y="1477454"/>
            <a:ext cx="277977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ko-KR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Noto Sans" panose="020B0502040504020204" pitchFamily="34" charset="0"/>
              </a:rPr>
              <a:t>로그인</a:t>
            </a:r>
            <a:endParaRPr lang="en-US" altLang="ko-KR" sz="1600" b="1" dirty="0">
              <a:solidFill>
                <a:prstClr val="black">
                  <a:lumMod val="75000"/>
                  <a:lumOff val="25000"/>
                </a:prstClr>
              </a:solidFill>
              <a:latin typeface="Noto Sans" panose="020B0502040504020204" pitchFamily="34" charset="0"/>
            </a:endParaRP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FA8FF391-7E2C-A8B6-AB31-DCE27E1C9A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0483" y="1369732"/>
            <a:ext cx="764953" cy="5539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prstClr val="white"/>
                </a:solidFill>
              </a:rPr>
              <a:t>01</a:t>
            </a:r>
            <a:endParaRPr lang="ko-KR" altLang="en-US" sz="2000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958315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77FE2-D244-4E9B-AD76-6A9ECAC61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260">
            <a:extLst>
              <a:ext uri="{FF2B5EF4-FFF2-40B4-BE49-F238E27FC236}">
                <a16:creationId xmlns:a16="http://schemas.microsoft.com/office/drawing/2014/main" id="{7421E7D4-B38F-F9FA-80AC-54B091A383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605231"/>
              </p:ext>
            </p:extLst>
          </p:nvPr>
        </p:nvGraphicFramePr>
        <p:xfrm>
          <a:off x="6969418" y="2548005"/>
          <a:ext cx="2772114" cy="3574476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로그인 페이지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로그인 페이지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최초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접속시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로그인 페이지로 접속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접속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URL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에 따라 채널별 로그인 페이지 노출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*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폐쇄몰로 로그인 이후 사이트 이용 가능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BI</a:t>
                      </a:r>
                      <a:endParaRPr kumimoji="1" lang="ko-KR" altLang="en-US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en-US" altLang="ko-KR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Wizshop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BI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노출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채널별 명칭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or BI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노출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* </a:t>
                      </a: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사이트 명칭 </a:t>
                      </a:r>
                      <a:r>
                        <a:rPr kumimoji="1" lang="ko-KR" altLang="en-US" sz="7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확정안</a:t>
                      </a: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필요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98225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로그인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자체 회원 로그인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아이디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계정 정보 입력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패스워드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패스워드 정보 입력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로그인 버튼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버튼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로그인 적용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*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로그인 이후 메인 대시보드 페이지 이동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767904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아이디 저장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체크시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브라우저 아이디 저장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512549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아이디</a:t>
                      </a:r>
                      <a:r>
                        <a:rPr kumimoji="1" lang="en-US" altLang="ko-KR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비밀번호 찾기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아이디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비밀번호 찾기 페이지 이동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5929651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회원가입 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회원가입 페이지 이동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198861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*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사이트 이용 방식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폐쇄형 사이트로 로그인을 해야 이용 가능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최초 접근시는 로그인 페이지로만 접근 가능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320218"/>
                  </a:ext>
                </a:extLst>
              </a:tr>
            </a:tbl>
          </a:graphicData>
        </a:graphic>
      </p:graphicFrame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395527B-F728-773E-CD06-9D27F96F06C5}"/>
              </a:ext>
            </a:extLst>
          </p:cNvPr>
          <p:cNvSpPr/>
          <p:nvPr/>
        </p:nvSpPr>
        <p:spPr>
          <a:xfrm>
            <a:off x="452488" y="1576576"/>
            <a:ext cx="2664296" cy="4605886"/>
          </a:xfrm>
          <a:prstGeom prst="roundRect">
            <a:avLst>
              <a:gd name="adj" fmla="val 6534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5B84DC-C76C-16A9-ACA2-F2070A968A41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>
                <a:solidFill>
                  <a:prstClr val="black"/>
                </a:solidFill>
              </a:rPr>
              <a:t>로그인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277F92-7E11-738C-82DF-1B02BAADA525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로그인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DDE4C5-EE49-CF8B-6741-C4E838D2654B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로그인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3067A5-14C8-66D7-67D2-0CF6237BC38C}"/>
              </a:ext>
            </a:extLst>
          </p:cNvPr>
          <p:cNvSpPr txBox="1"/>
          <p:nvPr/>
        </p:nvSpPr>
        <p:spPr>
          <a:xfrm>
            <a:off x="452488" y="1877041"/>
            <a:ext cx="26642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 err="1">
                <a:solidFill>
                  <a:srgbClr val="2858A9"/>
                </a:solidFill>
              </a:rPr>
              <a:t>wiz</a:t>
            </a:r>
            <a:r>
              <a:rPr lang="en-US" altLang="ko-KR" sz="1200" b="1" dirty="0" err="1">
                <a:solidFill>
                  <a:srgbClr val="E853A1"/>
                </a:solidFill>
              </a:rPr>
              <a:t>shop</a:t>
            </a:r>
            <a:endParaRPr lang="ko-KR" altLang="en-US" sz="1200" b="1" dirty="0">
              <a:solidFill>
                <a:srgbClr val="E853A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95BEDA-FF4E-8B60-4B24-A9E2E4C5E56F}"/>
              </a:ext>
            </a:extLst>
          </p:cNvPr>
          <p:cNvSpPr txBox="1"/>
          <p:nvPr/>
        </p:nvSpPr>
        <p:spPr>
          <a:xfrm>
            <a:off x="452488" y="2174667"/>
            <a:ext cx="26642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서울과학기술대학교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45E998-4787-FD0C-B120-926AF9C3C111}"/>
              </a:ext>
            </a:extLst>
          </p:cNvPr>
          <p:cNvSpPr txBox="1"/>
          <p:nvPr/>
        </p:nvSpPr>
        <p:spPr>
          <a:xfrm>
            <a:off x="463914" y="2708920"/>
            <a:ext cx="26642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err="1"/>
              <a:t>위즈빌더</a:t>
            </a:r>
            <a:r>
              <a:rPr lang="ko-KR" altLang="en-US" sz="1000" dirty="0"/>
              <a:t> 이용자 전용 쇼핑몰 로그인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B1DB924-DF58-68F9-9687-2E7065B1D7B8}"/>
              </a:ext>
            </a:extLst>
          </p:cNvPr>
          <p:cNvSpPr/>
          <p:nvPr/>
        </p:nvSpPr>
        <p:spPr>
          <a:xfrm>
            <a:off x="560500" y="3140968"/>
            <a:ext cx="2448272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이메일 주소를 입력해 주세요</a:t>
            </a:r>
            <a:r>
              <a:rPr lang="en-US" altLang="ko-KR" sz="7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endParaRPr lang="ko-KR" altLang="en-US" sz="700" dirty="0">
              <a:solidFill>
                <a:schemeClr val="bg1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4A128CE1-B70B-D50C-F5B0-8E91D170B933}"/>
              </a:ext>
            </a:extLst>
          </p:cNvPr>
          <p:cNvSpPr/>
          <p:nvPr/>
        </p:nvSpPr>
        <p:spPr>
          <a:xfrm>
            <a:off x="557976" y="3537779"/>
            <a:ext cx="2448272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비밀번호를 입력해 주세요</a:t>
            </a:r>
            <a:r>
              <a:rPr lang="en-US" altLang="ko-KR" sz="7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endParaRPr lang="ko-KR" altLang="en-US" sz="700" dirty="0">
              <a:solidFill>
                <a:schemeClr val="bg1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CCD23C7-5D01-387C-4AC5-DE91D6E557D7}"/>
              </a:ext>
            </a:extLst>
          </p:cNvPr>
          <p:cNvSpPr/>
          <p:nvPr/>
        </p:nvSpPr>
        <p:spPr>
          <a:xfrm>
            <a:off x="557976" y="3899824"/>
            <a:ext cx="2448272" cy="288032"/>
          </a:xfrm>
          <a:prstGeom prst="round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로그인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11F7EE-52E1-12BB-5FB0-850DFFF3EF9B}"/>
              </a:ext>
            </a:extLst>
          </p:cNvPr>
          <p:cNvSpPr txBox="1"/>
          <p:nvPr/>
        </p:nvSpPr>
        <p:spPr>
          <a:xfrm>
            <a:off x="575891" y="4257092"/>
            <a:ext cx="99695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/>
              <a:t>□ 아이디 저장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A31F28-4D54-0F50-7DAE-19D04A08E12A}"/>
              </a:ext>
            </a:extLst>
          </p:cNvPr>
          <p:cNvSpPr txBox="1"/>
          <p:nvPr/>
        </p:nvSpPr>
        <p:spPr>
          <a:xfrm>
            <a:off x="1696253" y="4243360"/>
            <a:ext cx="130999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700" b="1" dirty="0"/>
              <a:t>아이디 </a:t>
            </a:r>
            <a:r>
              <a:rPr lang="en-US" altLang="ko-KR" sz="700" b="1" dirty="0"/>
              <a:t>· </a:t>
            </a:r>
            <a:r>
              <a:rPr lang="ko-KR" altLang="en-US" sz="700" b="1" dirty="0"/>
              <a:t>비밀번호 찾기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9179764F-ADB0-3DD8-72DB-27659AFBB705}"/>
              </a:ext>
            </a:extLst>
          </p:cNvPr>
          <p:cNvSpPr/>
          <p:nvPr/>
        </p:nvSpPr>
        <p:spPr>
          <a:xfrm>
            <a:off x="333062" y="1530843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1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ED24AE46-875B-F1BA-D9A7-9B6CC7F43291}"/>
              </a:ext>
            </a:extLst>
          </p:cNvPr>
          <p:cNvSpPr/>
          <p:nvPr/>
        </p:nvSpPr>
        <p:spPr>
          <a:xfrm>
            <a:off x="992572" y="1988864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2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08D4CF4C-7AE7-2129-170C-7651751A8D62}"/>
              </a:ext>
            </a:extLst>
          </p:cNvPr>
          <p:cNvSpPr/>
          <p:nvPr/>
        </p:nvSpPr>
        <p:spPr>
          <a:xfrm>
            <a:off x="236476" y="3061686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3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EE44553A-5E4B-4EE4-CABE-6837F721D23A}"/>
              </a:ext>
            </a:extLst>
          </p:cNvPr>
          <p:cNvSpPr/>
          <p:nvPr/>
        </p:nvSpPr>
        <p:spPr>
          <a:xfrm>
            <a:off x="406190" y="4251545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4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2500D6E5-F627-2C05-7A70-77F6F0A9D7CA}"/>
              </a:ext>
            </a:extLst>
          </p:cNvPr>
          <p:cNvSpPr/>
          <p:nvPr/>
        </p:nvSpPr>
        <p:spPr>
          <a:xfrm>
            <a:off x="1736168" y="4227831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5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7F5F2F0-7D08-A804-60EB-241E0416B2D7}"/>
              </a:ext>
            </a:extLst>
          </p:cNvPr>
          <p:cNvSpPr txBox="1"/>
          <p:nvPr/>
        </p:nvSpPr>
        <p:spPr>
          <a:xfrm>
            <a:off x="798677" y="4617132"/>
            <a:ext cx="130999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b="1" dirty="0"/>
              <a:t>아직 회원이 </a:t>
            </a:r>
            <a:r>
              <a:rPr lang="ko-KR" altLang="en-US" sz="700" b="1" dirty="0" err="1"/>
              <a:t>아니신가요</a:t>
            </a:r>
            <a:r>
              <a:rPr lang="ko-KR" altLang="en-US" sz="700" b="1" dirty="0"/>
              <a:t> </a:t>
            </a:r>
            <a:r>
              <a:rPr lang="en-US" altLang="ko-KR" sz="700" b="1" dirty="0"/>
              <a:t>?</a:t>
            </a:r>
            <a:endParaRPr lang="ko-KR" altLang="en-US" sz="700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C246E01-F562-5F25-7EB8-C11FFBBB6D9C}"/>
              </a:ext>
            </a:extLst>
          </p:cNvPr>
          <p:cNvSpPr txBox="1"/>
          <p:nvPr/>
        </p:nvSpPr>
        <p:spPr>
          <a:xfrm>
            <a:off x="1941134" y="4629356"/>
            <a:ext cx="59958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b="1" dirty="0">
                <a:solidFill>
                  <a:srgbClr val="0000FF"/>
                </a:solidFill>
              </a:rPr>
              <a:t>회원가입</a:t>
            </a: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FB4E8747-7232-C80B-411F-5149A04EA6AC}"/>
              </a:ext>
            </a:extLst>
          </p:cNvPr>
          <p:cNvSpPr/>
          <p:nvPr/>
        </p:nvSpPr>
        <p:spPr>
          <a:xfrm>
            <a:off x="2454861" y="4626051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6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DBA6DDB2-11D4-4101-A9A3-BE13CD856D63}"/>
              </a:ext>
            </a:extLst>
          </p:cNvPr>
          <p:cNvSpPr/>
          <p:nvPr/>
        </p:nvSpPr>
        <p:spPr>
          <a:xfrm>
            <a:off x="3735126" y="3284984"/>
            <a:ext cx="3110430" cy="1421631"/>
          </a:xfrm>
          <a:prstGeom prst="roundRect">
            <a:avLst>
              <a:gd name="adj" fmla="val 2170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b="1" dirty="0">
                <a:solidFill>
                  <a:schemeClr val="tx1"/>
                </a:solidFill>
                <a:highlight>
                  <a:srgbClr val="FFFF00"/>
                </a:highlight>
              </a:rPr>
              <a:t># </a:t>
            </a:r>
            <a:r>
              <a:rPr lang="ko-KR" altLang="en-US" sz="800" b="1" dirty="0">
                <a:solidFill>
                  <a:schemeClr val="tx1"/>
                </a:solidFill>
                <a:highlight>
                  <a:srgbClr val="FFFF00"/>
                </a:highlight>
              </a:rPr>
              <a:t>로그인 버튼 </a:t>
            </a:r>
            <a:r>
              <a:rPr lang="ko-KR" altLang="en-US" sz="800" b="1" dirty="0" err="1">
                <a:solidFill>
                  <a:schemeClr val="tx1"/>
                </a:solidFill>
                <a:highlight>
                  <a:srgbClr val="FFFF00"/>
                </a:highlight>
              </a:rPr>
              <a:t>클릭시</a:t>
            </a:r>
            <a:r>
              <a:rPr lang="ko-KR" altLang="en-US" sz="800" b="1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ko-KR" altLang="en-US" sz="800" b="1" dirty="0" err="1">
                <a:solidFill>
                  <a:schemeClr val="tx1"/>
                </a:solidFill>
                <a:highlight>
                  <a:srgbClr val="FFFF00"/>
                </a:highlight>
              </a:rPr>
              <a:t>알럿</a:t>
            </a:r>
            <a:r>
              <a:rPr lang="ko-KR" altLang="en-US" sz="800" b="1" dirty="0">
                <a:solidFill>
                  <a:schemeClr val="tx1"/>
                </a:solidFill>
                <a:highlight>
                  <a:srgbClr val="FFFF00"/>
                </a:highlight>
              </a:rPr>
              <a:t> 메시지 정의</a:t>
            </a:r>
            <a:endParaRPr lang="en-US" altLang="ko-KR" sz="800" b="1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endParaRPr lang="en-US" altLang="ko-KR" sz="800" dirty="0">
              <a:solidFill>
                <a:schemeClr val="tx1"/>
              </a:solidFill>
            </a:endParaRPr>
          </a:p>
          <a:p>
            <a:r>
              <a:rPr lang="en-US" altLang="ko-KR" sz="800" b="1" dirty="0">
                <a:solidFill>
                  <a:schemeClr val="tx1"/>
                </a:solidFill>
              </a:rPr>
              <a:t>1) </a:t>
            </a:r>
            <a:r>
              <a:rPr lang="ko-KR" altLang="en-US" sz="800" b="1" dirty="0">
                <a:solidFill>
                  <a:schemeClr val="tx1"/>
                </a:solidFill>
              </a:rPr>
              <a:t>아이디 미 </a:t>
            </a:r>
            <a:r>
              <a:rPr lang="ko-KR" altLang="en-US" sz="800" b="1" dirty="0" err="1">
                <a:solidFill>
                  <a:schemeClr val="tx1"/>
                </a:solidFill>
              </a:rPr>
              <a:t>입력시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dirty="0">
                <a:solidFill>
                  <a:schemeClr val="tx1"/>
                </a:solidFill>
              </a:rPr>
              <a:t>- </a:t>
            </a:r>
            <a:r>
              <a:rPr lang="ko-KR" altLang="en-US" sz="800" dirty="0">
                <a:solidFill>
                  <a:schemeClr val="tx1"/>
                </a:solidFill>
              </a:rPr>
              <a:t>로그인을 위해 이메일 주소를 입력해 주세요</a:t>
            </a:r>
            <a:br>
              <a:rPr lang="en-US" altLang="ko-KR" sz="800" dirty="0">
                <a:solidFill>
                  <a:schemeClr val="tx1"/>
                </a:solidFill>
              </a:rPr>
            </a:b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b="1" dirty="0">
                <a:solidFill>
                  <a:schemeClr val="tx1"/>
                </a:solidFill>
              </a:rPr>
              <a:t>2) </a:t>
            </a:r>
            <a:r>
              <a:rPr lang="ko-KR" altLang="en-US" sz="800" b="1" dirty="0">
                <a:solidFill>
                  <a:schemeClr val="tx1"/>
                </a:solidFill>
              </a:rPr>
              <a:t>비밀번호 미 </a:t>
            </a:r>
            <a:r>
              <a:rPr lang="ko-KR" altLang="en-US" sz="800" b="1" dirty="0" err="1">
                <a:solidFill>
                  <a:schemeClr val="tx1"/>
                </a:solidFill>
              </a:rPr>
              <a:t>입력시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dirty="0">
                <a:solidFill>
                  <a:schemeClr val="tx1"/>
                </a:solidFill>
              </a:rPr>
              <a:t>- </a:t>
            </a:r>
            <a:r>
              <a:rPr lang="ko-KR" altLang="en-US" sz="800" dirty="0">
                <a:solidFill>
                  <a:schemeClr val="tx1"/>
                </a:solidFill>
              </a:rPr>
              <a:t>로그인을 위해 비밀번호를 입력해 주세요</a:t>
            </a:r>
            <a:r>
              <a:rPr lang="en-US" altLang="ko-KR" sz="800" dirty="0">
                <a:solidFill>
                  <a:schemeClr val="tx1"/>
                </a:solidFill>
              </a:rPr>
              <a:t>.</a:t>
            </a:r>
            <a:br>
              <a:rPr lang="en-US" altLang="ko-KR" sz="800" dirty="0">
                <a:solidFill>
                  <a:schemeClr val="tx1"/>
                </a:solidFill>
              </a:rPr>
            </a:b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b="1" dirty="0">
                <a:solidFill>
                  <a:schemeClr val="tx1"/>
                </a:solidFill>
              </a:rPr>
              <a:t>3) </a:t>
            </a:r>
            <a:r>
              <a:rPr lang="ko-KR" altLang="en-US" sz="800" b="1" dirty="0">
                <a:solidFill>
                  <a:schemeClr val="tx1"/>
                </a:solidFill>
              </a:rPr>
              <a:t>아이디</a:t>
            </a:r>
            <a:r>
              <a:rPr lang="en-US" altLang="ko-KR" sz="800" b="1" dirty="0">
                <a:solidFill>
                  <a:schemeClr val="tx1"/>
                </a:solidFill>
              </a:rPr>
              <a:t>/</a:t>
            </a:r>
            <a:r>
              <a:rPr lang="ko-KR" altLang="en-US" sz="800" b="1" dirty="0">
                <a:solidFill>
                  <a:schemeClr val="tx1"/>
                </a:solidFill>
              </a:rPr>
              <a:t>비밀번호가 상호 맞지 않을 시 또는 잘못 입력된 경우 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dirty="0">
                <a:solidFill>
                  <a:schemeClr val="tx1"/>
                </a:solidFill>
              </a:rPr>
              <a:t> - </a:t>
            </a:r>
            <a:r>
              <a:rPr lang="ko-KR" altLang="en-US" sz="800" dirty="0">
                <a:solidFill>
                  <a:schemeClr val="tx1"/>
                </a:solidFill>
              </a:rPr>
              <a:t>올바른 이메일 주소와 비밀번호를 입력해 주세요</a:t>
            </a:r>
            <a:r>
              <a:rPr lang="en-US" altLang="ko-KR" sz="800" dirty="0">
                <a:solidFill>
                  <a:schemeClr val="tx1"/>
                </a:solidFill>
              </a:rPr>
              <a:t>.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5" name="연결선: 꺾임 4">
            <a:extLst>
              <a:ext uri="{FF2B5EF4-FFF2-40B4-BE49-F238E27FC236}">
                <a16:creationId xmlns:a16="http://schemas.microsoft.com/office/drawing/2014/main" id="{B36D6428-CA34-0549-6AAA-86B92B87E1E8}"/>
              </a:ext>
            </a:extLst>
          </p:cNvPr>
          <p:cNvCxnSpPr>
            <a:cxnSpLocks/>
            <a:stCxn id="21" idx="3"/>
            <a:endCxn id="2" idx="0"/>
          </p:cNvCxnSpPr>
          <p:nvPr/>
        </p:nvCxnSpPr>
        <p:spPr>
          <a:xfrm flipV="1">
            <a:off x="3006248" y="3284984"/>
            <a:ext cx="2284093" cy="758856"/>
          </a:xfrm>
          <a:prstGeom prst="bentConnector4">
            <a:avLst>
              <a:gd name="adj1" fmla="val 15956"/>
              <a:gd name="adj2" fmla="val 130124"/>
            </a:avLst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90FE54B-2415-8E41-597E-857D5C066697}"/>
              </a:ext>
            </a:extLst>
          </p:cNvPr>
          <p:cNvSpPr/>
          <p:nvPr/>
        </p:nvSpPr>
        <p:spPr>
          <a:xfrm>
            <a:off x="441062" y="3111671"/>
            <a:ext cx="2687148" cy="1105315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87398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B72CA-B269-B42F-2586-0E713A6B0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817792F2-7CA3-A9EE-9D43-606A59B4CD24}"/>
              </a:ext>
            </a:extLst>
          </p:cNvPr>
          <p:cNvSpPr txBox="1"/>
          <p:nvPr/>
        </p:nvSpPr>
        <p:spPr>
          <a:xfrm rot="16200000">
            <a:off x="-432110" y="1197338"/>
            <a:ext cx="23066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C</a:t>
            </a:r>
            <a:r>
              <a:rPr lang="en-US" altLang="ko-KR" sz="3000" b="1" dirty="0">
                <a:solidFill>
                  <a:srgbClr val="D7D7D7"/>
                </a:solidFill>
                <a:latin typeface="Noto Sans" panose="020B0502040504020204" pitchFamily="34" charset="0"/>
              </a:rPr>
              <a:t>O</a:t>
            </a:r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NTENT</a:t>
            </a:r>
            <a:r>
              <a:rPr lang="en-US" altLang="ko-KR" sz="3000" b="1" dirty="0">
                <a:solidFill>
                  <a:srgbClr val="F0F0F0"/>
                </a:solidFill>
                <a:latin typeface="Noto Sans" panose="020B0502040504020204" pitchFamily="34" charset="0"/>
              </a:rPr>
              <a:t>S</a:t>
            </a:r>
            <a:endParaRPr lang="ko-KR" altLang="en-US" sz="3000" b="1" dirty="0">
              <a:solidFill>
                <a:srgbClr val="F0F0F0"/>
              </a:solidFill>
              <a:latin typeface="Noto Sans" panose="020B0502040504020204" pitchFamily="34" charset="0"/>
            </a:endParaRPr>
          </a:p>
        </p:txBody>
      </p:sp>
      <p:sp>
        <p:nvSpPr>
          <p:cNvPr id="30" name="Text Box 11">
            <a:extLst>
              <a:ext uri="{FF2B5EF4-FFF2-40B4-BE49-F238E27FC236}">
                <a16:creationId xmlns:a16="http://schemas.microsoft.com/office/drawing/2014/main" id="{30CFCCAA-2D49-B3DC-5E1F-16A8DC361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5436" y="2140622"/>
            <a:ext cx="4765463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아이디</a:t>
            </a:r>
            <a:r>
              <a:rPr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/</a:t>
            </a: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비밀번호 찾기 메뉴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</p:txBody>
      </p:sp>
      <p:sp>
        <p:nvSpPr>
          <p:cNvPr id="31" name="Text Box 5">
            <a:extLst>
              <a:ext uri="{FF2B5EF4-FFF2-40B4-BE49-F238E27FC236}">
                <a16:creationId xmlns:a16="http://schemas.microsoft.com/office/drawing/2014/main" id="{B261F761-DA8A-66B9-E9E7-F35D0E13AF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6305" y="1477454"/>
            <a:ext cx="277977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ko-KR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Noto Sans" panose="020B0502040504020204" pitchFamily="34" charset="0"/>
              </a:rPr>
              <a:t>아이디</a:t>
            </a:r>
            <a:r>
              <a:rPr lang="en-US" altLang="ko-KR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Noto Sans" panose="020B0502040504020204" pitchFamily="34" charset="0"/>
              </a:rPr>
              <a:t>/</a:t>
            </a:r>
            <a:r>
              <a:rPr lang="ko-KR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Noto Sans" panose="020B0502040504020204" pitchFamily="34" charset="0"/>
              </a:rPr>
              <a:t>비밀번호 찾기</a:t>
            </a:r>
            <a:endParaRPr lang="en-US" altLang="ko-KR" sz="1600" b="1" dirty="0">
              <a:solidFill>
                <a:prstClr val="black">
                  <a:lumMod val="75000"/>
                  <a:lumOff val="25000"/>
                </a:prstClr>
              </a:solidFill>
              <a:latin typeface="Noto Sans" panose="020B0502040504020204" pitchFamily="34" charset="0"/>
            </a:endParaRP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3B29860B-734E-AB38-E029-F6285908FD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0483" y="1369732"/>
            <a:ext cx="764953" cy="5539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prstClr val="white"/>
                </a:solidFill>
              </a:rPr>
              <a:t>02</a:t>
            </a:r>
            <a:endParaRPr lang="ko-KR" altLang="en-US" sz="2000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77735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8D863-5D68-F4A9-F88F-DB6DD2185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1521AA-A6DF-4DAE-2773-5D40C6B84EF9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>
                <a:solidFill>
                  <a:prstClr val="black"/>
                </a:solidFill>
              </a:rPr>
              <a:t>로그인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 err="1">
                <a:solidFill>
                  <a:prstClr val="black"/>
                </a:solidFill>
              </a:rPr>
              <a:t>계정찾기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 err="1">
                <a:solidFill>
                  <a:prstClr val="black"/>
                </a:solidFill>
              </a:rPr>
              <a:t>아이디찾기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graphicFrame>
        <p:nvGraphicFramePr>
          <p:cNvPr id="3" name="Group 260">
            <a:extLst>
              <a:ext uri="{FF2B5EF4-FFF2-40B4-BE49-F238E27FC236}">
                <a16:creationId xmlns:a16="http://schemas.microsoft.com/office/drawing/2014/main" id="{5C74A4C4-6EF6-9322-4697-528BD06309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265796"/>
              </p:ext>
            </p:extLst>
          </p:nvPr>
        </p:nvGraphicFramePr>
        <p:xfrm>
          <a:off x="6969418" y="2548005"/>
          <a:ext cx="2772114" cy="1064998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아이디 찾기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텝메뉴</a:t>
                      </a:r>
                      <a:endParaRPr kumimoji="1" lang="ko-KR" altLang="en-US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아이디 찾기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비밀번호 찾기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템메뉴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구성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아이디 찾기 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이름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휴대전화 번호 정상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입력시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아이디 찾기 버튼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아이디 조회 페이지 이동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9822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62FB301-87A2-2CCB-8154-675FAADCFB6B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아이디 찾기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1B64518-A222-CC07-2A2F-A6FA5576720B}"/>
              </a:ext>
            </a:extLst>
          </p:cNvPr>
          <p:cNvSpPr/>
          <p:nvPr/>
        </p:nvSpPr>
        <p:spPr>
          <a:xfrm>
            <a:off x="452488" y="1576576"/>
            <a:ext cx="2664296" cy="3170845"/>
          </a:xfrm>
          <a:prstGeom prst="roundRect">
            <a:avLst>
              <a:gd name="adj" fmla="val 6534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7C7DFFCF-B0DB-E855-066E-9C58FD71AE59}"/>
              </a:ext>
            </a:extLst>
          </p:cNvPr>
          <p:cNvGrpSpPr/>
          <p:nvPr/>
        </p:nvGrpSpPr>
        <p:grpSpPr>
          <a:xfrm>
            <a:off x="441062" y="1669762"/>
            <a:ext cx="2675722" cy="339407"/>
            <a:chOff x="441062" y="1669762"/>
            <a:chExt cx="2675722" cy="339407"/>
          </a:xfrm>
        </p:grpSpPr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BF36D34F-8658-1389-3610-9A8F729B9A59}"/>
                </a:ext>
              </a:extLst>
            </p:cNvPr>
            <p:cNvCxnSpPr/>
            <p:nvPr/>
          </p:nvCxnSpPr>
          <p:spPr>
            <a:xfrm>
              <a:off x="452488" y="2009169"/>
              <a:ext cx="2664296" cy="0"/>
            </a:xfrm>
            <a:prstGeom prst="line">
              <a:avLst/>
            </a:prstGeom>
            <a:ln w="6350" cmpd="sng">
              <a:solidFill>
                <a:schemeClr val="bg1">
                  <a:lumMod val="50000"/>
                </a:schemeClr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670561F-3B9E-3059-EDC7-B0BFA820165C}"/>
                </a:ext>
              </a:extLst>
            </p:cNvPr>
            <p:cNvSpPr txBox="1"/>
            <p:nvPr/>
          </p:nvSpPr>
          <p:spPr>
            <a:xfrm>
              <a:off x="452488" y="1669762"/>
              <a:ext cx="266429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/>
                <a:t>계정 찾기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CDC561A1-0D11-0FE8-F7BF-79C5EC9CA1D6}"/>
                </a:ext>
              </a:extLst>
            </p:cNvPr>
            <p:cNvSpPr txBox="1"/>
            <p:nvPr/>
          </p:nvSpPr>
          <p:spPr>
            <a:xfrm>
              <a:off x="441062" y="1686166"/>
              <a:ext cx="24365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〈</a:t>
              </a:r>
              <a:endParaRPr lang="ko-KR" altLang="en-US" sz="1000" b="1" dirty="0"/>
            </a:p>
          </p:txBody>
        </p:sp>
      </p:grp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CC0D373E-A057-E870-E1F4-350F57DDB591}"/>
              </a:ext>
            </a:extLst>
          </p:cNvPr>
          <p:cNvSpPr/>
          <p:nvPr/>
        </p:nvSpPr>
        <p:spPr>
          <a:xfrm>
            <a:off x="560512" y="2528900"/>
            <a:ext cx="2448272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가입시 등록한 이름을 입력해 주세요</a:t>
            </a:r>
            <a:r>
              <a:rPr lang="en-US" altLang="ko-KR" sz="7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endParaRPr lang="ko-KR" altLang="en-US" sz="700" dirty="0">
              <a:solidFill>
                <a:schemeClr val="bg1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A38F4EAF-7E61-F783-F522-6CBA748AE656}"/>
              </a:ext>
            </a:extLst>
          </p:cNvPr>
          <p:cNvSpPr/>
          <p:nvPr/>
        </p:nvSpPr>
        <p:spPr>
          <a:xfrm>
            <a:off x="557988" y="2925711"/>
            <a:ext cx="2448272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</a:rPr>
              <a:t>가입시 등록한 휴대전화번호를 입력해 주세요</a:t>
            </a:r>
            <a:r>
              <a:rPr lang="en-US" altLang="ko-KR" sz="7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</a:rPr>
              <a:t>.</a:t>
            </a:r>
            <a:endParaRPr lang="ko-KR" altLang="en-US" sz="700" dirty="0">
              <a:solidFill>
                <a:schemeClr val="bg1">
                  <a:lumMod val="75000"/>
                </a:schemeClr>
              </a:solidFill>
              <a:latin typeface="맑은 고딕" pitchFamily="50" charset="-127"/>
            </a:endParaRP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37CFF90F-A8EE-C83F-8C20-59C9EA823E6A}"/>
              </a:ext>
            </a:extLst>
          </p:cNvPr>
          <p:cNvSpPr/>
          <p:nvPr/>
        </p:nvSpPr>
        <p:spPr>
          <a:xfrm>
            <a:off x="557976" y="3321755"/>
            <a:ext cx="2448272" cy="288032"/>
          </a:xfrm>
          <a:prstGeom prst="round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아이디 찾기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2513709F-7CA0-392C-A194-2F6BDE1DE30F}"/>
              </a:ext>
            </a:extLst>
          </p:cNvPr>
          <p:cNvGrpSpPr/>
          <p:nvPr/>
        </p:nvGrpSpPr>
        <p:grpSpPr>
          <a:xfrm>
            <a:off x="511364" y="2082044"/>
            <a:ext cx="1332148" cy="230832"/>
            <a:chOff x="452500" y="2040640"/>
            <a:chExt cx="1332148" cy="23083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5D943DE-F3F2-150A-96C3-CB203E582999}"/>
                </a:ext>
              </a:extLst>
            </p:cNvPr>
            <p:cNvSpPr txBox="1"/>
            <p:nvPr/>
          </p:nvSpPr>
          <p:spPr>
            <a:xfrm>
              <a:off x="452500" y="2040640"/>
              <a:ext cx="133214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b="1" dirty="0"/>
                <a:t>아이디 찾기</a:t>
              </a:r>
            </a:p>
          </p:txBody>
        </p: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DC872127-40C2-2BF8-E2F0-6C67A9F4D083}"/>
                </a:ext>
              </a:extLst>
            </p:cNvPr>
            <p:cNvCxnSpPr/>
            <p:nvPr/>
          </p:nvCxnSpPr>
          <p:spPr>
            <a:xfrm>
              <a:off x="740620" y="2271472"/>
              <a:ext cx="792000" cy="0"/>
            </a:xfrm>
            <a:prstGeom prst="line">
              <a:avLst/>
            </a:prstGeom>
            <a:ln w="12700" cmpd="sng">
              <a:solidFill>
                <a:schemeClr val="bg1">
                  <a:lumMod val="50000"/>
                </a:schemeClr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626036BC-E628-E451-42EE-ABC19F0969B5}"/>
              </a:ext>
            </a:extLst>
          </p:cNvPr>
          <p:cNvSpPr txBox="1"/>
          <p:nvPr/>
        </p:nvSpPr>
        <p:spPr>
          <a:xfrm>
            <a:off x="1724586" y="2082044"/>
            <a:ext cx="133214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/>
              <a:t>비밀번호 찾기</a:t>
            </a: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A1A26621-7DB5-E19E-BABE-23733D157FC8}"/>
              </a:ext>
            </a:extLst>
          </p:cNvPr>
          <p:cNvSpPr/>
          <p:nvPr/>
        </p:nvSpPr>
        <p:spPr>
          <a:xfrm>
            <a:off x="661133" y="1987441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1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A8AAAB-E95F-2B17-9329-8C02034BCF66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아이디 찾기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89B713B-5ECE-9C14-DB4E-E2A955744E20}"/>
              </a:ext>
            </a:extLst>
          </p:cNvPr>
          <p:cNvSpPr/>
          <p:nvPr/>
        </p:nvSpPr>
        <p:spPr>
          <a:xfrm>
            <a:off x="3693766" y="3104965"/>
            <a:ext cx="3110430" cy="1944215"/>
          </a:xfrm>
          <a:prstGeom prst="roundRect">
            <a:avLst>
              <a:gd name="adj" fmla="val 2170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b="1" dirty="0">
                <a:solidFill>
                  <a:schemeClr val="tx1"/>
                </a:solidFill>
                <a:highlight>
                  <a:srgbClr val="FFFF00"/>
                </a:highlight>
              </a:rPr>
              <a:t>아이디 찾기 버튼 </a:t>
            </a:r>
            <a:r>
              <a:rPr lang="ko-KR" altLang="en-US" sz="800" b="1" dirty="0" err="1">
                <a:solidFill>
                  <a:schemeClr val="tx1"/>
                </a:solidFill>
                <a:highlight>
                  <a:srgbClr val="FFFF00"/>
                </a:highlight>
              </a:rPr>
              <a:t>클릭시</a:t>
            </a:r>
            <a:r>
              <a:rPr lang="ko-KR" altLang="en-US" sz="800" b="1" dirty="0">
                <a:solidFill>
                  <a:schemeClr val="tx1"/>
                </a:solidFill>
                <a:highlight>
                  <a:srgbClr val="FFFF00"/>
                </a:highlight>
              </a:rPr>
              <a:t> 노출 </a:t>
            </a:r>
            <a:r>
              <a:rPr lang="ko-KR" altLang="en-US" sz="800" b="1" dirty="0" err="1">
                <a:solidFill>
                  <a:schemeClr val="tx1"/>
                </a:solidFill>
                <a:highlight>
                  <a:srgbClr val="FFFF00"/>
                </a:highlight>
              </a:rPr>
              <a:t>알럿</a:t>
            </a:r>
            <a:r>
              <a:rPr lang="ko-KR" altLang="en-US" sz="800" b="1" dirty="0">
                <a:solidFill>
                  <a:schemeClr val="tx1"/>
                </a:solidFill>
                <a:highlight>
                  <a:srgbClr val="FFFF00"/>
                </a:highlight>
              </a:rPr>
              <a:t> 메시지 정의</a:t>
            </a:r>
            <a:endParaRPr lang="en-US" altLang="ko-KR" sz="800" b="1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endParaRPr lang="en-US" altLang="ko-KR" sz="800" dirty="0">
              <a:solidFill>
                <a:schemeClr val="tx1"/>
              </a:solidFill>
            </a:endParaRPr>
          </a:p>
          <a:p>
            <a:r>
              <a:rPr lang="en-US" altLang="ko-KR" sz="800" b="1" dirty="0">
                <a:solidFill>
                  <a:schemeClr val="tx1"/>
                </a:solidFill>
              </a:rPr>
              <a:t>1) </a:t>
            </a:r>
            <a:r>
              <a:rPr lang="ko-KR" altLang="en-US" sz="800" b="1" dirty="0">
                <a:solidFill>
                  <a:schemeClr val="tx1"/>
                </a:solidFill>
              </a:rPr>
              <a:t>이름 미 </a:t>
            </a:r>
            <a:r>
              <a:rPr lang="ko-KR" altLang="en-US" sz="800" b="1" dirty="0" err="1">
                <a:solidFill>
                  <a:schemeClr val="tx1"/>
                </a:solidFill>
              </a:rPr>
              <a:t>입력시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dirty="0">
                <a:solidFill>
                  <a:schemeClr val="tx1"/>
                </a:solidFill>
              </a:rPr>
              <a:t>- </a:t>
            </a:r>
            <a:r>
              <a:rPr lang="ko-KR" altLang="en-US" sz="800" dirty="0">
                <a:solidFill>
                  <a:schemeClr val="tx1"/>
                </a:solidFill>
              </a:rPr>
              <a:t>가입시 등록한 이름을 입력해 주세요</a:t>
            </a:r>
            <a:r>
              <a:rPr lang="en-US" altLang="ko-KR" sz="800" dirty="0">
                <a:solidFill>
                  <a:schemeClr val="tx1"/>
                </a:solidFill>
              </a:rPr>
              <a:t>.</a:t>
            </a:r>
            <a:br>
              <a:rPr lang="en-US" altLang="ko-KR" sz="800" dirty="0">
                <a:solidFill>
                  <a:schemeClr val="tx1"/>
                </a:solidFill>
              </a:rPr>
            </a:b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b="1" dirty="0">
                <a:solidFill>
                  <a:schemeClr val="tx1"/>
                </a:solidFill>
              </a:rPr>
              <a:t>2) </a:t>
            </a:r>
            <a:r>
              <a:rPr lang="ko-KR" altLang="en-US" sz="800" b="1" dirty="0">
                <a:solidFill>
                  <a:schemeClr val="tx1"/>
                </a:solidFill>
              </a:rPr>
              <a:t>휴대전화번호 미 </a:t>
            </a:r>
            <a:r>
              <a:rPr lang="ko-KR" altLang="en-US" sz="800" b="1" dirty="0" err="1">
                <a:solidFill>
                  <a:schemeClr val="tx1"/>
                </a:solidFill>
              </a:rPr>
              <a:t>입력시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dirty="0">
                <a:solidFill>
                  <a:schemeClr val="tx1"/>
                </a:solidFill>
              </a:rPr>
              <a:t>- </a:t>
            </a:r>
            <a:r>
              <a:rPr lang="ko-KR" altLang="en-US" sz="800" dirty="0">
                <a:solidFill>
                  <a:schemeClr val="tx1"/>
                </a:solidFill>
              </a:rPr>
              <a:t>가입시 등록한 휴대전화번호를 입력해 주세요</a:t>
            </a:r>
            <a:r>
              <a:rPr lang="en-US" altLang="ko-KR" sz="800" dirty="0">
                <a:solidFill>
                  <a:schemeClr val="tx1"/>
                </a:solidFill>
              </a:rPr>
              <a:t>.</a:t>
            </a:r>
          </a:p>
          <a:p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b="1" dirty="0">
                <a:solidFill>
                  <a:schemeClr val="tx1"/>
                </a:solidFill>
              </a:rPr>
              <a:t>3) </a:t>
            </a:r>
            <a:r>
              <a:rPr lang="ko-KR" altLang="en-US" sz="800" b="1" dirty="0">
                <a:solidFill>
                  <a:schemeClr val="tx1"/>
                </a:solidFill>
              </a:rPr>
              <a:t>이름</a:t>
            </a:r>
            <a:r>
              <a:rPr lang="en-US" altLang="ko-KR" sz="800" b="1" dirty="0">
                <a:solidFill>
                  <a:schemeClr val="tx1"/>
                </a:solidFill>
              </a:rPr>
              <a:t>/</a:t>
            </a:r>
            <a:r>
              <a:rPr lang="ko-KR" altLang="en-US" sz="800" b="1" dirty="0">
                <a:solidFill>
                  <a:schemeClr val="tx1"/>
                </a:solidFill>
              </a:rPr>
              <a:t>휴대전화번호가 상호 맞지 않을 시 </a:t>
            </a:r>
            <a:br>
              <a:rPr lang="en-US" altLang="ko-KR" sz="800" b="1" dirty="0">
                <a:solidFill>
                  <a:schemeClr val="tx1"/>
                </a:solidFill>
              </a:rPr>
            </a:br>
            <a:r>
              <a:rPr lang="en-US" altLang="ko-KR" sz="800" b="1" dirty="0">
                <a:solidFill>
                  <a:schemeClr val="tx1"/>
                </a:solidFill>
              </a:rPr>
              <a:t>   </a:t>
            </a:r>
            <a:r>
              <a:rPr lang="ko-KR" altLang="en-US" sz="800" b="1" dirty="0">
                <a:solidFill>
                  <a:schemeClr val="tx1"/>
                </a:solidFill>
              </a:rPr>
              <a:t>또는 입력된 정보가 회원 </a:t>
            </a:r>
            <a:r>
              <a:rPr lang="en-US" altLang="ko-KR" sz="800" b="1" dirty="0">
                <a:solidFill>
                  <a:schemeClr val="tx1"/>
                </a:solidFill>
              </a:rPr>
              <a:t>DB</a:t>
            </a:r>
            <a:r>
              <a:rPr lang="ko-KR" altLang="en-US" sz="800" b="1" dirty="0">
                <a:solidFill>
                  <a:schemeClr val="tx1"/>
                </a:solidFill>
              </a:rPr>
              <a:t>에 없는 경우 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dirty="0">
                <a:solidFill>
                  <a:schemeClr val="tx1"/>
                </a:solidFill>
              </a:rPr>
              <a:t> - </a:t>
            </a:r>
            <a:r>
              <a:rPr lang="ko-KR" altLang="en-US" sz="800" dirty="0">
                <a:solidFill>
                  <a:schemeClr val="tx1"/>
                </a:solidFill>
              </a:rPr>
              <a:t>입력된 정보로 가입된 계정을 찾을 수 없습니다</a:t>
            </a:r>
            <a:r>
              <a:rPr lang="en-US" altLang="ko-KR" sz="800" dirty="0">
                <a:solidFill>
                  <a:schemeClr val="tx1"/>
                </a:solidFill>
              </a:rPr>
              <a:t>.</a:t>
            </a:r>
          </a:p>
          <a:p>
            <a:endParaRPr lang="en-US" altLang="ko-KR" sz="800" dirty="0">
              <a:solidFill>
                <a:schemeClr val="tx1"/>
              </a:solidFill>
            </a:endParaRPr>
          </a:p>
          <a:p>
            <a:r>
              <a:rPr lang="en-US" altLang="ko-KR" sz="800" dirty="0">
                <a:solidFill>
                  <a:schemeClr val="tx1"/>
                </a:solidFill>
              </a:rPr>
              <a:t>4)</a:t>
            </a:r>
            <a:r>
              <a:rPr lang="ko-KR" altLang="en-US" sz="800" dirty="0">
                <a:solidFill>
                  <a:schemeClr val="tx1"/>
                </a:solidFill>
              </a:rPr>
              <a:t> 정상 </a:t>
            </a:r>
            <a:r>
              <a:rPr lang="ko-KR" altLang="en-US" sz="800" dirty="0" err="1">
                <a:solidFill>
                  <a:schemeClr val="tx1"/>
                </a:solidFill>
              </a:rPr>
              <a:t>확인시</a:t>
            </a:r>
            <a:r>
              <a:rPr lang="ko-KR" altLang="en-US" sz="800" dirty="0">
                <a:solidFill>
                  <a:schemeClr val="tx1"/>
                </a:solidFill>
              </a:rPr>
              <a:t> </a:t>
            </a:r>
            <a:r>
              <a:rPr lang="ko-KR" altLang="en-US" sz="800" dirty="0" err="1">
                <a:solidFill>
                  <a:schemeClr val="tx1"/>
                </a:solidFill>
              </a:rPr>
              <a:t>알럿</a:t>
            </a:r>
            <a:r>
              <a:rPr lang="ko-KR" altLang="en-US" sz="800" dirty="0">
                <a:solidFill>
                  <a:schemeClr val="tx1"/>
                </a:solidFill>
              </a:rPr>
              <a:t> 없이 아이디 조회 페이지 이동</a:t>
            </a:r>
            <a:endParaRPr lang="en-US" altLang="ko-KR" sz="800" dirty="0">
              <a:solidFill>
                <a:schemeClr val="tx1"/>
              </a:solidFill>
            </a:endParaRPr>
          </a:p>
        </p:txBody>
      </p: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A0E82BB8-4BAF-B96C-B6CC-EF622C5AF153}"/>
              </a:ext>
            </a:extLst>
          </p:cNvPr>
          <p:cNvCxnSpPr>
            <a:cxnSpLocks/>
            <a:stCxn id="66" idx="3"/>
            <a:endCxn id="6" idx="0"/>
          </p:cNvCxnSpPr>
          <p:nvPr/>
        </p:nvCxnSpPr>
        <p:spPr>
          <a:xfrm flipV="1">
            <a:off x="3006248" y="3104965"/>
            <a:ext cx="2242733" cy="360806"/>
          </a:xfrm>
          <a:prstGeom prst="bentConnector4">
            <a:avLst>
              <a:gd name="adj1" fmla="val 15328"/>
              <a:gd name="adj2" fmla="val 163358"/>
            </a:avLst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타원 32">
            <a:extLst>
              <a:ext uri="{FF2B5EF4-FFF2-40B4-BE49-F238E27FC236}">
                <a16:creationId xmlns:a16="http://schemas.microsoft.com/office/drawing/2014/main" id="{13C16D68-25F7-5B43-0349-6796C75B1FC1}"/>
              </a:ext>
            </a:extLst>
          </p:cNvPr>
          <p:cNvSpPr/>
          <p:nvPr/>
        </p:nvSpPr>
        <p:spPr>
          <a:xfrm>
            <a:off x="351538" y="3257915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2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30197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7FD64-2765-D9F7-09C8-AA2D26045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260">
            <a:extLst>
              <a:ext uri="{FF2B5EF4-FFF2-40B4-BE49-F238E27FC236}">
                <a16:creationId xmlns:a16="http://schemas.microsoft.com/office/drawing/2014/main" id="{47A0EF01-8A48-D7BF-0C47-9C338A3683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8253299"/>
              </p:ext>
            </p:extLst>
          </p:nvPr>
        </p:nvGraphicFramePr>
        <p:xfrm>
          <a:off x="6969418" y="2548005"/>
          <a:ext cx="2772114" cy="1171678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비밀번호 찾기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텝메뉴</a:t>
                      </a:r>
                      <a:endParaRPr kumimoji="1" lang="ko-KR" altLang="en-US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아이디 찾기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비밀번호 찾기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템메뉴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구성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임시 비밀번호 발송 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이메일 계정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휴대전화 정상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입력시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임시 비밀번호 발송 버튼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임시 비밀번호 문자 발송 후 발송 완료 페이지 이동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767904"/>
                  </a:ext>
                </a:extLst>
              </a:tr>
            </a:tbl>
          </a:graphicData>
        </a:graphic>
      </p:graphicFrame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4895E3F-D31B-2201-E9EE-729E3D8F40D5}"/>
              </a:ext>
            </a:extLst>
          </p:cNvPr>
          <p:cNvSpPr/>
          <p:nvPr/>
        </p:nvSpPr>
        <p:spPr>
          <a:xfrm>
            <a:off x="452488" y="1576576"/>
            <a:ext cx="2664296" cy="3170845"/>
          </a:xfrm>
          <a:prstGeom prst="roundRect">
            <a:avLst>
              <a:gd name="adj" fmla="val 6534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96189916-0F99-597D-9974-DD515BDC69F5}"/>
              </a:ext>
            </a:extLst>
          </p:cNvPr>
          <p:cNvGrpSpPr/>
          <p:nvPr/>
        </p:nvGrpSpPr>
        <p:grpSpPr>
          <a:xfrm>
            <a:off x="441062" y="1669762"/>
            <a:ext cx="2675722" cy="339407"/>
            <a:chOff x="441062" y="1669762"/>
            <a:chExt cx="2675722" cy="339407"/>
          </a:xfrm>
        </p:grpSpPr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43B7E7A7-D1EC-F2A5-6069-D62C1B10F8EE}"/>
                </a:ext>
              </a:extLst>
            </p:cNvPr>
            <p:cNvCxnSpPr/>
            <p:nvPr/>
          </p:nvCxnSpPr>
          <p:spPr>
            <a:xfrm>
              <a:off x="452488" y="2009169"/>
              <a:ext cx="2664296" cy="0"/>
            </a:xfrm>
            <a:prstGeom prst="line">
              <a:avLst/>
            </a:prstGeom>
            <a:ln w="6350" cmpd="sng">
              <a:solidFill>
                <a:schemeClr val="bg1">
                  <a:lumMod val="50000"/>
                </a:schemeClr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C4FFFEB0-FDE0-24C6-2351-C6461DDB9137}"/>
                </a:ext>
              </a:extLst>
            </p:cNvPr>
            <p:cNvSpPr txBox="1"/>
            <p:nvPr/>
          </p:nvSpPr>
          <p:spPr>
            <a:xfrm>
              <a:off x="452488" y="1669762"/>
              <a:ext cx="266429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/>
                <a:t>계정 찾기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771C2EF-00D5-71D3-0681-2F3E11BC999C}"/>
                </a:ext>
              </a:extLst>
            </p:cNvPr>
            <p:cNvSpPr txBox="1"/>
            <p:nvPr/>
          </p:nvSpPr>
          <p:spPr>
            <a:xfrm>
              <a:off x="441062" y="1686166"/>
              <a:ext cx="24365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〈</a:t>
              </a:r>
              <a:endParaRPr lang="ko-KR" altLang="en-US" sz="1000" b="1" dirty="0"/>
            </a:p>
          </p:txBody>
        </p:sp>
      </p:grp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12494CAC-56B4-D4A6-D394-DBB591419912}"/>
              </a:ext>
            </a:extLst>
          </p:cNvPr>
          <p:cNvSpPr/>
          <p:nvPr/>
        </p:nvSpPr>
        <p:spPr>
          <a:xfrm>
            <a:off x="560512" y="2528900"/>
            <a:ext cx="2448272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</a:rPr>
              <a:t>가입시 등록한 계정을 입력해 주세요</a:t>
            </a:r>
            <a:r>
              <a:rPr lang="en-US" altLang="ko-KR" sz="7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</a:rPr>
              <a:t>.</a:t>
            </a:r>
            <a:endParaRPr lang="ko-KR" altLang="en-US" sz="700" dirty="0">
              <a:solidFill>
                <a:schemeClr val="bg1">
                  <a:lumMod val="75000"/>
                </a:schemeClr>
              </a:solidFill>
              <a:latin typeface="맑은 고딕" pitchFamily="50" charset="-127"/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162AF6D5-458A-D271-0697-B875A31DAAF8}"/>
              </a:ext>
            </a:extLst>
          </p:cNvPr>
          <p:cNvSpPr/>
          <p:nvPr/>
        </p:nvSpPr>
        <p:spPr>
          <a:xfrm>
            <a:off x="557988" y="2925711"/>
            <a:ext cx="2448272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</a:rPr>
              <a:t>가입시 등록한 휴대전화번호를 입력해 주세요</a:t>
            </a:r>
            <a:r>
              <a:rPr lang="en-US" altLang="ko-KR" sz="7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</a:rPr>
              <a:t>.</a:t>
            </a:r>
            <a:endParaRPr lang="ko-KR" altLang="en-US" sz="700" dirty="0">
              <a:solidFill>
                <a:schemeClr val="bg1">
                  <a:lumMod val="75000"/>
                </a:schemeClr>
              </a:solidFill>
              <a:latin typeface="맑은 고딕" pitchFamily="50" charset="-127"/>
            </a:endParaRP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79BD6874-3DBF-C813-511C-5A98B3DE3027}"/>
              </a:ext>
            </a:extLst>
          </p:cNvPr>
          <p:cNvSpPr/>
          <p:nvPr/>
        </p:nvSpPr>
        <p:spPr>
          <a:xfrm>
            <a:off x="557976" y="3321755"/>
            <a:ext cx="2448272" cy="288032"/>
          </a:xfrm>
          <a:prstGeom prst="round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임시 비밀번호 발송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24B8AB-B264-0258-23EE-B23D2D8DD1E8}"/>
              </a:ext>
            </a:extLst>
          </p:cNvPr>
          <p:cNvSpPr txBox="1"/>
          <p:nvPr/>
        </p:nvSpPr>
        <p:spPr>
          <a:xfrm>
            <a:off x="511364" y="2082044"/>
            <a:ext cx="133214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/>
              <a:t>아이디 찾기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600B365E-8C9F-7D4B-2CE7-D215027FEABC}"/>
              </a:ext>
            </a:extLst>
          </p:cNvPr>
          <p:cNvGrpSpPr/>
          <p:nvPr/>
        </p:nvGrpSpPr>
        <p:grpSpPr>
          <a:xfrm>
            <a:off x="1724586" y="2082044"/>
            <a:ext cx="1332148" cy="230832"/>
            <a:chOff x="452500" y="2040640"/>
            <a:chExt cx="1332148" cy="23083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F67BC6A-38EE-6A94-1304-4E3E3606620B}"/>
                </a:ext>
              </a:extLst>
            </p:cNvPr>
            <p:cNvSpPr txBox="1"/>
            <p:nvPr/>
          </p:nvSpPr>
          <p:spPr>
            <a:xfrm>
              <a:off x="452500" y="2040640"/>
              <a:ext cx="133214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b="1" dirty="0"/>
                <a:t>비밀번호 찾기</a:t>
              </a:r>
            </a:p>
          </p:txBody>
        </p: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0F51FCDB-E1A2-6F11-5F58-15A4AC47448D}"/>
                </a:ext>
              </a:extLst>
            </p:cNvPr>
            <p:cNvCxnSpPr/>
            <p:nvPr/>
          </p:nvCxnSpPr>
          <p:spPr>
            <a:xfrm>
              <a:off x="740620" y="2271472"/>
              <a:ext cx="792000" cy="0"/>
            </a:xfrm>
            <a:prstGeom prst="line">
              <a:avLst/>
            </a:prstGeom>
            <a:ln w="12700" cmpd="sng">
              <a:solidFill>
                <a:schemeClr val="bg1">
                  <a:lumMod val="50000"/>
                </a:schemeClr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타원 28">
            <a:extLst>
              <a:ext uri="{FF2B5EF4-FFF2-40B4-BE49-F238E27FC236}">
                <a16:creationId xmlns:a16="http://schemas.microsoft.com/office/drawing/2014/main" id="{38F17343-E517-55E1-8585-D89BA18533E6}"/>
              </a:ext>
            </a:extLst>
          </p:cNvPr>
          <p:cNvSpPr/>
          <p:nvPr/>
        </p:nvSpPr>
        <p:spPr>
          <a:xfrm>
            <a:off x="1820652" y="1952836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1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D81DA2-7C72-2DC6-D443-9D40A87A668E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>
                <a:solidFill>
                  <a:prstClr val="black"/>
                </a:solidFill>
              </a:rPr>
              <a:t>로그인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 err="1">
                <a:solidFill>
                  <a:prstClr val="black"/>
                </a:solidFill>
              </a:rPr>
              <a:t>계정찾기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비밀번호 찾기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1E9455-0A80-0DBB-B410-BE7C2E529B6A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비밀번호 찾기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F5099D-00B0-E6B4-C363-056353571F68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비밀번호 찾기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E1C8B3EF-A8CE-6A1B-202D-826D6D1E0061}"/>
              </a:ext>
            </a:extLst>
          </p:cNvPr>
          <p:cNvSpPr/>
          <p:nvPr/>
        </p:nvSpPr>
        <p:spPr>
          <a:xfrm>
            <a:off x="3693766" y="1844824"/>
            <a:ext cx="3110430" cy="1944215"/>
          </a:xfrm>
          <a:prstGeom prst="roundRect">
            <a:avLst>
              <a:gd name="adj" fmla="val 2170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b="1" dirty="0">
                <a:solidFill>
                  <a:schemeClr val="tx1"/>
                </a:solidFill>
                <a:highlight>
                  <a:srgbClr val="FFFF00"/>
                </a:highlight>
              </a:rPr>
              <a:t>비밀번호 찾기 버튼 </a:t>
            </a:r>
            <a:r>
              <a:rPr lang="ko-KR" altLang="en-US" sz="800" b="1" dirty="0" err="1">
                <a:solidFill>
                  <a:schemeClr val="tx1"/>
                </a:solidFill>
                <a:highlight>
                  <a:srgbClr val="FFFF00"/>
                </a:highlight>
              </a:rPr>
              <a:t>클릭시</a:t>
            </a:r>
            <a:r>
              <a:rPr lang="ko-KR" altLang="en-US" sz="800" b="1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ko-KR" altLang="en-US" sz="800" b="1" dirty="0" err="1">
                <a:solidFill>
                  <a:schemeClr val="tx1"/>
                </a:solidFill>
                <a:highlight>
                  <a:srgbClr val="FFFF00"/>
                </a:highlight>
              </a:rPr>
              <a:t>알럿</a:t>
            </a:r>
            <a:r>
              <a:rPr lang="ko-KR" altLang="en-US" sz="800" b="1" dirty="0">
                <a:solidFill>
                  <a:schemeClr val="tx1"/>
                </a:solidFill>
                <a:highlight>
                  <a:srgbClr val="FFFF00"/>
                </a:highlight>
              </a:rPr>
              <a:t> 메시지 정의</a:t>
            </a:r>
            <a:endParaRPr lang="en-US" altLang="ko-KR" sz="800" b="1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endParaRPr lang="en-US" altLang="ko-KR" sz="800" dirty="0">
              <a:solidFill>
                <a:schemeClr val="tx1"/>
              </a:solidFill>
            </a:endParaRPr>
          </a:p>
          <a:p>
            <a:r>
              <a:rPr lang="en-US" altLang="ko-KR" sz="800" b="1" dirty="0">
                <a:solidFill>
                  <a:schemeClr val="tx1"/>
                </a:solidFill>
              </a:rPr>
              <a:t>1) </a:t>
            </a:r>
            <a:r>
              <a:rPr lang="ko-KR" altLang="en-US" sz="800" b="1" dirty="0">
                <a:solidFill>
                  <a:schemeClr val="tx1"/>
                </a:solidFill>
              </a:rPr>
              <a:t>계정정보 미 </a:t>
            </a:r>
            <a:r>
              <a:rPr lang="ko-KR" altLang="en-US" sz="800" b="1" dirty="0" err="1">
                <a:solidFill>
                  <a:schemeClr val="tx1"/>
                </a:solidFill>
              </a:rPr>
              <a:t>입력시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dirty="0">
                <a:solidFill>
                  <a:schemeClr val="tx1"/>
                </a:solidFill>
              </a:rPr>
              <a:t>- </a:t>
            </a:r>
            <a:r>
              <a:rPr lang="ko-KR" altLang="en-US" sz="800" dirty="0">
                <a:solidFill>
                  <a:schemeClr val="tx1"/>
                </a:solidFill>
              </a:rPr>
              <a:t>가입시 등록한 이메일 계정을 입력해 주세요</a:t>
            </a:r>
            <a:r>
              <a:rPr lang="en-US" altLang="ko-KR" sz="800" dirty="0">
                <a:solidFill>
                  <a:schemeClr val="tx1"/>
                </a:solidFill>
              </a:rPr>
              <a:t>.</a:t>
            </a:r>
            <a:br>
              <a:rPr lang="en-US" altLang="ko-KR" sz="800" dirty="0">
                <a:solidFill>
                  <a:schemeClr val="tx1"/>
                </a:solidFill>
              </a:rPr>
            </a:b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b="1" dirty="0">
                <a:solidFill>
                  <a:schemeClr val="tx1"/>
                </a:solidFill>
              </a:rPr>
              <a:t>2) </a:t>
            </a:r>
            <a:r>
              <a:rPr lang="ko-KR" altLang="en-US" sz="800" b="1" dirty="0">
                <a:solidFill>
                  <a:schemeClr val="tx1"/>
                </a:solidFill>
              </a:rPr>
              <a:t>휴대전화번호 미 </a:t>
            </a:r>
            <a:r>
              <a:rPr lang="ko-KR" altLang="en-US" sz="800" b="1" dirty="0" err="1">
                <a:solidFill>
                  <a:schemeClr val="tx1"/>
                </a:solidFill>
              </a:rPr>
              <a:t>입력시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dirty="0">
                <a:solidFill>
                  <a:schemeClr val="tx1"/>
                </a:solidFill>
              </a:rPr>
              <a:t>- </a:t>
            </a:r>
            <a:r>
              <a:rPr lang="ko-KR" altLang="en-US" sz="800" dirty="0">
                <a:solidFill>
                  <a:schemeClr val="tx1"/>
                </a:solidFill>
              </a:rPr>
              <a:t>가입시 등록한 휴대전화번호를 입력해 주세요</a:t>
            </a:r>
            <a:r>
              <a:rPr lang="en-US" altLang="ko-KR" sz="800" dirty="0">
                <a:solidFill>
                  <a:schemeClr val="tx1"/>
                </a:solidFill>
              </a:rPr>
              <a:t>.</a:t>
            </a:r>
          </a:p>
          <a:p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b="1" dirty="0">
                <a:solidFill>
                  <a:schemeClr val="tx1"/>
                </a:solidFill>
              </a:rPr>
              <a:t>3) </a:t>
            </a:r>
            <a:r>
              <a:rPr lang="ko-KR" altLang="en-US" sz="800" b="1" dirty="0">
                <a:solidFill>
                  <a:schemeClr val="tx1"/>
                </a:solidFill>
              </a:rPr>
              <a:t>이메일 계정</a:t>
            </a:r>
            <a:r>
              <a:rPr lang="en-US" altLang="ko-KR" sz="800" b="1" dirty="0">
                <a:solidFill>
                  <a:schemeClr val="tx1"/>
                </a:solidFill>
              </a:rPr>
              <a:t>/</a:t>
            </a:r>
            <a:r>
              <a:rPr lang="ko-KR" altLang="en-US" sz="800" b="1" dirty="0">
                <a:solidFill>
                  <a:schemeClr val="tx1"/>
                </a:solidFill>
              </a:rPr>
              <a:t>휴대전화번호가 상호 맞지 않을 시 </a:t>
            </a:r>
            <a:br>
              <a:rPr lang="en-US" altLang="ko-KR" sz="800" b="1" dirty="0">
                <a:solidFill>
                  <a:schemeClr val="tx1"/>
                </a:solidFill>
              </a:rPr>
            </a:br>
            <a:r>
              <a:rPr lang="en-US" altLang="ko-KR" sz="800" b="1" dirty="0">
                <a:solidFill>
                  <a:schemeClr val="tx1"/>
                </a:solidFill>
              </a:rPr>
              <a:t>   </a:t>
            </a:r>
            <a:r>
              <a:rPr lang="ko-KR" altLang="en-US" sz="800" b="1" dirty="0">
                <a:solidFill>
                  <a:schemeClr val="tx1"/>
                </a:solidFill>
              </a:rPr>
              <a:t>또는 입력된 정보가 회원 </a:t>
            </a:r>
            <a:r>
              <a:rPr lang="en-US" altLang="ko-KR" sz="800" b="1" dirty="0">
                <a:solidFill>
                  <a:schemeClr val="tx1"/>
                </a:solidFill>
              </a:rPr>
              <a:t>DB</a:t>
            </a:r>
            <a:r>
              <a:rPr lang="ko-KR" altLang="en-US" sz="800" b="1" dirty="0">
                <a:solidFill>
                  <a:schemeClr val="tx1"/>
                </a:solidFill>
              </a:rPr>
              <a:t>에 없는 경우 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dirty="0">
                <a:solidFill>
                  <a:schemeClr val="tx1"/>
                </a:solidFill>
              </a:rPr>
              <a:t> - </a:t>
            </a:r>
            <a:r>
              <a:rPr lang="ko-KR" altLang="en-US" sz="800" dirty="0">
                <a:solidFill>
                  <a:schemeClr val="tx1"/>
                </a:solidFill>
              </a:rPr>
              <a:t>입력된 정보로 가입된 계정을 찾을 수 없습니다</a:t>
            </a:r>
            <a:r>
              <a:rPr lang="en-US" altLang="ko-KR" sz="800" dirty="0">
                <a:solidFill>
                  <a:schemeClr val="tx1"/>
                </a:solidFill>
              </a:rPr>
              <a:t>.</a:t>
            </a:r>
            <a:br>
              <a:rPr lang="en-US" altLang="ko-KR" sz="800" dirty="0">
                <a:solidFill>
                  <a:schemeClr val="tx1"/>
                </a:solidFill>
              </a:rPr>
            </a:br>
            <a:endParaRPr lang="en-US" altLang="ko-KR" sz="800" dirty="0">
              <a:solidFill>
                <a:schemeClr val="tx1"/>
              </a:solidFill>
            </a:endParaRPr>
          </a:p>
          <a:p>
            <a:r>
              <a:rPr lang="en-US" altLang="ko-KR" sz="800" b="1" dirty="0">
                <a:solidFill>
                  <a:schemeClr val="tx1"/>
                </a:solidFill>
              </a:rPr>
              <a:t>4) </a:t>
            </a:r>
            <a:r>
              <a:rPr lang="ko-KR" altLang="en-US" sz="800" dirty="0">
                <a:solidFill>
                  <a:schemeClr val="tx1"/>
                </a:solidFill>
              </a:rPr>
              <a:t>정상 </a:t>
            </a:r>
            <a:r>
              <a:rPr lang="ko-KR" altLang="en-US" sz="800" dirty="0" err="1">
                <a:solidFill>
                  <a:schemeClr val="tx1"/>
                </a:solidFill>
              </a:rPr>
              <a:t>확인시</a:t>
            </a:r>
            <a:r>
              <a:rPr lang="ko-KR" altLang="en-US" sz="800" dirty="0">
                <a:solidFill>
                  <a:schemeClr val="tx1"/>
                </a:solidFill>
              </a:rPr>
              <a:t> </a:t>
            </a:r>
            <a:r>
              <a:rPr lang="ko-KR" altLang="en-US" sz="800" dirty="0" err="1">
                <a:solidFill>
                  <a:schemeClr val="tx1"/>
                </a:solidFill>
              </a:rPr>
              <a:t>알럿</a:t>
            </a:r>
            <a:r>
              <a:rPr lang="ko-KR" altLang="en-US" sz="800" dirty="0">
                <a:solidFill>
                  <a:schemeClr val="tx1"/>
                </a:solidFill>
              </a:rPr>
              <a:t> 없이 임시비밀번호 발송완료 페이지 이동</a:t>
            </a:r>
            <a:endParaRPr lang="en-US" altLang="ko-KR" sz="800" dirty="0">
              <a:solidFill>
                <a:schemeClr val="tx1"/>
              </a:solidFill>
            </a:endParaRPr>
          </a:p>
        </p:txBody>
      </p:sp>
      <p:cxnSp>
        <p:nvCxnSpPr>
          <p:cNvPr id="4" name="연결선: 꺾임 3">
            <a:extLst>
              <a:ext uri="{FF2B5EF4-FFF2-40B4-BE49-F238E27FC236}">
                <a16:creationId xmlns:a16="http://schemas.microsoft.com/office/drawing/2014/main" id="{D376B46C-9073-1931-0B03-3A2B06A78EE5}"/>
              </a:ext>
            </a:extLst>
          </p:cNvPr>
          <p:cNvCxnSpPr>
            <a:cxnSpLocks/>
            <a:stCxn id="66" idx="3"/>
            <a:endCxn id="2" idx="0"/>
          </p:cNvCxnSpPr>
          <p:nvPr/>
        </p:nvCxnSpPr>
        <p:spPr>
          <a:xfrm flipV="1">
            <a:off x="3006248" y="1844824"/>
            <a:ext cx="2242733" cy="1620947"/>
          </a:xfrm>
          <a:prstGeom prst="bentConnector4">
            <a:avLst>
              <a:gd name="adj1" fmla="val 15328"/>
              <a:gd name="adj2" fmla="val 114103"/>
            </a:avLst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타원 25">
            <a:extLst>
              <a:ext uri="{FF2B5EF4-FFF2-40B4-BE49-F238E27FC236}">
                <a16:creationId xmlns:a16="http://schemas.microsoft.com/office/drawing/2014/main" id="{99C3693A-17F6-1BFA-2380-70DEE4579392}"/>
              </a:ext>
            </a:extLst>
          </p:cNvPr>
          <p:cNvSpPr/>
          <p:nvPr/>
        </p:nvSpPr>
        <p:spPr>
          <a:xfrm>
            <a:off x="339600" y="3249771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2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994693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9F99F-711B-3D61-C2C1-FE2D67559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260">
            <a:extLst>
              <a:ext uri="{FF2B5EF4-FFF2-40B4-BE49-F238E27FC236}">
                <a16:creationId xmlns:a16="http://schemas.microsoft.com/office/drawing/2014/main" id="{2B69B2A3-68CF-1054-FD9F-45D8AC75F7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6874817"/>
              </p:ext>
            </p:extLst>
          </p:nvPr>
        </p:nvGraphicFramePr>
        <p:xfrm>
          <a:off x="6969418" y="2548005"/>
          <a:ext cx="2772114" cy="2466794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아이디 찾기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비밀번호 찾기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아이디 찾기 완료</a:t>
                      </a:r>
                      <a:endParaRPr kumimoji="1" lang="en-US" altLang="ko-KR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-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아이디 찾기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완료시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화면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B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비밀번호 찾기 완료</a:t>
                      </a:r>
                      <a:endParaRPr kumimoji="1" lang="en-US" altLang="ko-KR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-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임시비밀번호 발송 완료 화면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98225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아이디 조회</a:t>
                      </a:r>
                      <a:endParaRPr kumimoji="1" lang="en-US" altLang="ko-KR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-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아이디 및 가입일 조회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767904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비밀번호 찾기 버튼</a:t>
                      </a:r>
                      <a:endParaRPr kumimoji="1" lang="en-US" altLang="ko-KR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-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버튼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비밀번로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찾기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텝으로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이동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512549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로그인 하기 버튼</a:t>
                      </a:r>
                      <a:endParaRPr kumimoji="1" lang="en-US" altLang="ko-KR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-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버튼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로그인 페이지 이동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5929651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임시 비밀번호 발송 안내 문구</a:t>
                      </a:r>
                      <a:endParaRPr kumimoji="1" lang="en-US" altLang="ko-KR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-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임시 비밀번호 발송 안내 문구 노출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휴대전호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번호로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임시비밀번로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문자 발송 안내 문구 노출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198861"/>
                  </a:ext>
                </a:extLst>
              </a:tr>
            </a:tbl>
          </a:graphicData>
        </a:graphic>
      </p:graphicFrame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74CB044C-8B9D-F821-D00A-1BAB6BB2F96B}"/>
              </a:ext>
            </a:extLst>
          </p:cNvPr>
          <p:cNvSpPr/>
          <p:nvPr/>
        </p:nvSpPr>
        <p:spPr>
          <a:xfrm>
            <a:off x="3457669" y="1596881"/>
            <a:ext cx="2664296" cy="4605886"/>
          </a:xfrm>
          <a:prstGeom prst="roundRect">
            <a:avLst>
              <a:gd name="adj" fmla="val 6534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ECCEFF8A-7ED1-7A9D-A8E6-EEDD263E7850}"/>
              </a:ext>
            </a:extLst>
          </p:cNvPr>
          <p:cNvGrpSpPr/>
          <p:nvPr/>
        </p:nvGrpSpPr>
        <p:grpSpPr>
          <a:xfrm>
            <a:off x="3446748" y="1673934"/>
            <a:ext cx="2675722" cy="339407"/>
            <a:chOff x="441062" y="1669762"/>
            <a:chExt cx="2675722" cy="339407"/>
          </a:xfrm>
        </p:grpSpPr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1A2047B6-FCF1-0664-89EC-45AD2C22A331}"/>
                </a:ext>
              </a:extLst>
            </p:cNvPr>
            <p:cNvCxnSpPr/>
            <p:nvPr/>
          </p:nvCxnSpPr>
          <p:spPr>
            <a:xfrm>
              <a:off x="452488" y="2009169"/>
              <a:ext cx="2664296" cy="0"/>
            </a:xfrm>
            <a:prstGeom prst="line">
              <a:avLst/>
            </a:prstGeom>
            <a:ln w="6350" cmpd="sng">
              <a:solidFill>
                <a:schemeClr val="bg1">
                  <a:lumMod val="50000"/>
                </a:schemeClr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367F149E-A9C3-DDCB-150B-4726C5DA449A}"/>
                </a:ext>
              </a:extLst>
            </p:cNvPr>
            <p:cNvSpPr txBox="1"/>
            <p:nvPr/>
          </p:nvSpPr>
          <p:spPr>
            <a:xfrm>
              <a:off x="452488" y="1669762"/>
              <a:ext cx="266429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/>
                <a:t>계정 찾기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BD8062B5-96B7-F19D-4884-7EA80C9FE70D}"/>
                </a:ext>
              </a:extLst>
            </p:cNvPr>
            <p:cNvSpPr txBox="1"/>
            <p:nvPr/>
          </p:nvSpPr>
          <p:spPr>
            <a:xfrm>
              <a:off x="441062" y="1686166"/>
              <a:ext cx="24365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〈</a:t>
              </a:r>
              <a:endParaRPr lang="ko-KR" altLang="en-US" sz="1000" b="1" dirty="0"/>
            </a:p>
          </p:txBody>
        </p:sp>
      </p:grpSp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id="{EDC8FDBF-350C-025F-3260-050991B43548}"/>
              </a:ext>
            </a:extLst>
          </p:cNvPr>
          <p:cNvSpPr/>
          <p:nvPr/>
        </p:nvSpPr>
        <p:spPr>
          <a:xfrm>
            <a:off x="3608462" y="4905164"/>
            <a:ext cx="2352650" cy="288032"/>
          </a:xfrm>
          <a:prstGeom prst="round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로그인 하기</a:t>
            </a:r>
          </a:p>
        </p:txBody>
      </p:sp>
      <p:pic>
        <p:nvPicPr>
          <p:cNvPr id="95" name="그림 94" descr="텍스트, 스크린샷, 폰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5F8D501-C25A-1CE8-1A07-414E4EF82D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844" t="3506" r="45738" b="78949"/>
          <a:stretch>
            <a:fillRect/>
          </a:stretch>
        </p:blipFill>
        <p:spPr>
          <a:xfrm>
            <a:off x="4562529" y="2578518"/>
            <a:ext cx="370755" cy="373408"/>
          </a:xfrm>
          <a:prstGeom prst="rect">
            <a:avLst/>
          </a:prstGeom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421BB67D-FCAE-74BB-EEAD-E9E57E958BB1}"/>
              </a:ext>
            </a:extLst>
          </p:cNvPr>
          <p:cNvSpPr txBox="1"/>
          <p:nvPr/>
        </p:nvSpPr>
        <p:spPr>
          <a:xfrm>
            <a:off x="3472317" y="3072585"/>
            <a:ext cx="26496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임시 비밀번호 발송이 완료 되었습니다</a:t>
            </a:r>
            <a:endParaRPr lang="en-US" altLang="ko-KR" sz="10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D3CF37D-985D-0658-0854-F1A07CBD761E}"/>
              </a:ext>
            </a:extLst>
          </p:cNvPr>
          <p:cNvSpPr/>
          <p:nvPr/>
        </p:nvSpPr>
        <p:spPr>
          <a:xfrm>
            <a:off x="3598650" y="3360304"/>
            <a:ext cx="2362462" cy="131678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B6EB1D-A07E-34AF-B890-63770B8D565D}"/>
              </a:ext>
            </a:extLst>
          </p:cNvPr>
          <p:cNvSpPr txBox="1"/>
          <p:nvPr/>
        </p:nvSpPr>
        <p:spPr>
          <a:xfrm>
            <a:off x="3620852" y="3465004"/>
            <a:ext cx="2352652" cy="117654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/>
              <a:t>등록된 </a:t>
            </a:r>
            <a:r>
              <a:rPr lang="ko-KR" altLang="en-US" sz="800" b="1" dirty="0"/>
              <a:t>휴대전화</a:t>
            </a:r>
            <a:r>
              <a:rPr lang="ko-KR" altLang="en-US" sz="800" dirty="0"/>
              <a:t>로 임시 비밀번호가 발송되었습니다</a:t>
            </a:r>
            <a:r>
              <a:rPr lang="en-US" altLang="ko-KR" sz="8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800" dirty="0"/>
              <a:t>인증번호가 도착하지 않았다면 잠시 후 다시 확인해 주세요</a:t>
            </a:r>
            <a:endParaRPr lang="en-US" altLang="ko-KR" sz="800" dirty="0"/>
          </a:p>
          <a:p>
            <a:pPr>
              <a:lnSpc>
                <a:spcPct val="150000"/>
              </a:lnSpc>
            </a:pPr>
            <a:r>
              <a:rPr lang="ko-KR" altLang="en-US" sz="800" dirty="0"/>
              <a:t>로그인 후 반드시 비밀번호를 변경하시고 이용해 주시기 바랍니다</a:t>
            </a:r>
            <a:r>
              <a:rPr lang="en-US" altLang="ko-KR" sz="800" dirty="0"/>
              <a:t>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2FC029-DEF9-103C-06B5-8603A444C8A0}"/>
              </a:ext>
            </a:extLst>
          </p:cNvPr>
          <p:cNvSpPr txBox="1"/>
          <p:nvPr/>
        </p:nvSpPr>
        <p:spPr>
          <a:xfrm>
            <a:off x="3523754" y="2070228"/>
            <a:ext cx="133214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/>
              <a:t>아이디 찾기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1CF4980F-9C7C-14B0-83F0-B89CF329B481}"/>
              </a:ext>
            </a:extLst>
          </p:cNvPr>
          <p:cNvGrpSpPr/>
          <p:nvPr/>
        </p:nvGrpSpPr>
        <p:grpSpPr>
          <a:xfrm>
            <a:off x="4736976" y="2070228"/>
            <a:ext cx="1332148" cy="230832"/>
            <a:chOff x="452500" y="2040640"/>
            <a:chExt cx="1332148" cy="230832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E781E15-3C25-0413-8CD0-FBC039541BB2}"/>
                </a:ext>
              </a:extLst>
            </p:cNvPr>
            <p:cNvSpPr txBox="1"/>
            <p:nvPr/>
          </p:nvSpPr>
          <p:spPr>
            <a:xfrm>
              <a:off x="452500" y="2040640"/>
              <a:ext cx="133214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b="1" dirty="0"/>
                <a:t>비밀번호 찾기</a:t>
              </a:r>
            </a:p>
          </p:txBody>
        </p: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4B5F761-37DB-232D-84A9-460CFB9DEFB9}"/>
                </a:ext>
              </a:extLst>
            </p:cNvPr>
            <p:cNvCxnSpPr/>
            <p:nvPr/>
          </p:nvCxnSpPr>
          <p:spPr>
            <a:xfrm>
              <a:off x="740620" y="2271472"/>
              <a:ext cx="792000" cy="0"/>
            </a:xfrm>
            <a:prstGeom prst="line">
              <a:avLst/>
            </a:prstGeom>
            <a:ln w="12700" cmpd="sng">
              <a:solidFill>
                <a:schemeClr val="bg1">
                  <a:lumMod val="50000"/>
                </a:schemeClr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타원 32">
            <a:extLst>
              <a:ext uri="{FF2B5EF4-FFF2-40B4-BE49-F238E27FC236}">
                <a16:creationId xmlns:a16="http://schemas.microsoft.com/office/drawing/2014/main" id="{7732E399-1520-CB00-56D4-85C63AB78941}"/>
              </a:ext>
            </a:extLst>
          </p:cNvPr>
          <p:cNvSpPr/>
          <p:nvPr/>
        </p:nvSpPr>
        <p:spPr>
          <a:xfrm>
            <a:off x="3437797" y="3330884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4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CACC9F1F-AC61-2EEE-F642-792EE60B5482}"/>
              </a:ext>
            </a:extLst>
          </p:cNvPr>
          <p:cNvSpPr/>
          <p:nvPr/>
        </p:nvSpPr>
        <p:spPr>
          <a:xfrm>
            <a:off x="3500461" y="4797152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3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2F9E68-69E4-4761-5E84-38185E1BA319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>
                <a:solidFill>
                  <a:prstClr val="black"/>
                </a:solidFill>
              </a:rPr>
              <a:t>로그인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 err="1">
                <a:solidFill>
                  <a:prstClr val="black"/>
                </a:solidFill>
              </a:rPr>
              <a:t>계정찾기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아이디 찾기 </a:t>
            </a:r>
            <a:r>
              <a:rPr lang="en-US" altLang="ko-KR" sz="700" dirty="0">
                <a:solidFill>
                  <a:prstClr val="black"/>
                </a:solidFill>
              </a:rPr>
              <a:t>/ </a:t>
            </a:r>
            <a:r>
              <a:rPr lang="ko-KR" altLang="en-US" sz="700" dirty="0">
                <a:solidFill>
                  <a:prstClr val="black"/>
                </a:solidFill>
              </a:rPr>
              <a:t>비밀번호 찾기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4C1B0F-C06C-DCAB-0CE8-81927175BE4E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비밀번호 찾기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92E64F-E1D2-BE10-7766-5A4893212BA3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계정 찾기 완료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E20D9507-EA9D-2C96-BB68-D813C9E7869A}"/>
              </a:ext>
            </a:extLst>
          </p:cNvPr>
          <p:cNvSpPr/>
          <p:nvPr/>
        </p:nvSpPr>
        <p:spPr>
          <a:xfrm>
            <a:off x="451995" y="1596881"/>
            <a:ext cx="2664296" cy="4605886"/>
          </a:xfrm>
          <a:prstGeom prst="roundRect">
            <a:avLst>
              <a:gd name="adj" fmla="val 6534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531B8A1D-2A44-7A20-6F9C-B6C31272CB2D}"/>
              </a:ext>
            </a:extLst>
          </p:cNvPr>
          <p:cNvGrpSpPr/>
          <p:nvPr/>
        </p:nvGrpSpPr>
        <p:grpSpPr>
          <a:xfrm>
            <a:off x="441074" y="1673934"/>
            <a:ext cx="2675722" cy="339407"/>
            <a:chOff x="441062" y="1669762"/>
            <a:chExt cx="2675722" cy="339407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8F2585C1-B94F-BC17-07FB-CEE7224EA5A4}"/>
                </a:ext>
              </a:extLst>
            </p:cNvPr>
            <p:cNvCxnSpPr/>
            <p:nvPr/>
          </p:nvCxnSpPr>
          <p:spPr>
            <a:xfrm>
              <a:off x="452488" y="2009169"/>
              <a:ext cx="2664296" cy="0"/>
            </a:xfrm>
            <a:prstGeom prst="line">
              <a:avLst/>
            </a:prstGeom>
            <a:ln w="6350" cmpd="sng">
              <a:solidFill>
                <a:schemeClr val="bg1">
                  <a:lumMod val="50000"/>
                </a:schemeClr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F697DA7-CDF6-739A-BEA6-1E27BE135400}"/>
                </a:ext>
              </a:extLst>
            </p:cNvPr>
            <p:cNvSpPr txBox="1"/>
            <p:nvPr/>
          </p:nvSpPr>
          <p:spPr>
            <a:xfrm>
              <a:off x="452488" y="1669762"/>
              <a:ext cx="266429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/>
                <a:t>계정 찾기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8827403-1CE2-1DBB-AE80-FA0F90E58ABF}"/>
                </a:ext>
              </a:extLst>
            </p:cNvPr>
            <p:cNvSpPr txBox="1"/>
            <p:nvPr/>
          </p:nvSpPr>
          <p:spPr>
            <a:xfrm>
              <a:off x="441062" y="1686166"/>
              <a:ext cx="24365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〈</a:t>
              </a:r>
              <a:endParaRPr lang="ko-KR" altLang="en-US" sz="1000" b="1" dirty="0"/>
            </a:p>
          </p:txBody>
        </p:sp>
      </p:grp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6AFEA8D7-6392-205F-11D0-ADE8F41955F1}"/>
              </a:ext>
            </a:extLst>
          </p:cNvPr>
          <p:cNvSpPr/>
          <p:nvPr/>
        </p:nvSpPr>
        <p:spPr>
          <a:xfrm>
            <a:off x="1798790" y="4687766"/>
            <a:ext cx="1156647" cy="288032"/>
          </a:xfrm>
          <a:prstGeom prst="round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로그인 하기</a:t>
            </a:r>
          </a:p>
        </p:txBody>
      </p: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395F7C03-EA1B-F489-14A6-B98569E2597D}"/>
              </a:ext>
            </a:extLst>
          </p:cNvPr>
          <p:cNvSpPr/>
          <p:nvPr/>
        </p:nvSpPr>
        <p:spPr>
          <a:xfrm>
            <a:off x="592976" y="4689140"/>
            <a:ext cx="1156647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비밀번호 찾기</a:t>
            </a:r>
          </a:p>
        </p:txBody>
      </p:sp>
      <p:pic>
        <p:nvPicPr>
          <p:cNvPr id="25" name="그림 24" descr="텍스트, 스크린샷, 폰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E1A2966-E545-249F-9D91-00F40AA49F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844" t="3506" r="45738" b="78949"/>
          <a:stretch>
            <a:fillRect/>
          </a:stretch>
        </p:blipFill>
        <p:spPr>
          <a:xfrm>
            <a:off x="1556855" y="2578518"/>
            <a:ext cx="370755" cy="37340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FCBECE5A-657E-4E01-0C85-9C10C09EA466}"/>
              </a:ext>
            </a:extLst>
          </p:cNvPr>
          <p:cNvSpPr txBox="1"/>
          <p:nvPr/>
        </p:nvSpPr>
        <p:spPr>
          <a:xfrm>
            <a:off x="466643" y="3072585"/>
            <a:ext cx="26496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가입된 아이디를 찾았습니다</a:t>
            </a:r>
            <a:endParaRPr lang="en-US" altLang="ko-KR" sz="1000" b="1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E45D479-865D-DA74-6B05-83F6CA211612}"/>
              </a:ext>
            </a:extLst>
          </p:cNvPr>
          <p:cNvSpPr txBox="1"/>
          <p:nvPr/>
        </p:nvSpPr>
        <p:spPr>
          <a:xfrm>
            <a:off x="456284" y="3340582"/>
            <a:ext cx="264964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/>
              <a:t>가입된 정보가 맞으시면 아래 계정으로 로그인하세요</a:t>
            </a:r>
            <a:r>
              <a:rPr lang="en-US" altLang="ko-KR" sz="700" dirty="0"/>
              <a:t>.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7D0BE39-4C92-334B-BF57-960883C419CC}"/>
              </a:ext>
            </a:extLst>
          </p:cNvPr>
          <p:cNvSpPr/>
          <p:nvPr/>
        </p:nvSpPr>
        <p:spPr>
          <a:xfrm>
            <a:off x="592976" y="3737598"/>
            <a:ext cx="2362462" cy="66713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B61A251-09A4-A918-317C-09D14471F61D}"/>
              </a:ext>
            </a:extLst>
          </p:cNvPr>
          <p:cNvSpPr txBox="1"/>
          <p:nvPr/>
        </p:nvSpPr>
        <p:spPr>
          <a:xfrm>
            <a:off x="602787" y="3854319"/>
            <a:ext cx="23526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abcd1234@naver.com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9548FE8-5BD4-02C1-9A8A-988AE4A29A09}"/>
              </a:ext>
            </a:extLst>
          </p:cNvPr>
          <p:cNvSpPr txBox="1"/>
          <p:nvPr/>
        </p:nvSpPr>
        <p:spPr>
          <a:xfrm>
            <a:off x="592428" y="4122316"/>
            <a:ext cx="235265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00" dirty="0"/>
              <a:t>2026.03.01 </a:t>
            </a:r>
            <a:r>
              <a:rPr lang="ko-KR" altLang="en-US" sz="700" dirty="0"/>
              <a:t>가입</a:t>
            </a:r>
            <a:endParaRPr lang="en-US" altLang="ko-KR" sz="700" dirty="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60859071-F8D9-063A-39B4-AE8229E53E90}"/>
              </a:ext>
            </a:extLst>
          </p:cNvPr>
          <p:cNvGrpSpPr/>
          <p:nvPr/>
        </p:nvGrpSpPr>
        <p:grpSpPr>
          <a:xfrm>
            <a:off x="518080" y="2070228"/>
            <a:ext cx="1332148" cy="230832"/>
            <a:chOff x="452500" y="2040640"/>
            <a:chExt cx="1332148" cy="230832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3EEF073-9DDB-5437-0299-EB220FAAD4F5}"/>
                </a:ext>
              </a:extLst>
            </p:cNvPr>
            <p:cNvSpPr txBox="1"/>
            <p:nvPr/>
          </p:nvSpPr>
          <p:spPr>
            <a:xfrm>
              <a:off x="452500" y="2040640"/>
              <a:ext cx="133214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b="1" dirty="0"/>
                <a:t>아이디 찾기</a:t>
              </a:r>
            </a:p>
          </p:txBody>
        </p: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6814F194-5A1C-6B84-0BC5-D6696F20029B}"/>
                </a:ext>
              </a:extLst>
            </p:cNvPr>
            <p:cNvCxnSpPr/>
            <p:nvPr/>
          </p:nvCxnSpPr>
          <p:spPr>
            <a:xfrm>
              <a:off x="740620" y="2271472"/>
              <a:ext cx="792000" cy="0"/>
            </a:xfrm>
            <a:prstGeom prst="line">
              <a:avLst/>
            </a:prstGeom>
            <a:ln w="12700" cmpd="sng">
              <a:solidFill>
                <a:schemeClr val="bg1">
                  <a:lumMod val="50000"/>
                </a:schemeClr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EC840B7F-7207-B36E-CADA-D2D23ED27B3B}"/>
              </a:ext>
            </a:extLst>
          </p:cNvPr>
          <p:cNvSpPr txBox="1"/>
          <p:nvPr/>
        </p:nvSpPr>
        <p:spPr>
          <a:xfrm>
            <a:off x="1731302" y="2070228"/>
            <a:ext cx="133214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/>
              <a:t>비밀번호 찾기</a:t>
            </a: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A81EB95C-E1A6-1971-C7BD-0C0519DB50D4}"/>
              </a:ext>
            </a:extLst>
          </p:cNvPr>
          <p:cNvSpPr/>
          <p:nvPr/>
        </p:nvSpPr>
        <p:spPr>
          <a:xfrm>
            <a:off x="496523" y="3610223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1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40D38E62-31A0-0C27-8659-D369B91D3BFD}"/>
              </a:ext>
            </a:extLst>
          </p:cNvPr>
          <p:cNvSpPr/>
          <p:nvPr/>
        </p:nvSpPr>
        <p:spPr>
          <a:xfrm>
            <a:off x="494787" y="4565212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2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5CFD8158-CB64-5B6D-0835-23AB853E3748}"/>
              </a:ext>
            </a:extLst>
          </p:cNvPr>
          <p:cNvSpPr/>
          <p:nvPr/>
        </p:nvSpPr>
        <p:spPr>
          <a:xfrm>
            <a:off x="1767427" y="4565212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3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E41644D1-5D2F-70A8-131F-9817D57ECAF2}"/>
              </a:ext>
            </a:extLst>
          </p:cNvPr>
          <p:cNvSpPr/>
          <p:nvPr/>
        </p:nvSpPr>
        <p:spPr>
          <a:xfrm>
            <a:off x="445083" y="2259775"/>
            <a:ext cx="216000" cy="216000"/>
          </a:xfrm>
          <a:prstGeom prst="ellipse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A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1D262ED-6095-C92B-AC91-C48DA466E344}"/>
              </a:ext>
            </a:extLst>
          </p:cNvPr>
          <p:cNvSpPr/>
          <p:nvPr/>
        </p:nvSpPr>
        <p:spPr>
          <a:xfrm>
            <a:off x="3440653" y="2231258"/>
            <a:ext cx="216000" cy="216000"/>
          </a:xfrm>
          <a:prstGeom prst="ellipse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B 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333547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0CFF9-32ED-11F7-D6C8-CBBD82548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FCA68101-2ADC-7851-3E08-856BCA1A94CE}"/>
              </a:ext>
            </a:extLst>
          </p:cNvPr>
          <p:cNvSpPr txBox="1"/>
          <p:nvPr/>
        </p:nvSpPr>
        <p:spPr>
          <a:xfrm>
            <a:off x="308484" y="1519230"/>
            <a:ext cx="21962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문자 임시 </a:t>
            </a:r>
            <a:r>
              <a:rPr lang="ko-KR" altLang="en-US" sz="800" b="1" dirty="0" err="1"/>
              <a:t>비빌번호</a:t>
            </a:r>
            <a:r>
              <a:rPr lang="ko-KR" altLang="en-US" sz="800" b="1" dirty="0"/>
              <a:t> 발급 내용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9A5D38A-1ED0-B1E6-EAB5-8E95A456D25C}"/>
              </a:ext>
            </a:extLst>
          </p:cNvPr>
          <p:cNvSpPr/>
          <p:nvPr/>
        </p:nvSpPr>
        <p:spPr>
          <a:xfrm>
            <a:off x="314948" y="1812100"/>
            <a:ext cx="3065876" cy="1436880"/>
          </a:xfrm>
          <a:prstGeom prst="roundRect">
            <a:avLst>
              <a:gd name="adj" fmla="val 468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09976F-A1EF-FE65-9FA4-90389D04E14B}"/>
              </a:ext>
            </a:extLst>
          </p:cNvPr>
          <p:cNvSpPr txBox="1"/>
          <p:nvPr/>
        </p:nvSpPr>
        <p:spPr>
          <a:xfrm>
            <a:off x="397992" y="1957746"/>
            <a:ext cx="23968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[web</a:t>
            </a:r>
            <a:r>
              <a:rPr lang="ko-KR" altLang="en-US" sz="800" dirty="0"/>
              <a:t>발신</a:t>
            </a:r>
            <a:r>
              <a:rPr lang="en-US" altLang="ko-KR" sz="800" dirty="0"/>
              <a:t>]</a:t>
            </a:r>
            <a:endParaRPr lang="ko-KR" altLang="en-US" sz="800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80D5435-57BC-1699-A301-DC1570CCAE30}"/>
              </a:ext>
            </a:extLst>
          </p:cNvPr>
          <p:cNvCxnSpPr/>
          <p:nvPr/>
        </p:nvCxnSpPr>
        <p:spPr>
          <a:xfrm>
            <a:off x="428694" y="2220223"/>
            <a:ext cx="2880000" cy="0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9AAA874-6C6C-1C0D-F67A-0EB6282075DF}"/>
              </a:ext>
            </a:extLst>
          </p:cNvPr>
          <p:cNvSpPr txBox="1"/>
          <p:nvPr/>
        </p:nvSpPr>
        <p:spPr>
          <a:xfrm>
            <a:off x="308484" y="2304906"/>
            <a:ext cx="3371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</a:rPr>
              <a:t>wizshop</a:t>
            </a: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</a:rPr>
              <a:t>에서 요청하신 임시 비밀번호를 발급해드립니다</a:t>
            </a: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</a:rPr>
              <a:t>.</a:t>
            </a:r>
          </a:p>
          <a:p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</a:rPr>
              <a:t>임시 비밀번호</a:t>
            </a: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</a:rPr>
              <a:t>: </a:t>
            </a:r>
            <a:r>
              <a:rPr lang="en-US" altLang="ko-KR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</a:rPr>
              <a:t>AB12CD34</a:t>
            </a:r>
          </a:p>
          <a:p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</a:rPr>
              <a:t>로그인 후 반드시 새 비밀번호로 변경해 주세요</a:t>
            </a: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</a:rPr>
              <a:t>.</a:t>
            </a:r>
          </a:p>
          <a:p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</a:rPr>
              <a:t>※ </a:t>
            </a: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</a:rPr>
              <a:t>본 문자는 자동 발송되며</a:t>
            </a: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</a:rPr>
              <a:t>타인에게 공유하지 마시기 바랍니다</a:t>
            </a: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E4E8A2-9D6B-27AF-B36E-22F6A1B20502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>
                <a:solidFill>
                  <a:prstClr val="black"/>
                </a:solidFill>
              </a:rPr>
              <a:t>문자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F0838C-D797-27FD-6361-B80F99E26E5B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비밀번호 찾기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70F045-B61D-863E-D54E-760BDD605B17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임시비밀번호 발송 문자</a:t>
            </a:r>
          </a:p>
        </p:txBody>
      </p:sp>
      <p:graphicFrame>
        <p:nvGraphicFramePr>
          <p:cNvPr id="6" name="Group 260">
            <a:extLst>
              <a:ext uri="{FF2B5EF4-FFF2-40B4-BE49-F238E27FC236}">
                <a16:creationId xmlns:a16="http://schemas.microsoft.com/office/drawing/2014/main" id="{AA91E786-FF4C-F95E-6A27-53A16C7499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7703662"/>
              </p:ext>
            </p:extLst>
          </p:nvPr>
        </p:nvGraphicFramePr>
        <p:xfrm>
          <a:off x="6969418" y="2548005"/>
          <a:ext cx="2772114" cy="74121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문자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임시비밀번호 발송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임시 비밀번호</a:t>
                      </a:r>
                      <a:endParaRPr kumimoji="1" lang="en-US" altLang="ko-KR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발송된 임시비밀번호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- 8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자리 난수 번호 자동생성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</a:tbl>
          </a:graphicData>
        </a:graphic>
      </p:graphicFrame>
      <p:sp>
        <p:nvSpPr>
          <p:cNvPr id="10" name="타원 9">
            <a:extLst>
              <a:ext uri="{FF2B5EF4-FFF2-40B4-BE49-F238E27FC236}">
                <a16:creationId xmlns:a16="http://schemas.microsoft.com/office/drawing/2014/main" id="{DEEEB39C-2552-9A17-5980-7354BF00B224}"/>
              </a:ext>
            </a:extLst>
          </p:cNvPr>
          <p:cNvSpPr/>
          <p:nvPr/>
        </p:nvSpPr>
        <p:spPr>
          <a:xfrm>
            <a:off x="150104" y="1837607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1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45374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6FD2E-A87C-075A-F626-9DEDD39B9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163B7D45-AB25-0EE7-098E-674B02B4A998}"/>
              </a:ext>
            </a:extLst>
          </p:cNvPr>
          <p:cNvSpPr txBox="1"/>
          <p:nvPr/>
        </p:nvSpPr>
        <p:spPr>
          <a:xfrm rot="16200000">
            <a:off x="-432110" y="1197338"/>
            <a:ext cx="23066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C</a:t>
            </a:r>
            <a:r>
              <a:rPr lang="en-US" altLang="ko-KR" sz="3000" b="1" dirty="0">
                <a:solidFill>
                  <a:srgbClr val="D7D7D7"/>
                </a:solidFill>
                <a:latin typeface="Noto Sans" panose="020B0502040504020204" pitchFamily="34" charset="0"/>
              </a:rPr>
              <a:t>O</a:t>
            </a:r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NTENT</a:t>
            </a:r>
            <a:r>
              <a:rPr lang="en-US" altLang="ko-KR" sz="3000" b="1" dirty="0">
                <a:solidFill>
                  <a:srgbClr val="F0F0F0"/>
                </a:solidFill>
                <a:latin typeface="Noto Sans" panose="020B0502040504020204" pitchFamily="34" charset="0"/>
              </a:rPr>
              <a:t>S</a:t>
            </a:r>
            <a:endParaRPr lang="ko-KR" altLang="en-US" sz="3000" b="1" dirty="0">
              <a:solidFill>
                <a:srgbClr val="F0F0F0"/>
              </a:solidFill>
              <a:latin typeface="Noto Sans" panose="020B0502040504020204" pitchFamily="34" charset="0"/>
            </a:endParaRPr>
          </a:p>
        </p:txBody>
      </p:sp>
      <p:sp>
        <p:nvSpPr>
          <p:cNvPr id="30" name="Text Box 11">
            <a:extLst>
              <a:ext uri="{FF2B5EF4-FFF2-40B4-BE49-F238E27FC236}">
                <a16:creationId xmlns:a16="http://schemas.microsoft.com/office/drawing/2014/main" id="{124F5D12-7FF0-AC7C-E54B-D450ED8D2A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5436" y="2140622"/>
            <a:ext cx="4765463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회원가입 메뉴 구성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</p:txBody>
      </p:sp>
      <p:sp>
        <p:nvSpPr>
          <p:cNvPr id="31" name="Text Box 5">
            <a:extLst>
              <a:ext uri="{FF2B5EF4-FFF2-40B4-BE49-F238E27FC236}">
                <a16:creationId xmlns:a16="http://schemas.microsoft.com/office/drawing/2014/main" id="{A406B2D6-C718-DAD8-86A9-C327303EB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6305" y="1477454"/>
            <a:ext cx="277977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ko-KR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Noto Sans" panose="020B0502040504020204" pitchFamily="34" charset="0"/>
              </a:rPr>
              <a:t>회원가입</a:t>
            </a:r>
            <a:endParaRPr lang="en-US" altLang="ko-KR" sz="1600" b="1" dirty="0">
              <a:solidFill>
                <a:prstClr val="black">
                  <a:lumMod val="75000"/>
                  <a:lumOff val="25000"/>
                </a:prstClr>
              </a:solidFill>
              <a:latin typeface="Noto Sans" panose="020B0502040504020204" pitchFamily="34" charset="0"/>
            </a:endParaRP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D409CF77-24A6-9029-275D-246EE5B1FC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0483" y="1369732"/>
            <a:ext cx="764953" cy="5539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prstClr val="white"/>
                </a:solidFill>
              </a:rPr>
              <a:t>07</a:t>
            </a:r>
            <a:endParaRPr lang="ko-KR" altLang="en-US" sz="2000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596367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AC8D0-17D2-0785-6512-B7B5F3749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AA099D5A-DCF3-19F9-3F19-91E9C1714759}"/>
              </a:ext>
            </a:extLst>
          </p:cNvPr>
          <p:cNvSpPr txBox="1"/>
          <p:nvPr/>
        </p:nvSpPr>
        <p:spPr>
          <a:xfrm rot="16200000">
            <a:off x="-432110" y="1197338"/>
            <a:ext cx="23066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C</a:t>
            </a:r>
            <a:r>
              <a:rPr lang="en-US" altLang="ko-KR" sz="3000" b="1" dirty="0">
                <a:solidFill>
                  <a:srgbClr val="D7D7D7"/>
                </a:solidFill>
                <a:latin typeface="Noto Sans" panose="020B0502040504020204" pitchFamily="34" charset="0"/>
              </a:rPr>
              <a:t>O</a:t>
            </a:r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NTENT</a:t>
            </a:r>
            <a:r>
              <a:rPr lang="en-US" altLang="ko-KR" sz="3000" b="1" dirty="0">
                <a:solidFill>
                  <a:srgbClr val="F0F0F0"/>
                </a:solidFill>
                <a:latin typeface="Noto Sans" panose="020B0502040504020204" pitchFamily="34" charset="0"/>
              </a:rPr>
              <a:t>S</a:t>
            </a:r>
            <a:endParaRPr lang="ko-KR" altLang="en-US" sz="3000" b="1" dirty="0">
              <a:solidFill>
                <a:srgbClr val="F0F0F0"/>
              </a:solidFill>
              <a:latin typeface="Noto Sans" panose="020B0502040504020204" pitchFamily="34" charset="0"/>
            </a:endParaRPr>
          </a:p>
        </p:txBody>
      </p:sp>
      <p:sp>
        <p:nvSpPr>
          <p:cNvPr id="30" name="Text Box 11">
            <a:extLst>
              <a:ext uri="{FF2B5EF4-FFF2-40B4-BE49-F238E27FC236}">
                <a16:creationId xmlns:a16="http://schemas.microsoft.com/office/drawing/2014/main" id="{9031745A-866C-1A53-7888-01441812D7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5436" y="2140622"/>
            <a:ext cx="4765463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회원가입 메뉴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</p:txBody>
      </p:sp>
      <p:sp>
        <p:nvSpPr>
          <p:cNvPr id="31" name="Text Box 5">
            <a:extLst>
              <a:ext uri="{FF2B5EF4-FFF2-40B4-BE49-F238E27FC236}">
                <a16:creationId xmlns:a16="http://schemas.microsoft.com/office/drawing/2014/main" id="{9F1B5F15-77F5-7861-4A04-0D18E2C92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6305" y="1477454"/>
            <a:ext cx="277977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ko-KR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Noto Sans" panose="020B0502040504020204" pitchFamily="34" charset="0"/>
              </a:rPr>
              <a:t>회원가입</a:t>
            </a:r>
            <a:endParaRPr lang="en-US" altLang="ko-KR" sz="1600" b="1" dirty="0">
              <a:solidFill>
                <a:prstClr val="black">
                  <a:lumMod val="75000"/>
                  <a:lumOff val="25000"/>
                </a:prstClr>
              </a:solidFill>
              <a:latin typeface="Noto Sans" panose="020B0502040504020204" pitchFamily="34" charset="0"/>
            </a:endParaRP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56C28279-83A0-67F6-FFE9-D15622E4BF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0483" y="1369732"/>
            <a:ext cx="764953" cy="5539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prstClr val="white"/>
                </a:solidFill>
              </a:rPr>
              <a:t>01</a:t>
            </a:r>
            <a:endParaRPr lang="ko-KR" altLang="en-US" sz="2000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721947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6D241-349C-AA19-1A68-E974878B3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260">
            <a:extLst>
              <a:ext uri="{FF2B5EF4-FFF2-40B4-BE49-F238E27FC236}">
                <a16:creationId xmlns:a16="http://schemas.microsoft.com/office/drawing/2014/main" id="{84F648C6-3E7B-CDF3-267A-95EC6DA24C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094281"/>
              </p:ext>
            </p:extLst>
          </p:nvPr>
        </p:nvGraphicFramePr>
        <p:xfrm>
          <a:off x="6969418" y="2548005"/>
          <a:ext cx="2772114" cy="2552977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회원가입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자체 회원 가입 신청 페이지 </a:t>
                      </a: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정보 입력 이전</a:t>
                      </a: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이전 페이지 이동 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버튼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로그인 페이지 이동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0446551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자체 회원가입 정보 입력 페이지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en-US" altLang="ko-KR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Wizshop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BI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노출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자체 회원 가입 정보 입력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.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이메일 계정 필수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.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이름 필수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.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휴대전화번호 필수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.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비밀번호 필수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.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약관동의 필수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정보 입력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완료시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가입완료 버튼 활성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전문보기 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전문 팝업 링크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98225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가입완료 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가입정보 정상 입력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완료시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활성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가입완료 버튼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회원정보 저장 후 완료 페이지 이동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76790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7337539-ADEC-8E48-F3C6-39A9472FE22D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회원가입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427B45A-BE69-45AC-9CEB-286E900AF75A}"/>
              </a:ext>
            </a:extLst>
          </p:cNvPr>
          <p:cNvSpPr/>
          <p:nvPr/>
        </p:nvSpPr>
        <p:spPr>
          <a:xfrm>
            <a:off x="277701" y="1412776"/>
            <a:ext cx="3207008" cy="5040560"/>
          </a:xfrm>
          <a:prstGeom prst="roundRect">
            <a:avLst>
              <a:gd name="adj" fmla="val 4362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38855F55-5154-6B15-F454-D551B7E42205}"/>
              </a:ext>
            </a:extLst>
          </p:cNvPr>
          <p:cNvSpPr/>
          <p:nvPr/>
        </p:nvSpPr>
        <p:spPr>
          <a:xfrm>
            <a:off x="3632777" y="1412776"/>
            <a:ext cx="3207008" cy="5040560"/>
          </a:xfrm>
          <a:prstGeom prst="roundRect">
            <a:avLst>
              <a:gd name="adj" fmla="val 4362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0E860C62-7401-D27E-101D-29AD1374A10F}"/>
              </a:ext>
            </a:extLst>
          </p:cNvPr>
          <p:cNvGrpSpPr/>
          <p:nvPr/>
        </p:nvGrpSpPr>
        <p:grpSpPr>
          <a:xfrm>
            <a:off x="308484" y="1484784"/>
            <a:ext cx="3159192" cy="339407"/>
            <a:chOff x="441062" y="1669762"/>
            <a:chExt cx="3159192" cy="339407"/>
          </a:xfrm>
        </p:grpSpPr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8C18556C-F040-B818-C42E-3B8C2BC27DED}"/>
                </a:ext>
              </a:extLst>
            </p:cNvPr>
            <p:cNvCxnSpPr/>
            <p:nvPr/>
          </p:nvCxnSpPr>
          <p:spPr>
            <a:xfrm>
              <a:off x="452488" y="2009169"/>
              <a:ext cx="3096000" cy="0"/>
            </a:xfrm>
            <a:prstGeom prst="line">
              <a:avLst/>
            </a:prstGeom>
            <a:ln w="6350" cmpd="sng">
              <a:solidFill>
                <a:schemeClr val="bg1">
                  <a:lumMod val="50000"/>
                </a:schemeClr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CB136B3-8E86-97A9-9508-054CADFF1B57}"/>
                </a:ext>
              </a:extLst>
            </p:cNvPr>
            <p:cNvSpPr txBox="1"/>
            <p:nvPr/>
          </p:nvSpPr>
          <p:spPr>
            <a:xfrm>
              <a:off x="452487" y="1669762"/>
              <a:ext cx="314776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 err="1">
                  <a:solidFill>
                    <a:srgbClr val="2858A9"/>
                  </a:solidFill>
                </a:rPr>
                <a:t>wiz</a:t>
              </a:r>
              <a:r>
                <a:rPr lang="en-US" altLang="ko-KR" sz="1000" b="1" dirty="0" err="1">
                  <a:solidFill>
                    <a:srgbClr val="E853A1"/>
                  </a:solidFill>
                </a:rPr>
                <a:t>shop</a:t>
              </a:r>
              <a:r>
                <a:rPr lang="en-US" altLang="ko-KR" sz="1000" b="1" dirty="0">
                  <a:solidFill>
                    <a:srgbClr val="E853A1"/>
                  </a:solidFill>
                </a:rPr>
                <a:t> </a:t>
              </a:r>
              <a:r>
                <a:rPr lang="ko-KR" altLang="en-US" sz="1000" b="1" dirty="0"/>
                <a:t>회원가입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6BE6D52-B4FF-EC9F-C9C5-1A5C961DAAD4}"/>
                </a:ext>
              </a:extLst>
            </p:cNvPr>
            <p:cNvSpPr txBox="1"/>
            <p:nvPr/>
          </p:nvSpPr>
          <p:spPr>
            <a:xfrm>
              <a:off x="441062" y="1686166"/>
              <a:ext cx="24365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〈</a:t>
              </a:r>
              <a:endParaRPr lang="ko-KR" altLang="en-US" sz="1000" b="1" dirty="0"/>
            </a:p>
          </p:txBody>
        </p:sp>
      </p:grp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1618E0E0-F4C7-90AB-B9D1-9B771C4525D9}"/>
              </a:ext>
            </a:extLst>
          </p:cNvPr>
          <p:cNvSpPr/>
          <p:nvPr/>
        </p:nvSpPr>
        <p:spPr>
          <a:xfrm>
            <a:off x="381817" y="3301618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한글</a:t>
            </a:r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또는 영문 </a:t>
            </a:r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2~20</a:t>
            </a:r>
            <a:r>
              <a:rPr lang="ko-KR" altLang="en-US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자 이내로 입력해 주세요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D6AC0C9-03A4-3633-5D4D-9B3F4C73E5C5}"/>
              </a:ext>
            </a:extLst>
          </p:cNvPr>
          <p:cNvSpPr txBox="1"/>
          <p:nvPr/>
        </p:nvSpPr>
        <p:spPr>
          <a:xfrm>
            <a:off x="2704169" y="3340082"/>
            <a:ext cx="5926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/>
              <a:t>0/20</a:t>
            </a:r>
            <a:endParaRPr lang="ko-KR" altLang="en-US" sz="800" dirty="0"/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32785D1D-EE98-2FC8-2E53-E1A9B19048AB}"/>
              </a:ext>
            </a:extLst>
          </p:cNvPr>
          <p:cNvSpPr/>
          <p:nvPr/>
        </p:nvSpPr>
        <p:spPr>
          <a:xfrm>
            <a:off x="374824" y="3949690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dirty="0">
                <a:solidFill>
                  <a:schemeClr val="tx1"/>
                </a:solidFill>
                <a:latin typeface="맑은 고딕" pitchFamily="50" charset="-127"/>
              </a:rPr>
              <a:t>휴대전화번호를 숫자만 입력해 주세요</a:t>
            </a:r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</a:rPr>
              <a:t>.</a:t>
            </a:r>
            <a:endParaRPr lang="ko-KR" altLang="en-US" sz="800" dirty="0">
              <a:solidFill>
                <a:schemeClr val="tx1"/>
              </a:solidFill>
              <a:latin typeface="맑은 고딕" pitchFamily="50" charset="-127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5E0D5AE-2950-1897-14A4-AE06CAC2B264}"/>
              </a:ext>
            </a:extLst>
          </p:cNvPr>
          <p:cNvSpPr txBox="1"/>
          <p:nvPr/>
        </p:nvSpPr>
        <p:spPr>
          <a:xfrm>
            <a:off x="306712" y="3713021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휴대전화번호 </a:t>
            </a:r>
            <a:r>
              <a:rPr lang="en-US" altLang="ko-KR" sz="800" b="1" dirty="0">
                <a:solidFill>
                  <a:srgbClr val="FF0000"/>
                </a:solidFill>
              </a:rPr>
              <a:t>*</a:t>
            </a:r>
            <a:endParaRPr lang="ko-KR" altLang="en-US" sz="800" b="1" dirty="0"/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D6DFC4D1-85A0-EA79-8F9A-30139AB527D3}"/>
              </a:ext>
            </a:extLst>
          </p:cNvPr>
          <p:cNvSpPr/>
          <p:nvPr/>
        </p:nvSpPr>
        <p:spPr>
          <a:xfrm>
            <a:off x="374824" y="4597762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영문</a:t>
            </a:r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숫자</a:t>
            </a:r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특수문자가 모두 들어간 </a:t>
            </a:r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8-20</a:t>
            </a:r>
            <a:r>
              <a:rPr lang="ko-KR" altLang="en-US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자</a:t>
            </a:r>
          </a:p>
        </p:txBody>
      </p: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0FB91698-23C8-E22D-5A61-4A5B7F6E3C03}"/>
              </a:ext>
            </a:extLst>
          </p:cNvPr>
          <p:cNvSpPr/>
          <p:nvPr/>
        </p:nvSpPr>
        <p:spPr>
          <a:xfrm>
            <a:off x="2437942" y="3984594"/>
            <a:ext cx="842880" cy="21164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인증번호 발송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63F211D-AF00-D52F-6425-9954B132C2B8}"/>
              </a:ext>
            </a:extLst>
          </p:cNvPr>
          <p:cNvSpPr txBox="1"/>
          <p:nvPr/>
        </p:nvSpPr>
        <p:spPr>
          <a:xfrm>
            <a:off x="313705" y="1859099"/>
            <a:ext cx="31477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회원가입</a:t>
            </a:r>
          </a:p>
        </p:txBody>
      </p: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2B9EB730-E92E-4149-CA02-F741341B5030}"/>
              </a:ext>
            </a:extLst>
          </p:cNvPr>
          <p:cNvSpPr/>
          <p:nvPr/>
        </p:nvSpPr>
        <p:spPr>
          <a:xfrm>
            <a:off x="381817" y="2668905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아이디로 사용할 이메일을 입력해 주세요</a:t>
            </a:r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endParaRPr lang="ko-KR" altLang="en-US" sz="8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3" name="사각형: 둥근 모서리 102">
            <a:extLst>
              <a:ext uri="{FF2B5EF4-FFF2-40B4-BE49-F238E27FC236}">
                <a16:creationId xmlns:a16="http://schemas.microsoft.com/office/drawing/2014/main" id="{347E964D-8A30-B00E-B52D-E2B21AD8521A}"/>
              </a:ext>
            </a:extLst>
          </p:cNvPr>
          <p:cNvSpPr/>
          <p:nvPr/>
        </p:nvSpPr>
        <p:spPr>
          <a:xfrm>
            <a:off x="374823" y="4941998"/>
            <a:ext cx="2973559" cy="28803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비밀번호를 한 번 더 입력해 주세요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50FD248E-2EFB-3660-F74C-D2E88954367F}"/>
              </a:ext>
            </a:extLst>
          </p:cNvPr>
          <p:cNvSpPr txBox="1"/>
          <p:nvPr/>
        </p:nvSpPr>
        <p:spPr>
          <a:xfrm>
            <a:off x="3634476" y="1556792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약관동의</a:t>
            </a:r>
          </a:p>
        </p:txBody>
      </p: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3FF9AD88-F680-AE71-173C-F360E4FDB572}"/>
              </a:ext>
            </a:extLst>
          </p:cNvPr>
          <p:cNvGrpSpPr/>
          <p:nvPr/>
        </p:nvGrpSpPr>
        <p:grpSpPr>
          <a:xfrm>
            <a:off x="3679367" y="1812100"/>
            <a:ext cx="3075500" cy="1436880"/>
            <a:chOff x="3679367" y="1812100"/>
            <a:chExt cx="3075500" cy="1436880"/>
          </a:xfrm>
        </p:grpSpPr>
        <p:sp>
          <p:nvSpPr>
            <p:cNvPr id="112" name="사각형: 둥근 모서리 111">
              <a:extLst>
                <a:ext uri="{FF2B5EF4-FFF2-40B4-BE49-F238E27FC236}">
                  <a16:creationId xmlns:a16="http://schemas.microsoft.com/office/drawing/2014/main" id="{E40D9548-9DB9-978A-A9A0-94E2AF675286}"/>
                </a:ext>
              </a:extLst>
            </p:cNvPr>
            <p:cNvSpPr/>
            <p:nvPr/>
          </p:nvSpPr>
          <p:spPr>
            <a:xfrm>
              <a:off x="3679367" y="1812100"/>
              <a:ext cx="3065876" cy="1436880"/>
            </a:xfrm>
            <a:prstGeom prst="roundRect">
              <a:avLst>
                <a:gd name="adj" fmla="val 4685"/>
              </a:avLst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 lang="ko-KR" altLang="en-US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4B8418DF-4A35-CC95-3048-52D0CD554D30}"/>
                </a:ext>
              </a:extLst>
            </p:cNvPr>
            <p:cNvSpPr txBox="1"/>
            <p:nvPr/>
          </p:nvSpPr>
          <p:spPr>
            <a:xfrm>
              <a:off x="3762411" y="1957746"/>
              <a:ext cx="239686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□ 전체동의</a:t>
              </a:r>
            </a:p>
          </p:txBody>
        </p:sp>
        <p:cxnSp>
          <p:nvCxnSpPr>
            <p:cNvPr id="118" name="직선 연결선 117">
              <a:extLst>
                <a:ext uri="{FF2B5EF4-FFF2-40B4-BE49-F238E27FC236}">
                  <a16:creationId xmlns:a16="http://schemas.microsoft.com/office/drawing/2014/main" id="{BC2A1CFD-1DAE-5AAF-F0AF-2F750146BAAA}"/>
                </a:ext>
              </a:extLst>
            </p:cNvPr>
            <p:cNvCxnSpPr/>
            <p:nvPr/>
          </p:nvCxnSpPr>
          <p:spPr>
            <a:xfrm>
              <a:off x="3793113" y="2220223"/>
              <a:ext cx="2880000" cy="0"/>
            </a:xfrm>
            <a:prstGeom prst="line">
              <a:avLst/>
            </a:prstGeom>
            <a:ln w="6350" cmpd="sng">
              <a:solidFill>
                <a:schemeClr val="bg1">
                  <a:lumMod val="50000"/>
                </a:schemeClr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1" name="그룹 120">
              <a:extLst>
                <a:ext uri="{FF2B5EF4-FFF2-40B4-BE49-F238E27FC236}">
                  <a16:creationId xmlns:a16="http://schemas.microsoft.com/office/drawing/2014/main" id="{EF723B36-D739-63FD-BD29-11F705C2AA51}"/>
                </a:ext>
              </a:extLst>
            </p:cNvPr>
            <p:cNvGrpSpPr/>
            <p:nvPr/>
          </p:nvGrpSpPr>
          <p:grpSpPr>
            <a:xfrm>
              <a:off x="3758227" y="2304906"/>
              <a:ext cx="2996640" cy="573254"/>
              <a:chOff x="3758227" y="2304906"/>
              <a:chExt cx="2996640" cy="573254"/>
            </a:xfrm>
          </p:grpSpPr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37BADCA8-1B92-151D-E6CA-C3A7D3FB9A94}"/>
                  </a:ext>
                </a:extLst>
              </p:cNvPr>
              <p:cNvSpPr txBox="1"/>
              <p:nvPr/>
            </p:nvSpPr>
            <p:spPr>
              <a:xfrm>
                <a:off x="6081678" y="2332561"/>
                <a:ext cx="673189" cy="5455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200000"/>
                  </a:lnSpc>
                </a:pPr>
                <a:r>
                  <a:rPr lang="ko-KR" altLang="en-US" sz="800" b="1" dirty="0"/>
                  <a:t>전문보기</a:t>
                </a:r>
                <a:endParaRPr lang="en-US" altLang="ko-KR" sz="800" b="1" dirty="0"/>
              </a:p>
              <a:p>
                <a:pPr algn="ctr">
                  <a:lnSpc>
                    <a:spcPct val="200000"/>
                  </a:lnSpc>
                </a:pPr>
                <a:r>
                  <a:rPr lang="ko-KR" altLang="en-US" sz="800" b="1" dirty="0"/>
                  <a:t>전문보기</a:t>
                </a:r>
                <a:endParaRPr lang="en-US" altLang="ko-KR" sz="800" b="1" dirty="0"/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86EB8439-FC1C-104C-641B-271DD2FEDBEF}"/>
                  </a:ext>
                </a:extLst>
              </p:cNvPr>
              <p:cNvSpPr txBox="1"/>
              <p:nvPr/>
            </p:nvSpPr>
            <p:spPr>
              <a:xfrm>
                <a:off x="3758227" y="2304906"/>
                <a:ext cx="2396868" cy="5455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800" dirty="0"/>
                  <a:t>□ 이용약관 동의 </a:t>
                </a:r>
                <a:r>
                  <a:rPr lang="en-US" altLang="ko-KR" sz="800" dirty="0"/>
                  <a:t>(</a:t>
                </a:r>
                <a:r>
                  <a:rPr lang="ko-KR" altLang="en-US" sz="800" dirty="0"/>
                  <a:t>필수</a:t>
                </a:r>
                <a:r>
                  <a:rPr lang="en-US" altLang="ko-KR" sz="800" dirty="0"/>
                  <a:t>)</a:t>
                </a:r>
              </a:p>
              <a:p>
                <a:pPr>
                  <a:lnSpc>
                    <a:spcPct val="200000"/>
                  </a:lnSpc>
                </a:pPr>
                <a:r>
                  <a:rPr lang="ko-KR" altLang="en-US" sz="800" dirty="0"/>
                  <a:t>□ 개인정보 수집</a:t>
                </a:r>
                <a:r>
                  <a:rPr lang="en-US" altLang="ko-KR" sz="800" dirty="0"/>
                  <a:t>·</a:t>
                </a:r>
                <a:r>
                  <a:rPr lang="ko-KR" altLang="en-US" sz="800" dirty="0"/>
                  <a:t>이용 동의 </a:t>
                </a:r>
                <a:r>
                  <a:rPr lang="en-US" altLang="ko-KR" sz="800" dirty="0"/>
                  <a:t>(</a:t>
                </a:r>
                <a:r>
                  <a:rPr lang="ko-KR" altLang="en-US" sz="800" dirty="0"/>
                  <a:t>필수</a:t>
                </a:r>
                <a:r>
                  <a:rPr lang="en-US" altLang="ko-KR" sz="800" dirty="0"/>
                  <a:t>)</a:t>
                </a:r>
                <a:endParaRPr lang="ko-KR" altLang="en-US" sz="800" dirty="0"/>
              </a:p>
            </p:txBody>
          </p:sp>
        </p:grpSp>
      </p:grp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5F6FA662-E702-7162-4DA9-D4ADB514BA2B}"/>
              </a:ext>
            </a:extLst>
          </p:cNvPr>
          <p:cNvSpPr/>
          <p:nvPr/>
        </p:nvSpPr>
        <p:spPr>
          <a:xfrm>
            <a:off x="3706822" y="6035116"/>
            <a:ext cx="3065875" cy="28803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가입완료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7A0A2E-A7A8-1E13-ECAB-478AE27A3EBB}"/>
              </a:ext>
            </a:extLst>
          </p:cNvPr>
          <p:cNvSpPr txBox="1"/>
          <p:nvPr/>
        </p:nvSpPr>
        <p:spPr>
          <a:xfrm>
            <a:off x="2025324" y="2205955"/>
            <a:ext cx="143614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FF0000"/>
                </a:solidFill>
              </a:rPr>
              <a:t>* </a:t>
            </a:r>
            <a:r>
              <a:rPr lang="ko-KR" altLang="en-US" sz="800" b="1" dirty="0">
                <a:solidFill>
                  <a:srgbClr val="FF0000"/>
                </a:solidFill>
              </a:rPr>
              <a:t>필수 입력 사항 입니다</a:t>
            </a:r>
            <a:r>
              <a:rPr lang="en-US" altLang="ko-KR" sz="800" b="1" dirty="0">
                <a:solidFill>
                  <a:srgbClr val="FF0000"/>
                </a:solidFill>
              </a:rPr>
              <a:t>.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71FF00-F820-8DEA-0396-2498604A7180}"/>
              </a:ext>
            </a:extLst>
          </p:cNvPr>
          <p:cNvSpPr txBox="1"/>
          <p:nvPr/>
        </p:nvSpPr>
        <p:spPr>
          <a:xfrm>
            <a:off x="313705" y="3064949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이름 </a:t>
            </a:r>
            <a:r>
              <a:rPr lang="en-US" altLang="ko-KR" sz="800" b="1" dirty="0">
                <a:solidFill>
                  <a:srgbClr val="FF0000"/>
                </a:solidFill>
              </a:rPr>
              <a:t>*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05A138-B3D0-45AC-D21C-8402D83CD8EB}"/>
              </a:ext>
            </a:extLst>
          </p:cNvPr>
          <p:cNvSpPr txBox="1"/>
          <p:nvPr/>
        </p:nvSpPr>
        <p:spPr>
          <a:xfrm>
            <a:off x="306712" y="4361093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비밀번호 </a:t>
            </a:r>
            <a:r>
              <a:rPr lang="en-US" altLang="ko-KR" sz="800" b="1" dirty="0">
                <a:solidFill>
                  <a:srgbClr val="FF0000"/>
                </a:solidFill>
              </a:rPr>
              <a:t>*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B264B2-3DCB-70A7-9E38-2BEAB5E881D0}"/>
              </a:ext>
            </a:extLst>
          </p:cNvPr>
          <p:cNvSpPr txBox="1"/>
          <p:nvPr/>
        </p:nvSpPr>
        <p:spPr>
          <a:xfrm>
            <a:off x="313705" y="2432236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이메일 계정 </a:t>
            </a:r>
            <a:r>
              <a:rPr lang="en-US" altLang="ko-KR" sz="800" b="1" dirty="0">
                <a:solidFill>
                  <a:srgbClr val="FF0000"/>
                </a:solidFill>
              </a:rPr>
              <a:t>*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16" name="Eye">
            <a:extLst>
              <a:ext uri="{FF2B5EF4-FFF2-40B4-BE49-F238E27FC236}">
                <a16:creationId xmlns:a16="http://schemas.microsoft.com/office/drawing/2014/main" id="{87F2808E-B236-44E1-0AF2-977FE7BF6679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133303" y="4689140"/>
            <a:ext cx="163513" cy="93663"/>
          </a:xfrm>
          <a:custGeom>
            <a:avLst/>
            <a:gdLst>
              <a:gd name="T0" fmla="*/ 707 w 1415"/>
              <a:gd name="T1" fmla="*/ 0 h 804"/>
              <a:gd name="T2" fmla="*/ 28 w 1415"/>
              <a:gd name="T3" fmla="*/ 361 h 804"/>
              <a:gd name="T4" fmla="*/ 52 w 1415"/>
              <a:gd name="T5" fmla="*/ 490 h 804"/>
              <a:gd name="T6" fmla="*/ 105 w 1415"/>
              <a:gd name="T7" fmla="*/ 506 h 804"/>
              <a:gd name="T8" fmla="*/ 181 w 1415"/>
              <a:gd name="T9" fmla="*/ 465 h 804"/>
              <a:gd name="T10" fmla="*/ 200 w 1415"/>
              <a:gd name="T11" fmla="*/ 440 h 804"/>
              <a:gd name="T12" fmla="*/ 707 w 1415"/>
              <a:gd name="T13" fmla="*/ 804 h 804"/>
              <a:gd name="T14" fmla="*/ 1215 w 1415"/>
              <a:gd name="T15" fmla="*/ 440 h 804"/>
              <a:gd name="T16" fmla="*/ 1234 w 1415"/>
              <a:gd name="T17" fmla="*/ 465 h 804"/>
              <a:gd name="T18" fmla="*/ 1361 w 1415"/>
              <a:gd name="T19" fmla="*/ 490 h 804"/>
              <a:gd name="T20" fmla="*/ 1387 w 1415"/>
              <a:gd name="T21" fmla="*/ 361 h 804"/>
              <a:gd name="T22" fmla="*/ 707 w 1415"/>
              <a:gd name="T23" fmla="*/ 0 h 804"/>
              <a:gd name="T24" fmla="*/ 707 w 1415"/>
              <a:gd name="T25" fmla="*/ 199 h 804"/>
              <a:gd name="T26" fmla="*/ 881 w 1415"/>
              <a:gd name="T27" fmla="*/ 372 h 804"/>
              <a:gd name="T28" fmla="*/ 707 w 1415"/>
              <a:gd name="T29" fmla="*/ 546 h 804"/>
              <a:gd name="T30" fmla="*/ 534 w 1415"/>
              <a:gd name="T31" fmla="*/ 372 h 804"/>
              <a:gd name="T32" fmla="*/ 707 w 1415"/>
              <a:gd name="T33" fmla="*/ 199 h 804"/>
              <a:gd name="T34" fmla="*/ 493 w 1415"/>
              <a:gd name="T35" fmla="*/ 222 h 804"/>
              <a:gd name="T36" fmla="*/ 445 w 1415"/>
              <a:gd name="T37" fmla="*/ 372 h 804"/>
              <a:gd name="T38" fmla="*/ 707 w 1415"/>
              <a:gd name="T39" fmla="*/ 633 h 804"/>
              <a:gd name="T40" fmla="*/ 968 w 1415"/>
              <a:gd name="T41" fmla="*/ 372 h 804"/>
              <a:gd name="T42" fmla="*/ 922 w 1415"/>
              <a:gd name="T43" fmla="*/ 222 h 804"/>
              <a:gd name="T44" fmla="*/ 1161 w 1415"/>
              <a:gd name="T45" fmla="*/ 378 h 804"/>
              <a:gd name="T46" fmla="*/ 707 w 1415"/>
              <a:gd name="T47" fmla="*/ 735 h 804"/>
              <a:gd name="T48" fmla="*/ 254 w 1415"/>
              <a:gd name="T49" fmla="*/ 378 h 804"/>
              <a:gd name="T50" fmla="*/ 493 w 1415"/>
              <a:gd name="T51" fmla="*/ 222 h 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415" h="804">
                <a:moveTo>
                  <a:pt x="707" y="0"/>
                </a:moveTo>
                <a:cubicBezTo>
                  <a:pt x="434" y="0"/>
                  <a:pt x="181" y="136"/>
                  <a:pt x="28" y="361"/>
                </a:cubicBezTo>
                <a:cubicBezTo>
                  <a:pt x="0" y="404"/>
                  <a:pt x="10" y="462"/>
                  <a:pt x="52" y="490"/>
                </a:cubicBezTo>
                <a:cubicBezTo>
                  <a:pt x="68" y="501"/>
                  <a:pt x="87" y="506"/>
                  <a:pt x="105" y="506"/>
                </a:cubicBezTo>
                <a:cubicBezTo>
                  <a:pt x="134" y="506"/>
                  <a:pt x="163" y="491"/>
                  <a:pt x="181" y="465"/>
                </a:cubicBezTo>
                <a:cubicBezTo>
                  <a:pt x="187" y="456"/>
                  <a:pt x="193" y="448"/>
                  <a:pt x="200" y="440"/>
                </a:cubicBezTo>
                <a:cubicBezTo>
                  <a:pt x="272" y="651"/>
                  <a:pt x="471" y="804"/>
                  <a:pt x="707" y="804"/>
                </a:cubicBezTo>
                <a:cubicBezTo>
                  <a:pt x="943" y="804"/>
                  <a:pt x="1143" y="651"/>
                  <a:pt x="1215" y="440"/>
                </a:cubicBezTo>
                <a:cubicBezTo>
                  <a:pt x="1222" y="448"/>
                  <a:pt x="1228" y="456"/>
                  <a:pt x="1234" y="465"/>
                </a:cubicBezTo>
                <a:cubicBezTo>
                  <a:pt x="1263" y="507"/>
                  <a:pt x="1319" y="519"/>
                  <a:pt x="1361" y="490"/>
                </a:cubicBezTo>
                <a:cubicBezTo>
                  <a:pt x="1404" y="462"/>
                  <a:pt x="1415" y="404"/>
                  <a:pt x="1387" y="361"/>
                </a:cubicBezTo>
                <a:cubicBezTo>
                  <a:pt x="1234" y="135"/>
                  <a:pt x="979" y="0"/>
                  <a:pt x="707" y="0"/>
                </a:cubicBezTo>
                <a:close/>
                <a:moveTo>
                  <a:pt x="707" y="199"/>
                </a:moveTo>
                <a:cubicBezTo>
                  <a:pt x="803" y="199"/>
                  <a:pt x="881" y="275"/>
                  <a:pt x="881" y="372"/>
                </a:cubicBezTo>
                <a:cubicBezTo>
                  <a:pt x="881" y="468"/>
                  <a:pt x="803" y="546"/>
                  <a:pt x="707" y="546"/>
                </a:cubicBezTo>
                <a:cubicBezTo>
                  <a:pt x="611" y="546"/>
                  <a:pt x="534" y="468"/>
                  <a:pt x="534" y="372"/>
                </a:cubicBezTo>
                <a:cubicBezTo>
                  <a:pt x="534" y="276"/>
                  <a:pt x="611" y="199"/>
                  <a:pt x="707" y="199"/>
                </a:cubicBezTo>
                <a:close/>
                <a:moveTo>
                  <a:pt x="493" y="222"/>
                </a:moveTo>
                <a:cubicBezTo>
                  <a:pt x="463" y="265"/>
                  <a:pt x="445" y="316"/>
                  <a:pt x="445" y="372"/>
                </a:cubicBezTo>
                <a:cubicBezTo>
                  <a:pt x="445" y="516"/>
                  <a:pt x="562" y="633"/>
                  <a:pt x="707" y="633"/>
                </a:cubicBezTo>
                <a:cubicBezTo>
                  <a:pt x="851" y="633"/>
                  <a:pt x="968" y="516"/>
                  <a:pt x="968" y="372"/>
                </a:cubicBezTo>
                <a:cubicBezTo>
                  <a:pt x="968" y="316"/>
                  <a:pt x="951" y="265"/>
                  <a:pt x="922" y="222"/>
                </a:cubicBezTo>
                <a:cubicBezTo>
                  <a:pt x="1012" y="255"/>
                  <a:pt x="1093" y="309"/>
                  <a:pt x="1161" y="378"/>
                </a:cubicBezTo>
                <a:cubicBezTo>
                  <a:pt x="1111" y="583"/>
                  <a:pt x="926" y="735"/>
                  <a:pt x="707" y="735"/>
                </a:cubicBezTo>
                <a:cubicBezTo>
                  <a:pt x="487" y="735"/>
                  <a:pt x="304" y="583"/>
                  <a:pt x="254" y="378"/>
                </a:cubicBezTo>
                <a:cubicBezTo>
                  <a:pt x="322" y="309"/>
                  <a:pt x="403" y="255"/>
                  <a:pt x="493" y="222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Eye">
            <a:extLst>
              <a:ext uri="{FF2B5EF4-FFF2-40B4-BE49-F238E27FC236}">
                <a16:creationId xmlns:a16="http://schemas.microsoft.com/office/drawing/2014/main" id="{E8B6B7FD-DAED-C8AF-9213-663FDC4B3E23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133303" y="5049180"/>
            <a:ext cx="163513" cy="93663"/>
          </a:xfrm>
          <a:custGeom>
            <a:avLst/>
            <a:gdLst>
              <a:gd name="T0" fmla="*/ 707 w 1415"/>
              <a:gd name="T1" fmla="*/ 0 h 804"/>
              <a:gd name="T2" fmla="*/ 28 w 1415"/>
              <a:gd name="T3" fmla="*/ 361 h 804"/>
              <a:gd name="T4" fmla="*/ 52 w 1415"/>
              <a:gd name="T5" fmla="*/ 490 h 804"/>
              <a:gd name="T6" fmla="*/ 105 w 1415"/>
              <a:gd name="T7" fmla="*/ 506 h 804"/>
              <a:gd name="T8" fmla="*/ 181 w 1415"/>
              <a:gd name="T9" fmla="*/ 465 h 804"/>
              <a:gd name="T10" fmla="*/ 200 w 1415"/>
              <a:gd name="T11" fmla="*/ 440 h 804"/>
              <a:gd name="T12" fmla="*/ 707 w 1415"/>
              <a:gd name="T13" fmla="*/ 804 h 804"/>
              <a:gd name="T14" fmla="*/ 1215 w 1415"/>
              <a:gd name="T15" fmla="*/ 440 h 804"/>
              <a:gd name="T16" fmla="*/ 1234 w 1415"/>
              <a:gd name="T17" fmla="*/ 465 h 804"/>
              <a:gd name="T18" fmla="*/ 1361 w 1415"/>
              <a:gd name="T19" fmla="*/ 490 h 804"/>
              <a:gd name="T20" fmla="*/ 1387 w 1415"/>
              <a:gd name="T21" fmla="*/ 361 h 804"/>
              <a:gd name="T22" fmla="*/ 707 w 1415"/>
              <a:gd name="T23" fmla="*/ 0 h 804"/>
              <a:gd name="T24" fmla="*/ 707 w 1415"/>
              <a:gd name="T25" fmla="*/ 199 h 804"/>
              <a:gd name="T26" fmla="*/ 881 w 1415"/>
              <a:gd name="T27" fmla="*/ 372 h 804"/>
              <a:gd name="T28" fmla="*/ 707 w 1415"/>
              <a:gd name="T29" fmla="*/ 546 h 804"/>
              <a:gd name="T30" fmla="*/ 534 w 1415"/>
              <a:gd name="T31" fmla="*/ 372 h 804"/>
              <a:gd name="T32" fmla="*/ 707 w 1415"/>
              <a:gd name="T33" fmla="*/ 199 h 804"/>
              <a:gd name="T34" fmla="*/ 493 w 1415"/>
              <a:gd name="T35" fmla="*/ 222 h 804"/>
              <a:gd name="T36" fmla="*/ 445 w 1415"/>
              <a:gd name="T37" fmla="*/ 372 h 804"/>
              <a:gd name="T38" fmla="*/ 707 w 1415"/>
              <a:gd name="T39" fmla="*/ 633 h 804"/>
              <a:gd name="T40" fmla="*/ 968 w 1415"/>
              <a:gd name="T41" fmla="*/ 372 h 804"/>
              <a:gd name="T42" fmla="*/ 922 w 1415"/>
              <a:gd name="T43" fmla="*/ 222 h 804"/>
              <a:gd name="T44" fmla="*/ 1161 w 1415"/>
              <a:gd name="T45" fmla="*/ 378 h 804"/>
              <a:gd name="T46" fmla="*/ 707 w 1415"/>
              <a:gd name="T47" fmla="*/ 735 h 804"/>
              <a:gd name="T48" fmla="*/ 254 w 1415"/>
              <a:gd name="T49" fmla="*/ 378 h 804"/>
              <a:gd name="T50" fmla="*/ 493 w 1415"/>
              <a:gd name="T51" fmla="*/ 222 h 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415" h="804">
                <a:moveTo>
                  <a:pt x="707" y="0"/>
                </a:moveTo>
                <a:cubicBezTo>
                  <a:pt x="434" y="0"/>
                  <a:pt x="181" y="136"/>
                  <a:pt x="28" y="361"/>
                </a:cubicBezTo>
                <a:cubicBezTo>
                  <a:pt x="0" y="404"/>
                  <a:pt x="10" y="462"/>
                  <a:pt x="52" y="490"/>
                </a:cubicBezTo>
                <a:cubicBezTo>
                  <a:pt x="68" y="501"/>
                  <a:pt x="87" y="506"/>
                  <a:pt x="105" y="506"/>
                </a:cubicBezTo>
                <a:cubicBezTo>
                  <a:pt x="134" y="506"/>
                  <a:pt x="163" y="491"/>
                  <a:pt x="181" y="465"/>
                </a:cubicBezTo>
                <a:cubicBezTo>
                  <a:pt x="187" y="456"/>
                  <a:pt x="193" y="448"/>
                  <a:pt x="200" y="440"/>
                </a:cubicBezTo>
                <a:cubicBezTo>
                  <a:pt x="272" y="651"/>
                  <a:pt x="471" y="804"/>
                  <a:pt x="707" y="804"/>
                </a:cubicBezTo>
                <a:cubicBezTo>
                  <a:pt x="943" y="804"/>
                  <a:pt x="1143" y="651"/>
                  <a:pt x="1215" y="440"/>
                </a:cubicBezTo>
                <a:cubicBezTo>
                  <a:pt x="1222" y="448"/>
                  <a:pt x="1228" y="456"/>
                  <a:pt x="1234" y="465"/>
                </a:cubicBezTo>
                <a:cubicBezTo>
                  <a:pt x="1263" y="507"/>
                  <a:pt x="1319" y="519"/>
                  <a:pt x="1361" y="490"/>
                </a:cubicBezTo>
                <a:cubicBezTo>
                  <a:pt x="1404" y="462"/>
                  <a:pt x="1415" y="404"/>
                  <a:pt x="1387" y="361"/>
                </a:cubicBezTo>
                <a:cubicBezTo>
                  <a:pt x="1234" y="135"/>
                  <a:pt x="979" y="0"/>
                  <a:pt x="707" y="0"/>
                </a:cubicBezTo>
                <a:close/>
                <a:moveTo>
                  <a:pt x="707" y="199"/>
                </a:moveTo>
                <a:cubicBezTo>
                  <a:pt x="803" y="199"/>
                  <a:pt x="881" y="275"/>
                  <a:pt x="881" y="372"/>
                </a:cubicBezTo>
                <a:cubicBezTo>
                  <a:pt x="881" y="468"/>
                  <a:pt x="803" y="546"/>
                  <a:pt x="707" y="546"/>
                </a:cubicBezTo>
                <a:cubicBezTo>
                  <a:pt x="611" y="546"/>
                  <a:pt x="534" y="468"/>
                  <a:pt x="534" y="372"/>
                </a:cubicBezTo>
                <a:cubicBezTo>
                  <a:pt x="534" y="276"/>
                  <a:pt x="611" y="199"/>
                  <a:pt x="707" y="199"/>
                </a:cubicBezTo>
                <a:close/>
                <a:moveTo>
                  <a:pt x="493" y="222"/>
                </a:moveTo>
                <a:cubicBezTo>
                  <a:pt x="463" y="265"/>
                  <a:pt x="445" y="316"/>
                  <a:pt x="445" y="372"/>
                </a:cubicBezTo>
                <a:cubicBezTo>
                  <a:pt x="445" y="516"/>
                  <a:pt x="562" y="633"/>
                  <a:pt x="707" y="633"/>
                </a:cubicBezTo>
                <a:cubicBezTo>
                  <a:pt x="851" y="633"/>
                  <a:pt x="968" y="516"/>
                  <a:pt x="968" y="372"/>
                </a:cubicBezTo>
                <a:cubicBezTo>
                  <a:pt x="968" y="316"/>
                  <a:pt x="951" y="265"/>
                  <a:pt x="922" y="222"/>
                </a:cubicBezTo>
                <a:cubicBezTo>
                  <a:pt x="1012" y="255"/>
                  <a:pt x="1093" y="309"/>
                  <a:pt x="1161" y="378"/>
                </a:cubicBezTo>
                <a:cubicBezTo>
                  <a:pt x="1111" y="583"/>
                  <a:pt x="926" y="735"/>
                  <a:pt x="707" y="735"/>
                </a:cubicBezTo>
                <a:cubicBezTo>
                  <a:pt x="487" y="735"/>
                  <a:pt x="304" y="583"/>
                  <a:pt x="254" y="378"/>
                </a:cubicBezTo>
                <a:cubicBezTo>
                  <a:pt x="322" y="309"/>
                  <a:pt x="403" y="255"/>
                  <a:pt x="493" y="222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CB4FEF-0BEF-E705-A5D5-7F2DCD79AEA5}"/>
              </a:ext>
            </a:extLst>
          </p:cNvPr>
          <p:cNvSpPr txBox="1"/>
          <p:nvPr/>
        </p:nvSpPr>
        <p:spPr>
          <a:xfrm>
            <a:off x="3682916" y="3279155"/>
            <a:ext cx="2973559" cy="437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FF0000"/>
                </a:solidFill>
              </a:rPr>
              <a:t>서비스 이용을 위해 이용약관 및 개인정보 수집에 대한 동의가 필요합니다</a:t>
            </a:r>
            <a:r>
              <a:rPr lang="en-US" altLang="ko-KR" sz="800" dirty="0">
                <a:solidFill>
                  <a:srgbClr val="FF0000"/>
                </a:solidFill>
              </a:rPr>
              <a:t>.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F69EC1-DEDC-6680-2A33-0072DD273183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회원가입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E220EF9D-EDEB-67EE-65CC-EC5ED29D5C0D}"/>
              </a:ext>
            </a:extLst>
          </p:cNvPr>
          <p:cNvSpPr/>
          <p:nvPr/>
        </p:nvSpPr>
        <p:spPr>
          <a:xfrm>
            <a:off x="182468" y="1829163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2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0A746AA-3769-4D19-B3BB-19A38F23830D}"/>
              </a:ext>
            </a:extLst>
          </p:cNvPr>
          <p:cNvSpPr/>
          <p:nvPr/>
        </p:nvSpPr>
        <p:spPr>
          <a:xfrm>
            <a:off x="6051907" y="2346003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3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8A151291-2700-27CC-C01C-E71CD79CEC4F}"/>
              </a:ext>
            </a:extLst>
          </p:cNvPr>
          <p:cNvSpPr/>
          <p:nvPr/>
        </p:nvSpPr>
        <p:spPr>
          <a:xfrm>
            <a:off x="3598822" y="5882862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4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FD0559-C4B8-A7D2-0713-8CB92ED90793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>
                <a:solidFill>
                  <a:prstClr val="black"/>
                </a:solidFill>
              </a:rPr>
              <a:t>홈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회원가입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25F8E4E9-7F1B-1780-F13D-40176EB2531B}"/>
              </a:ext>
            </a:extLst>
          </p:cNvPr>
          <p:cNvSpPr/>
          <p:nvPr/>
        </p:nvSpPr>
        <p:spPr>
          <a:xfrm>
            <a:off x="255760" y="1266299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1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688963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8C3B3-F99B-51B6-27DC-F53A8F290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BD0761D-6E53-2AA1-8773-133CE20D4FF9}"/>
              </a:ext>
            </a:extLst>
          </p:cNvPr>
          <p:cNvSpPr/>
          <p:nvPr/>
        </p:nvSpPr>
        <p:spPr>
          <a:xfrm>
            <a:off x="277701" y="1412776"/>
            <a:ext cx="3207008" cy="5040560"/>
          </a:xfrm>
          <a:prstGeom prst="roundRect">
            <a:avLst>
              <a:gd name="adj" fmla="val 4362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501E63A6-1EE6-0396-1A69-9ED04047312C}"/>
              </a:ext>
            </a:extLst>
          </p:cNvPr>
          <p:cNvSpPr/>
          <p:nvPr/>
        </p:nvSpPr>
        <p:spPr>
          <a:xfrm>
            <a:off x="3632777" y="1412776"/>
            <a:ext cx="3207008" cy="5040560"/>
          </a:xfrm>
          <a:prstGeom prst="roundRect">
            <a:avLst>
              <a:gd name="adj" fmla="val 4362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1118AA61-AE37-B801-F7E2-1C2908079814}"/>
              </a:ext>
            </a:extLst>
          </p:cNvPr>
          <p:cNvGrpSpPr/>
          <p:nvPr/>
        </p:nvGrpSpPr>
        <p:grpSpPr>
          <a:xfrm>
            <a:off x="308484" y="1484784"/>
            <a:ext cx="3159192" cy="339407"/>
            <a:chOff x="441062" y="1669762"/>
            <a:chExt cx="3159192" cy="339407"/>
          </a:xfrm>
        </p:grpSpPr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360C9AC7-2D9C-4113-A625-1D40F093BF61}"/>
                </a:ext>
              </a:extLst>
            </p:cNvPr>
            <p:cNvCxnSpPr/>
            <p:nvPr/>
          </p:nvCxnSpPr>
          <p:spPr>
            <a:xfrm>
              <a:off x="452488" y="2009169"/>
              <a:ext cx="3096000" cy="0"/>
            </a:xfrm>
            <a:prstGeom prst="line">
              <a:avLst/>
            </a:prstGeom>
            <a:ln w="6350" cmpd="sng">
              <a:solidFill>
                <a:schemeClr val="bg1">
                  <a:lumMod val="50000"/>
                </a:schemeClr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78D72D21-78A0-B4BF-6701-1673D9E5A061}"/>
                </a:ext>
              </a:extLst>
            </p:cNvPr>
            <p:cNvSpPr txBox="1"/>
            <p:nvPr/>
          </p:nvSpPr>
          <p:spPr>
            <a:xfrm>
              <a:off x="452487" y="1669762"/>
              <a:ext cx="314776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 err="1">
                  <a:solidFill>
                    <a:srgbClr val="2858A9"/>
                  </a:solidFill>
                </a:rPr>
                <a:t>wiz</a:t>
              </a:r>
              <a:r>
                <a:rPr lang="en-US" altLang="ko-KR" sz="1000" b="1" dirty="0" err="1">
                  <a:solidFill>
                    <a:srgbClr val="E853A1"/>
                  </a:solidFill>
                </a:rPr>
                <a:t>shop</a:t>
              </a:r>
              <a:r>
                <a:rPr lang="en-US" altLang="ko-KR" sz="1000" b="1" dirty="0">
                  <a:solidFill>
                    <a:srgbClr val="E853A1"/>
                  </a:solidFill>
                </a:rPr>
                <a:t> </a:t>
              </a:r>
              <a:r>
                <a:rPr lang="ko-KR" altLang="en-US" sz="1000" b="1" dirty="0"/>
                <a:t>회원가입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291441E-8C72-8636-76FB-F33BEBDC063B}"/>
                </a:ext>
              </a:extLst>
            </p:cNvPr>
            <p:cNvSpPr txBox="1"/>
            <p:nvPr/>
          </p:nvSpPr>
          <p:spPr>
            <a:xfrm>
              <a:off x="441062" y="1686166"/>
              <a:ext cx="24365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〈</a:t>
              </a:r>
              <a:endParaRPr lang="ko-KR" altLang="en-US" sz="1000" b="1" dirty="0"/>
            </a:p>
          </p:txBody>
        </p:sp>
      </p:grp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3E92B973-7F80-25E3-231C-557101F207F8}"/>
              </a:ext>
            </a:extLst>
          </p:cNvPr>
          <p:cNvSpPr/>
          <p:nvPr/>
        </p:nvSpPr>
        <p:spPr>
          <a:xfrm>
            <a:off x="381817" y="3517642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홍길동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04593D3-8E54-5060-32B0-EB877E89D534}"/>
              </a:ext>
            </a:extLst>
          </p:cNvPr>
          <p:cNvSpPr txBox="1"/>
          <p:nvPr/>
        </p:nvSpPr>
        <p:spPr>
          <a:xfrm>
            <a:off x="313705" y="3280973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이름 </a:t>
            </a:r>
            <a:r>
              <a:rPr lang="en-US" altLang="ko-KR" sz="800" b="1" dirty="0">
                <a:solidFill>
                  <a:srgbClr val="FF0000"/>
                </a:solidFill>
              </a:rPr>
              <a:t>*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A717B71-1A17-3AD9-38C2-3AECAD7C15A0}"/>
              </a:ext>
            </a:extLst>
          </p:cNvPr>
          <p:cNvSpPr txBox="1"/>
          <p:nvPr/>
        </p:nvSpPr>
        <p:spPr>
          <a:xfrm>
            <a:off x="2704169" y="3556106"/>
            <a:ext cx="5926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/>
              <a:t>3/20</a:t>
            </a:r>
            <a:endParaRPr lang="ko-KR" altLang="en-US" sz="8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4E8DA54-EDFA-197F-C152-9CD2FF128E0B}"/>
              </a:ext>
            </a:extLst>
          </p:cNvPr>
          <p:cNvSpPr txBox="1"/>
          <p:nvPr/>
        </p:nvSpPr>
        <p:spPr>
          <a:xfrm>
            <a:off x="313705" y="1859099"/>
            <a:ext cx="31477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회원가입</a:t>
            </a:r>
          </a:p>
        </p:txBody>
      </p: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BB334304-5227-8E21-7DE4-AD60752E04B6}"/>
              </a:ext>
            </a:extLst>
          </p:cNvPr>
          <p:cNvSpPr/>
          <p:nvPr/>
        </p:nvSpPr>
        <p:spPr>
          <a:xfrm>
            <a:off x="381817" y="2668905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Abcde123@naver.com</a:t>
            </a:r>
            <a:endParaRPr lang="ko-KR" altLang="en-US" sz="8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DF9DED5-4E96-B075-60B4-8DF1FB135774}"/>
              </a:ext>
            </a:extLst>
          </p:cNvPr>
          <p:cNvSpPr txBox="1"/>
          <p:nvPr/>
        </p:nvSpPr>
        <p:spPr>
          <a:xfrm>
            <a:off x="313705" y="2432236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이메일 계정 </a:t>
            </a:r>
            <a:r>
              <a:rPr lang="en-US" altLang="ko-KR" sz="800" b="1" dirty="0">
                <a:solidFill>
                  <a:srgbClr val="FF0000"/>
                </a:solidFill>
              </a:rPr>
              <a:t>*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E6631064-AE1F-4F58-DF16-6D4899EFD7D1}"/>
              </a:ext>
            </a:extLst>
          </p:cNvPr>
          <p:cNvSpPr txBox="1"/>
          <p:nvPr/>
        </p:nvSpPr>
        <p:spPr>
          <a:xfrm>
            <a:off x="3634476" y="2564904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약관동의</a:t>
            </a:r>
          </a:p>
        </p:txBody>
      </p: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08E860BE-4421-6430-5E42-4AC41D82A751}"/>
              </a:ext>
            </a:extLst>
          </p:cNvPr>
          <p:cNvGrpSpPr/>
          <p:nvPr/>
        </p:nvGrpSpPr>
        <p:grpSpPr>
          <a:xfrm>
            <a:off x="3679367" y="2820212"/>
            <a:ext cx="3075500" cy="1436880"/>
            <a:chOff x="3679367" y="1812100"/>
            <a:chExt cx="3075500" cy="1436880"/>
          </a:xfrm>
        </p:grpSpPr>
        <p:sp>
          <p:nvSpPr>
            <p:cNvPr id="112" name="사각형: 둥근 모서리 111">
              <a:extLst>
                <a:ext uri="{FF2B5EF4-FFF2-40B4-BE49-F238E27FC236}">
                  <a16:creationId xmlns:a16="http://schemas.microsoft.com/office/drawing/2014/main" id="{BD64EAD7-42D5-8CD8-2501-B533225C282C}"/>
                </a:ext>
              </a:extLst>
            </p:cNvPr>
            <p:cNvSpPr/>
            <p:nvPr/>
          </p:nvSpPr>
          <p:spPr>
            <a:xfrm>
              <a:off x="3679367" y="1812100"/>
              <a:ext cx="3065876" cy="1436880"/>
            </a:xfrm>
            <a:prstGeom prst="roundRect">
              <a:avLst>
                <a:gd name="adj" fmla="val 4685"/>
              </a:avLst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 lang="ko-KR" altLang="en-US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5C940017-C815-383F-ADFE-6116D684B770}"/>
                </a:ext>
              </a:extLst>
            </p:cNvPr>
            <p:cNvSpPr txBox="1"/>
            <p:nvPr/>
          </p:nvSpPr>
          <p:spPr>
            <a:xfrm>
              <a:off x="3762411" y="1957746"/>
              <a:ext cx="239686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■ 전체동의</a:t>
              </a:r>
            </a:p>
          </p:txBody>
        </p:sp>
        <p:cxnSp>
          <p:nvCxnSpPr>
            <p:cNvPr id="118" name="직선 연결선 117">
              <a:extLst>
                <a:ext uri="{FF2B5EF4-FFF2-40B4-BE49-F238E27FC236}">
                  <a16:creationId xmlns:a16="http://schemas.microsoft.com/office/drawing/2014/main" id="{669EADE0-0EFA-CD14-3F8C-8E2577E19268}"/>
                </a:ext>
              </a:extLst>
            </p:cNvPr>
            <p:cNvCxnSpPr/>
            <p:nvPr/>
          </p:nvCxnSpPr>
          <p:spPr>
            <a:xfrm>
              <a:off x="3793113" y="2220223"/>
              <a:ext cx="2880000" cy="0"/>
            </a:xfrm>
            <a:prstGeom prst="line">
              <a:avLst/>
            </a:prstGeom>
            <a:ln w="6350" cmpd="sng">
              <a:solidFill>
                <a:schemeClr val="bg1">
                  <a:lumMod val="50000"/>
                </a:schemeClr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1" name="그룹 120">
              <a:extLst>
                <a:ext uri="{FF2B5EF4-FFF2-40B4-BE49-F238E27FC236}">
                  <a16:creationId xmlns:a16="http://schemas.microsoft.com/office/drawing/2014/main" id="{DFB930D8-CFCE-2B4D-2775-7EEF722DED44}"/>
                </a:ext>
              </a:extLst>
            </p:cNvPr>
            <p:cNvGrpSpPr/>
            <p:nvPr/>
          </p:nvGrpSpPr>
          <p:grpSpPr>
            <a:xfrm>
              <a:off x="3758227" y="2304906"/>
              <a:ext cx="2996640" cy="573254"/>
              <a:chOff x="3758227" y="2304906"/>
              <a:chExt cx="2996640" cy="573254"/>
            </a:xfrm>
          </p:grpSpPr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EF0D3AFB-C649-A1E0-C451-3E505D47E998}"/>
                  </a:ext>
                </a:extLst>
              </p:cNvPr>
              <p:cNvSpPr txBox="1"/>
              <p:nvPr/>
            </p:nvSpPr>
            <p:spPr>
              <a:xfrm>
                <a:off x="6081678" y="2332561"/>
                <a:ext cx="673189" cy="5455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200000"/>
                  </a:lnSpc>
                </a:pPr>
                <a:r>
                  <a:rPr lang="ko-KR" altLang="en-US" sz="800" b="1" dirty="0"/>
                  <a:t>전문보기</a:t>
                </a:r>
                <a:endParaRPr lang="en-US" altLang="ko-KR" sz="800" b="1" dirty="0"/>
              </a:p>
              <a:p>
                <a:pPr algn="ctr">
                  <a:lnSpc>
                    <a:spcPct val="200000"/>
                  </a:lnSpc>
                </a:pPr>
                <a:r>
                  <a:rPr lang="ko-KR" altLang="en-US" sz="800" b="1" dirty="0"/>
                  <a:t>전문보기</a:t>
                </a:r>
                <a:endParaRPr lang="en-US" altLang="ko-KR" sz="800" b="1" dirty="0"/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3E37AC1D-8860-6C1A-D19C-2464432DB7DD}"/>
                  </a:ext>
                </a:extLst>
              </p:cNvPr>
              <p:cNvSpPr txBox="1"/>
              <p:nvPr/>
            </p:nvSpPr>
            <p:spPr>
              <a:xfrm>
                <a:off x="3758227" y="2304906"/>
                <a:ext cx="2396868" cy="5455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800" dirty="0"/>
                  <a:t>■ 이용약관 동의 </a:t>
                </a:r>
                <a:r>
                  <a:rPr lang="en-US" altLang="ko-KR" sz="800" dirty="0"/>
                  <a:t>(</a:t>
                </a:r>
                <a:r>
                  <a:rPr lang="ko-KR" altLang="en-US" sz="800" dirty="0"/>
                  <a:t>필수</a:t>
                </a:r>
                <a:r>
                  <a:rPr lang="en-US" altLang="ko-KR" sz="800" dirty="0"/>
                  <a:t>)</a:t>
                </a:r>
              </a:p>
              <a:p>
                <a:pPr>
                  <a:lnSpc>
                    <a:spcPct val="200000"/>
                  </a:lnSpc>
                </a:pPr>
                <a:r>
                  <a:rPr lang="ko-KR" altLang="en-US" sz="800" dirty="0"/>
                  <a:t>■ 개인정보 수집</a:t>
                </a:r>
                <a:r>
                  <a:rPr lang="en-US" altLang="ko-KR" sz="800" dirty="0"/>
                  <a:t>·</a:t>
                </a:r>
                <a:r>
                  <a:rPr lang="ko-KR" altLang="en-US" sz="800" dirty="0"/>
                  <a:t>이용 동의 </a:t>
                </a:r>
                <a:r>
                  <a:rPr lang="en-US" altLang="ko-KR" sz="800" dirty="0"/>
                  <a:t>(</a:t>
                </a:r>
                <a:r>
                  <a:rPr lang="ko-KR" altLang="en-US" sz="800" dirty="0"/>
                  <a:t>필수</a:t>
                </a:r>
                <a:r>
                  <a:rPr lang="en-US" altLang="ko-KR" sz="800" dirty="0"/>
                  <a:t>)</a:t>
                </a:r>
                <a:endParaRPr lang="ko-KR" altLang="en-US" sz="800" dirty="0"/>
              </a:p>
            </p:txBody>
          </p:sp>
        </p:grpSp>
      </p:grp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21A62A1A-7CA2-3823-9BEE-294647194654}"/>
              </a:ext>
            </a:extLst>
          </p:cNvPr>
          <p:cNvSpPr/>
          <p:nvPr/>
        </p:nvSpPr>
        <p:spPr>
          <a:xfrm>
            <a:off x="3706822" y="4486944"/>
            <a:ext cx="3065875" cy="288032"/>
          </a:xfrm>
          <a:prstGeom prst="round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가입완료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DAF41D-C0DA-7A3E-D6C8-686F15D51A82}"/>
              </a:ext>
            </a:extLst>
          </p:cNvPr>
          <p:cNvSpPr txBox="1"/>
          <p:nvPr/>
        </p:nvSpPr>
        <p:spPr>
          <a:xfrm>
            <a:off x="2025324" y="2205955"/>
            <a:ext cx="143614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FF0000"/>
                </a:solidFill>
              </a:rPr>
              <a:t>* </a:t>
            </a:r>
            <a:r>
              <a:rPr lang="ko-KR" altLang="en-US" sz="800" b="1" dirty="0">
                <a:solidFill>
                  <a:srgbClr val="FF0000"/>
                </a:solidFill>
              </a:rPr>
              <a:t>필수 입력 사항 입니다</a:t>
            </a:r>
            <a:r>
              <a:rPr lang="en-US" altLang="ko-KR" sz="800" b="1" dirty="0">
                <a:solidFill>
                  <a:srgbClr val="FF0000"/>
                </a:solidFill>
              </a:rPr>
              <a:t>.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00AEBD-46B4-DE1E-11F1-909DAABFA716}"/>
              </a:ext>
            </a:extLst>
          </p:cNvPr>
          <p:cNvSpPr txBox="1"/>
          <p:nvPr/>
        </p:nvSpPr>
        <p:spPr>
          <a:xfrm>
            <a:off x="362486" y="2981783"/>
            <a:ext cx="2973559" cy="253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0000FF"/>
                </a:solidFill>
              </a:rPr>
              <a:t>사용</a:t>
            </a:r>
            <a:r>
              <a:rPr lang="en-US" altLang="ko-KR" sz="800" dirty="0">
                <a:solidFill>
                  <a:srgbClr val="0000FF"/>
                </a:solidFill>
              </a:rPr>
              <a:t> </a:t>
            </a:r>
            <a:r>
              <a:rPr lang="ko-KR" altLang="en-US" sz="800" dirty="0">
                <a:solidFill>
                  <a:srgbClr val="0000FF"/>
                </a:solidFill>
              </a:rPr>
              <a:t>가능한 이메일 주소 입니다</a:t>
            </a:r>
            <a:r>
              <a:rPr lang="en-US" altLang="ko-KR" sz="800" dirty="0">
                <a:solidFill>
                  <a:srgbClr val="0000FF"/>
                </a:solidFill>
              </a:rPr>
              <a:t>.</a:t>
            </a:r>
            <a:endParaRPr lang="ko-KR" altLang="en-US" sz="800" dirty="0">
              <a:solidFill>
                <a:srgbClr val="0000FF"/>
              </a:solidFill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55EAAA3A-7588-1BF5-8C1D-2CF32B73265C}"/>
              </a:ext>
            </a:extLst>
          </p:cNvPr>
          <p:cNvSpPr/>
          <p:nvPr/>
        </p:nvSpPr>
        <p:spPr>
          <a:xfrm>
            <a:off x="3688138" y="1806950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********</a:t>
            </a:r>
            <a:endParaRPr lang="ko-KR" altLang="en-US" sz="8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25BC86A-FDA0-55B4-178D-319B27314543}"/>
              </a:ext>
            </a:extLst>
          </p:cNvPr>
          <p:cNvSpPr txBox="1"/>
          <p:nvPr/>
        </p:nvSpPr>
        <p:spPr>
          <a:xfrm>
            <a:off x="3620026" y="1570281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비밀번호 </a:t>
            </a:r>
            <a:r>
              <a:rPr lang="en-US" altLang="ko-KR" sz="800" b="1" dirty="0">
                <a:solidFill>
                  <a:srgbClr val="FF0000"/>
                </a:solidFill>
              </a:rPr>
              <a:t>*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A43BC9A2-9E09-9E0C-2983-5E33D86654D9}"/>
              </a:ext>
            </a:extLst>
          </p:cNvPr>
          <p:cNvSpPr/>
          <p:nvPr/>
        </p:nvSpPr>
        <p:spPr>
          <a:xfrm>
            <a:off x="3688137" y="2151186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Abcd-1234</a:t>
            </a:r>
            <a:endParaRPr lang="ko-KR" altLang="en-US" sz="8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" name="Eye">
            <a:extLst>
              <a:ext uri="{FF2B5EF4-FFF2-40B4-BE49-F238E27FC236}">
                <a16:creationId xmlns:a16="http://schemas.microsoft.com/office/drawing/2014/main" id="{5AD21485-6363-8625-B575-1A9BE3ABAD26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446617" y="1898328"/>
            <a:ext cx="163513" cy="93663"/>
          </a:xfrm>
          <a:custGeom>
            <a:avLst/>
            <a:gdLst>
              <a:gd name="T0" fmla="*/ 707 w 1415"/>
              <a:gd name="T1" fmla="*/ 0 h 804"/>
              <a:gd name="T2" fmla="*/ 28 w 1415"/>
              <a:gd name="T3" fmla="*/ 361 h 804"/>
              <a:gd name="T4" fmla="*/ 52 w 1415"/>
              <a:gd name="T5" fmla="*/ 490 h 804"/>
              <a:gd name="T6" fmla="*/ 105 w 1415"/>
              <a:gd name="T7" fmla="*/ 506 h 804"/>
              <a:gd name="T8" fmla="*/ 181 w 1415"/>
              <a:gd name="T9" fmla="*/ 465 h 804"/>
              <a:gd name="T10" fmla="*/ 200 w 1415"/>
              <a:gd name="T11" fmla="*/ 440 h 804"/>
              <a:gd name="T12" fmla="*/ 707 w 1415"/>
              <a:gd name="T13" fmla="*/ 804 h 804"/>
              <a:gd name="T14" fmla="*/ 1215 w 1415"/>
              <a:gd name="T15" fmla="*/ 440 h 804"/>
              <a:gd name="T16" fmla="*/ 1234 w 1415"/>
              <a:gd name="T17" fmla="*/ 465 h 804"/>
              <a:gd name="T18" fmla="*/ 1361 w 1415"/>
              <a:gd name="T19" fmla="*/ 490 h 804"/>
              <a:gd name="T20" fmla="*/ 1387 w 1415"/>
              <a:gd name="T21" fmla="*/ 361 h 804"/>
              <a:gd name="T22" fmla="*/ 707 w 1415"/>
              <a:gd name="T23" fmla="*/ 0 h 804"/>
              <a:gd name="T24" fmla="*/ 707 w 1415"/>
              <a:gd name="T25" fmla="*/ 199 h 804"/>
              <a:gd name="T26" fmla="*/ 881 w 1415"/>
              <a:gd name="T27" fmla="*/ 372 h 804"/>
              <a:gd name="T28" fmla="*/ 707 w 1415"/>
              <a:gd name="T29" fmla="*/ 546 h 804"/>
              <a:gd name="T30" fmla="*/ 534 w 1415"/>
              <a:gd name="T31" fmla="*/ 372 h 804"/>
              <a:gd name="T32" fmla="*/ 707 w 1415"/>
              <a:gd name="T33" fmla="*/ 199 h 804"/>
              <a:gd name="T34" fmla="*/ 493 w 1415"/>
              <a:gd name="T35" fmla="*/ 222 h 804"/>
              <a:gd name="T36" fmla="*/ 445 w 1415"/>
              <a:gd name="T37" fmla="*/ 372 h 804"/>
              <a:gd name="T38" fmla="*/ 707 w 1415"/>
              <a:gd name="T39" fmla="*/ 633 h 804"/>
              <a:gd name="T40" fmla="*/ 968 w 1415"/>
              <a:gd name="T41" fmla="*/ 372 h 804"/>
              <a:gd name="T42" fmla="*/ 922 w 1415"/>
              <a:gd name="T43" fmla="*/ 222 h 804"/>
              <a:gd name="T44" fmla="*/ 1161 w 1415"/>
              <a:gd name="T45" fmla="*/ 378 h 804"/>
              <a:gd name="T46" fmla="*/ 707 w 1415"/>
              <a:gd name="T47" fmla="*/ 735 h 804"/>
              <a:gd name="T48" fmla="*/ 254 w 1415"/>
              <a:gd name="T49" fmla="*/ 378 h 804"/>
              <a:gd name="T50" fmla="*/ 493 w 1415"/>
              <a:gd name="T51" fmla="*/ 222 h 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415" h="804">
                <a:moveTo>
                  <a:pt x="707" y="0"/>
                </a:moveTo>
                <a:cubicBezTo>
                  <a:pt x="434" y="0"/>
                  <a:pt x="181" y="136"/>
                  <a:pt x="28" y="361"/>
                </a:cubicBezTo>
                <a:cubicBezTo>
                  <a:pt x="0" y="404"/>
                  <a:pt x="10" y="462"/>
                  <a:pt x="52" y="490"/>
                </a:cubicBezTo>
                <a:cubicBezTo>
                  <a:pt x="68" y="501"/>
                  <a:pt x="87" y="506"/>
                  <a:pt x="105" y="506"/>
                </a:cubicBezTo>
                <a:cubicBezTo>
                  <a:pt x="134" y="506"/>
                  <a:pt x="163" y="491"/>
                  <a:pt x="181" y="465"/>
                </a:cubicBezTo>
                <a:cubicBezTo>
                  <a:pt x="187" y="456"/>
                  <a:pt x="193" y="448"/>
                  <a:pt x="200" y="440"/>
                </a:cubicBezTo>
                <a:cubicBezTo>
                  <a:pt x="272" y="651"/>
                  <a:pt x="471" y="804"/>
                  <a:pt x="707" y="804"/>
                </a:cubicBezTo>
                <a:cubicBezTo>
                  <a:pt x="943" y="804"/>
                  <a:pt x="1143" y="651"/>
                  <a:pt x="1215" y="440"/>
                </a:cubicBezTo>
                <a:cubicBezTo>
                  <a:pt x="1222" y="448"/>
                  <a:pt x="1228" y="456"/>
                  <a:pt x="1234" y="465"/>
                </a:cubicBezTo>
                <a:cubicBezTo>
                  <a:pt x="1263" y="507"/>
                  <a:pt x="1319" y="519"/>
                  <a:pt x="1361" y="490"/>
                </a:cubicBezTo>
                <a:cubicBezTo>
                  <a:pt x="1404" y="462"/>
                  <a:pt x="1415" y="404"/>
                  <a:pt x="1387" y="361"/>
                </a:cubicBezTo>
                <a:cubicBezTo>
                  <a:pt x="1234" y="135"/>
                  <a:pt x="979" y="0"/>
                  <a:pt x="707" y="0"/>
                </a:cubicBezTo>
                <a:close/>
                <a:moveTo>
                  <a:pt x="707" y="199"/>
                </a:moveTo>
                <a:cubicBezTo>
                  <a:pt x="803" y="199"/>
                  <a:pt x="881" y="275"/>
                  <a:pt x="881" y="372"/>
                </a:cubicBezTo>
                <a:cubicBezTo>
                  <a:pt x="881" y="468"/>
                  <a:pt x="803" y="546"/>
                  <a:pt x="707" y="546"/>
                </a:cubicBezTo>
                <a:cubicBezTo>
                  <a:pt x="611" y="546"/>
                  <a:pt x="534" y="468"/>
                  <a:pt x="534" y="372"/>
                </a:cubicBezTo>
                <a:cubicBezTo>
                  <a:pt x="534" y="276"/>
                  <a:pt x="611" y="199"/>
                  <a:pt x="707" y="199"/>
                </a:cubicBezTo>
                <a:close/>
                <a:moveTo>
                  <a:pt x="493" y="222"/>
                </a:moveTo>
                <a:cubicBezTo>
                  <a:pt x="463" y="265"/>
                  <a:pt x="445" y="316"/>
                  <a:pt x="445" y="372"/>
                </a:cubicBezTo>
                <a:cubicBezTo>
                  <a:pt x="445" y="516"/>
                  <a:pt x="562" y="633"/>
                  <a:pt x="707" y="633"/>
                </a:cubicBezTo>
                <a:cubicBezTo>
                  <a:pt x="851" y="633"/>
                  <a:pt x="968" y="516"/>
                  <a:pt x="968" y="372"/>
                </a:cubicBezTo>
                <a:cubicBezTo>
                  <a:pt x="968" y="316"/>
                  <a:pt x="951" y="265"/>
                  <a:pt x="922" y="222"/>
                </a:cubicBezTo>
                <a:cubicBezTo>
                  <a:pt x="1012" y="255"/>
                  <a:pt x="1093" y="309"/>
                  <a:pt x="1161" y="378"/>
                </a:cubicBezTo>
                <a:cubicBezTo>
                  <a:pt x="1111" y="583"/>
                  <a:pt x="926" y="735"/>
                  <a:pt x="707" y="735"/>
                </a:cubicBezTo>
                <a:cubicBezTo>
                  <a:pt x="487" y="735"/>
                  <a:pt x="304" y="583"/>
                  <a:pt x="254" y="378"/>
                </a:cubicBezTo>
                <a:cubicBezTo>
                  <a:pt x="322" y="309"/>
                  <a:pt x="403" y="255"/>
                  <a:pt x="493" y="222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Eye">
            <a:extLst>
              <a:ext uri="{FF2B5EF4-FFF2-40B4-BE49-F238E27FC236}">
                <a16:creationId xmlns:a16="http://schemas.microsoft.com/office/drawing/2014/main" id="{CA73AD4E-D5F3-CAFE-C4E7-45D50A8E173D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446617" y="2258368"/>
            <a:ext cx="163513" cy="93663"/>
          </a:xfrm>
          <a:custGeom>
            <a:avLst/>
            <a:gdLst>
              <a:gd name="T0" fmla="*/ 707 w 1415"/>
              <a:gd name="T1" fmla="*/ 0 h 804"/>
              <a:gd name="T2" fmla="*/ 28 w 1415"/>
              <a:gd name="T3" fmla="*/ 361 h 804"/>
              <a:gd name="T4" fmla="*/ 52 w 1415"/>
              <a:gd name="T5" fmla="*/ 490 h 804"/>
              <a:gd name="T6" fmla="*/ 105 w 1415"/>
              <a:gd name="T7" fmla="*/ 506 h 804"/>
              <a:gd name="T8" fmla="*/ 181 w 1415"/>
              <a:gd name="T9" fmla="*/ 465 h 804"/>
              <a:gd name="T10" fmla="*/ 200 w 1415"/>
              <a:gd name="T11" fmla="*/ 440 h 804"/>
              <a:gd name="T12" fmla="*/ 707 w 1415"/>
              <a:gd name="T13" fmla="*/ 804 h 804"/>
              <a:gd name="T14" fmla="*/ 1215 w 1415"/>
              <a:gd name="T15" fmla="*/ 440 h 804"/>
              <a:gd name="T16" fmla="*/ 1234 w 1415"/>
              <a:gd name="T17" fmla="*/ 465 h 804"/>
              <a:gd name="T18" fmla="*/ 1361 w 1415"/>
              <a:gd name="T19" fmla="*/ 490 h 804"/>
              <a:gd name="T20" fmla="*/ 1387 w 1415"/>
              <a:gd name="T21" fmla="*/ 361 h 804"/>
              <a:gd name="T22" fmla="*/ 707 w 1415"/>
              <a:gd name="T23" fmla="*/ 0 h 804"/>
              <a:gd name="T24" fmla="*/ 707 w 1415"/>
              <a:gd name="T25" fmla="*/ 199 h 804"/>
              <a:gd name="T26" fmla="*/ 881 w 1415"/>
              <a:gd name="T27" fmla="*/ 372 h 804"/>
              <a:gd name="T28" fmla="*/ 707 w 1415"/>
              <a:gd name="T29" fmla="*/ 546 h 804"/>
              <a:gd name="T30" fmla="*/ 534 w 1415"/>
              <a:gd name="T31" fmla="*/ 372 h 804"/>
              <a:gd name="T32" fmla="*/ 707 w 1415"/>
              <a:gd name="T33" fmla="*/ 199 h 804"/>
              <a:gd name="T34" fmla="*/ 493 w 1415"/>
              <a:gd name="T35" fmla="*/ 222 h 804"/>
              <a:gd name="T36" fmla="*/ 445 w 1415"/>
              <a:gd name="T37" fmla="*/ 372 h 804"/>
              <a:gd name="T38" fmla="*/ 707 w 1415"/>
              <a:gd name="T39" fmla="*/ 633 h 804"/>
              <a:gd name="T40" fmla="*/ 968 w 1415"/>
              <a:gd name="T41" fmla="*/ 372 h 804"/>
              <a:gd name="T42" fmla="*/ 922 w 1415"/>
              <a:gd name="T43" fmla="*/ 222 h 804"/>
              <a:gd name="T44" fmla="*/ 1161 w 1415"/>
              <a:gd name="T45" fmla="*/ 378 h 804"/>
              <a:gd name="T46" fmla="*/ 707 w 1415"/>
              <a:gd name="T47" fmla="*/ 735 h 804"/>
              <a:gd name="T48" fmla="*/ 254 w 1415"/>
              <a:gd name="T49" fmla="*/ 378 h 804"/>
              <a:gd name="T50" fmla="*/ 493 w 1415"/>
              <a:gd name="T51" fmla="*/ 222 h 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415" h="804">
                <a:moveTo>
                  <a:pt x="707" y="0"/>
                </a:moveTo>
                <a:cubicBezTo>
                  <a:pt x="434" y="0"/>
                  <a:pt x="181" y="136"/>
                  <a:pt x="28" y="361"/>
                </a:cubicBezTo>
                <a:cubicBezTo>
                  <a:pt x="0" y="404"/>
                  <a:pt x="10" y="462"/>
                  <a:pt x="52" y="490"/>
                </a:cubicBezTo>
                <a:cubicBezTo>
                  <a:pt x="68" y="501"/>
                  <a:pt x="87" y="506"/>
                  <a:pt x="105" y="506"/>
                </a:cubicBezTo>
                <a:cubicBezTo>
                  <a:pt x="134" y="506"/>
                  <a:pt x="163" y="491"/>
                  <a:pt x="181" y="465"/>
                </a:cubicBezTo>
                <a:cubicBezTo>
                  <a:pt x="187" y="456"/>
                  <a:pt x="193" y="448"/>
                  <a:pt x="200" y="440"/>
                </a:cubicBezTo>
                <a:cubicBezTo>
                  <a:pt x="272" y="651"/>
                  <a:pt x="471" y="804"/>
                  <a:pt x="707" y="804"/>
                </a:cubicBezTo>
                <a:cubicBezTo>
                  <a:pt x="943" y="804"/>
                  <a:pt x="1143" y="651"/>
                  <a:pt x="1215" y="440"/>
                </a:cubicBezTo>
                <a:cubicBezTo>
                  <a:pt x="1222" y="448"/>
                  <a:pt x="1228" y="456"/>
                  <a:pt x="1234" y="465"/>
                </a:cubicBezTo>
                <a:cubicBezTo>
                  <a:pt x="1263" y="507"/>
                  <a:pt x="1319" y="519"/>
                  <a:pt x="1361" y="490"/>
                </a:cubicBezTo>
                <a:cubicBezTo>
                  <a:pt x="1404" y="462"/>
                  <a:pt x="1415" y="404"/>
                  <a:pt x="1387" y="361"/>
                </a:cubicBezTo>
                <a:cubicBezTo>
                  <a:pt x="1234" y="135"/>
                  <a:pt x="979" y="0"/>
                  <a:pt x="707" y="0"/>
                </a:cubicBezTo>
                <a:close/>
                <a:moveTo>
                  <a:pt x="707" y="199"/>
                </a:moveTo>
                <a:cubicBezTo>
                  <a:pt x="803" y="199"/>
                  <a:pt x="881" y="275"/>
                  <a:pt x="881" y="372"/>
                </a:cubicBezTo>
                <a:cubicBezTo>
                  <a:pt x="881" y="468"/>
                  <a:pt x="803" y="546"/>
                  <a:pt x="707" y="546"/>
                </a:cubicBezTo>
                <a:cubicBezTo>
                  <a:pt x="611" y="546"/>
                  <a:pt x="534" y="468"/>
                  <a:pt x="534" y="372"/>
                </a:cubicBezTo>
                <a:cubicBezTo>
                  <a:pt x="534" y="276"/>
                  <a:pt x="611" y="199"/>
                  <a:pt x="707" y="199"/>
                </a:cubicBezTo>
                <a:close/>
                <a:moveTo>
                  <a:pt x="493" y="222"/>
                </a:moveTo>
                <a:cubicBezTo>
                  <a:pt x="463" y="265"/>
                  <a:pt x="445" y="316"/>
                  <a:pt x="445" y="372"/>
                </a:cubicBezTo>
                <a:cubicBezTo>
                  <a:pt x="445" y="516"/>
                  <a:pt x="562" y="633"/>
                  <a:pt x="707" y="633"/>
                </a:cubicBezTo>
                <a:cubicBezTo>
                  <a:pt x="851" y="633"/>
                  <a:pt x="968" y="516"/>
                  <a:pt x="968" y="372"/>
                </a:cubicBezTo>
                <a:cubicBezTo>
                  <a:pt x="968" y="316"/>
                  <a:pt x="951" y="265"/>
                  <a:pt x="922" y="222"/>
                </a:cubicBezTo>
                <a:cubicBezTo>
                  <a:pt x="1012" y="255"/>
                  <a:pt x="1093" y="309"/>
                  <a:pt x="1161" y="378"/>
                </a:cubicBezTo>
                <a:cubicBezTo>
                  <a:pt x="1111" y="583"/>
                  <a:pt x="926" y="735"/>
                  <a:pt x="707" y="735"/>
                </a:cubicBezTo>
                <a:cubicBezTo>
                  <a:pt x="487" y="735"/>
                  <a:pt x="304" y="583"/>
                  <a:pt x="254" y="378"/>
                </a:cubicBezTo>
                <a:cubicBezTo>
                  <a:pt x="322" y="309"/>
                  <a:pt x="403" y="255"/>
                  <a:pt x="493" y="222"/>
                </a:cubicBezTo>
                <a:close/>
              </a:path>
            </a:pathLst>
          </a:cu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37" name="Double Tap">
            <a:extLst>
              <a:ext uri="{FF2B5EF4-FFF2-40B4-BE49-F238E27FC236}">
                <a16:creationId xmlns:a16="http://schemas.microsoft.com/office/drawing/2014/main" id="{1B2D3C4A-6BBE-D0EC-4633-1AFE28C4D75C}"/>
              </a:ext>
            </a:extLst>
          </p:cNvPr>
          <p:cNvGrpSpPr>
            <a:grpSpLocks noChangeAspect="1"/>
          </p:cNvGrpSpPr>
          <p:nvPr/>
        </p:nvGrpSpPr>
        <p:grpSpPr>
          <a:xfrm>
            <a:off x="6478943" y="2336184"/>
            <a:ext cx="392008" cy="576000"/>
            <a:chOff x="2640013" y="1482726"/>
            <a:chExt cx="984250" cy="1446213"/>
          </a:xfrm>
        </p:grpSpPr>
        <p:sp>
          <p:nvSpPr>
            <p:cNvPr id="38" name="Touch Point Inner">
              <a:extLst>
                <a:ext uri="{FF2B5EF4-FFF2-40B4-BE49-F238E27FC236}">
                  <a16:creationId xmlns:a16="http://schemas.microsoft.com/office/drawing/2014/main" id="{EAE908D3-887E-1FB4-00DB-31FD209773D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25763" y="1555751"/>
              <a:ext cx="327025" cy="327025"/>
            </a:xfrm>
            <a:prstGeom prst="ellipse">
              <a:avLst/>
            </a:prstGeom>
            <a:noFill/>
            <a:ln w="25400" cap="sq">
              <a:solidFill>
                <a:srgbClr val="5B9BD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9" name="Touch Point Outer">
              <a:extLst>
                <a:ext uri="{FF2B5EF4-FFF2-40B4-BE49-F238E27FC236}">
                  <a16:creationId xmlns:a16="http://schemas.microsoft.com/office/drawing/2014/main" id="{0B702DC2-F1CF-DD30-87B3-47C52C62637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52738" y="1482726"/>
              <a:ext cx="474663" cy="473075"/>
            </a:xfrm>
            <a:prstGeom prst="ellipse">
              <a:avLst/>
            </a:prstGeom>
            <a:noFill/>
            <a:ln w="25400" cap="sq">
              <a:solidFill>
                <a:srgbClr val="5B9BD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0" name="Hand">
              <a:extLst>
                <a:ext uri="{FF2B5EF4-FFF2-40B4-BE49-F238E27FC236}">
                  <a16:creationId xmlns:a16="http://schemas.microsoft.com/office/drawing/2014/main" id="{8EE998AE-FA5C-FE14-F068-0238825A0FB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640013" y="1631951"/>
              <a:ext cx="984250" cy="1296988"/>
            </a:xfrm>
            <a:custGeom>
              <a:avLst/>
              <a:gdLst>
                <a:gd name="T0" fmla="*/ 466 w 962"/>
                <a:gd name="T1" fmla="*/ 1268 h 1268"/>
                <a:gd name="T2" fmla="*/ 391 w 962"/>
                <a:gd name="T3" fmla="*/ 1087 h 1268"/>
                <a:gd name="T4" fmla="*/ 213 w 962"/>
                <a:gd name="T5" fmla="*/ 831 h 1268"/>
                <a:gd name="T6" fmla="*/ 59 w 962"/>
                <a:gd name="T7" fmla="*/ 593 h 1268"/>
                <a:gd name="T8" fmla="*/ 77 w 962"/>
                <a:gd name="T9" fmla="*/ 487 h 1268"/>
                <a:gd name="T10" fmla="*/ 371 w 962"/>
                <a:gd name="T11" fmla="*/ 690 h 1268"/>
                <a:gd name="T12" fmla="*/ 369 w 962"/>
                <a:gd name="T13" fmla="*/ 117 h 1268"/>
                <a:gd name="T14" fmla="*/ 516 w 962"/>
                <a:gd name="T15" fmla="*/ 117 h 1268"/>
                <a:gd name="T16" fmla="*/ 516 w 962"/>
                <a:gd name="T17" fmla="*/ 533 h 1268"/>
                <a:gd name="T18" fmla="*/ 516 w 962"/>
                <a:gd name="T19" fmla="*/ 399 h 1268"/>
                <a:gd name="T20" fmla="*/ 662 w 962"/>
                <a:gd name="T21" fmla="*/ 399 h 1268"/>
                <a:gd name="T22" fmla="*/ 662 w 962"/>
                <a:gd name="T23" fmla="*/ 610 h 1268"/>
                <a:gd name="T24" fmla="*/ 662 w 962"/>
                <a:gd name="T25" fmla="*/ 479 h 1268"/>
                <a:gd name="T26" fmla="*/ 807 w 962"/>
                <a:gd name="T27" fmla="*/ 488 h 1268"/>
                <a:gd name="T28" fmla="*/ 807 w 962"/>
                <a:gd name="T29" fmla="*/ 678 h 1268"/>
                <a:gd name="T30" fmla="*/ 807 w 962"/>
                <a:gd name="T31" fmla="*/ 542 h 1268"/>
                <a:gd name="T32" fmla="*/ 946 w 962"/>
                <a:gd name="T33" fmla="*/ 555 h 1268"/>
                <a:gd name="T34" fmla="*/ 946 w 962"/>
                <a:gd name="T35" fmla="*/ 949 h 1268"/>
                <a:gd name="T36" fmla="*/ 851 w 962"/>
                <a:gd name="T37" fmla="*/ 1268 h 1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2" h="1268">
                  <a:moveTo>
                    <a:pt x="466" y="1268"/>
                  </a:moveTo>
                  <a:cubicBezTo>
                    <a:pt x="466" y="1187"/>
                    <a:pt x="449" y="1130"/>
                    <a:pt x="391" y="1087"/>
                  </a:cubicBezTo>
                  <a:cubicBezTo>
                    <a:pt x="328" y="1041"/>
                    <a:pt x="243" y="917"/>
                    <a:pt x="213" y="831"/>
                  </a:cubicBezTo>
                  <a:cubicBezTo>
                    <a:pt x="182" y="745"/>
                    <a:pt x="105" y="653"/>
                    <a:pt x="59" y="593"/>
                  </a:cubicBezTo>
                  <a:cubicBezTo>
                    <a:pt x="17" y="554"/>
                    <a:pt x="0" y="519"/>
                    <a:pt x="77" y="487"/>
                  </a:cubicBezTo>
                  <a:cubicBezTo>
                    <a:pt x="247" y="462"/>
                    <a:pt x="310" y="775"/>
                    <a:pt x="371" y="690"/>
                  </a:cubicBezTo>
                  <a:cubicBezTo>
                    <a:pt x="371" y="537"/>
                    <a:pt x="369" y="216"/>
                    <a:pt x="369" y="117"/>
                  </a:cubicBezTo>
                  <a:cubicBezTo>
                    <a:pt x="369" y="0"/>
                    <a:pt x="516" y="1"/>
                    <a:pt x="516" y="117"/>
                  </a:cubicBezTo>
                  <a:lnTo>
                    <a:pt x="516" y="533"/>
                  </a:lnTo>
                  <a:lnTo>
                    <a:pt x="516" y="399"/>
                  </a:lnTo>
                  <a:cubicBezTo>
                    <a:pt x="516" y="284"/>
                    <a:pt x="662" y="325"/>
                    <a:pt x="662" y="399"/>
                  </a:cubicBezTo>
                  <a:lnTo>
                    <a:pt x="662" y="610"/>
                  </a:lnTo>
                  <a:lnTo>
                    <a:pt x="662" y="479"/>
                  </a:lnTo>
                  <a:cubicBezTo>
                    <a:pt x="662" y="359"/>
                    <a:pt x="807" y="404"/>
                    <a:pt x="807" y="488"/>
                  </a:cubicBezTo>
                  <a:lnTo>
                    <a:pt x="807" y="678"/>
                  </a:lnTo>
                  <a:lnTo>
                    <a:pt x="807" y="542"/>
                  </a:lnTo>
                  <a:cubicBezTo>
                    <a:pt x="807" y="440"/>
                    <a:pt x="946" y="483"/>
                    <a:pt x="946" y="555"/>
                  </a:cubicBezTo>
                  <a:cubicBezTo>
                    <a:pt x="946" y="555"/>
                    <a:pt x="962" y="827"/>
                    <a:pt x="946" y="949"/>
                  </a:cubicBezTo>
                  <a:cubicBezTo>
                    <a:pt x="935" y="1042"/>
                    <a:pt x="851" y="1115"/>
                    <a:pt x="851" y="1268"/>
                  </a:cubicBezTo>
                </a:path>
              </a:pathLst>
            </a:custGeom>
            <a:solidFill>
              <a:srgbClr val="FFFFFF"/>
            </a:solidFill>
            <a:ln w="25400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02E86CD8-4F9A-72B0-0391-ECD0CEBB7933}"/>
              </a:ext>
            </a:extLst>
          </p:cNvPr>
          <p:cNvSpPr/>
          <p:nvPr/>
        </p:nvSpPr>
        <p:spPr>
          <a:xfrm>
            <a:off x="358568" y="4148570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</a:rPr>
              <a:t>010-0000-0000</a:t>
            </a:r>
            <a:endParaRPr lang="ko-KR" altLang="en-US" sz="800" dirty="0">
              <a:solidFill>
                <a:srgbClr val="FF0000"/>
              </a:solidFill>
              <a:latin typeface="맑은 고딕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FFD1C3A-9057-8F28-ACF2-B99034E41797}"/>
              </a:ext>
            </a:extLst>
          </p:cNvPr>
          <p:cNvSpPr txBox="1"/>
          <p:nvPr/>
        </p:nvSpPr>
        <p:spPr>
          <a:xfrm>
            <a:off x="290456" y="3911901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휴대전화번호 </a:t>
            </a:r>
            <a:r>
              <a:rPr lang="en-US" altLang="ko-KR" sz="800" b="1" dirty="0">
                <a:solidFill>
                  <a:srgbClr val="FF0000"/>
                </a:solidFill>
              </a:rPr>
              <a:t>*</a:t>
            </a:r>
            <a:endParaRPr lang="ko-KR" altLang="en-US" sz="800" b="1" dirty="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CCD3AE05-7974-4FF5-565F-940DA60BB76E}"/>
              </a:ext>
            </a:extLst>
          </p:cNvPr>
          <p:cNvSpPr/>
          <p:nvPr/>
        </p:nvSpPr>
        <p:spPr>
          <a:xfrm>
            <a:off x="2421686" y="4183474"/>
            <a:ext cx="842880" cy="211643"/>
          </a:xfrm>
          <a:prstGeom prst="round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인증번호 발송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E5E3D5-AD7B-EF5F-7BAF-B1FA82B6B6C0}"/>
              </a:ext>
            </a:extLst>
          </p:cNvPr>
          <p:cNvSpPr txBox="1"/>
          <p:nvPr/>
        </p:nvSpPr>
        <p:spPr>
          <a:xfrm>
            <a:off x="358652" y="4440163"/>
            <a:ext cx="3137344" cy="437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0000FF"/>
                </a:solidFill>
              </a:rPr>
              <a:t>입력하신 휴대전화 번호로 인증번호를 발송하였습니다</a:t>
            </a:r>
            <a:r>
              <a:rPr lang="en-US" altLang="ko-KR" sz="800" dirty="0">
                <a:solidFill>
                  <a:srgbClr val="0000FF"/>
                </a:solidFill>
              </a:rPr>
              <a:t>.</a:t>
            </a:r>
            <a:br>
              <a:rPr lang="en-US" altLang="ko-KR" sz="800" dirty="0">
                <a:solidFill>
                  <a:srgbClr val="0000FF"/>
                </a:solidFill>
              </a:rPr>
            </a:br>
            <a:r>
              <a:rPr lang="ko-KR" altLang="en-US" sz="800" dirty="0">
                <a:solidFill>
                  <a:srgbClr val="0000FF"/>
                </a:solidFill>
              </a:rPr>
              <a:t>인증번호 수신이 안되었으면</a:t>
            </a:r>
            <a:r>
              <a:rPr lang="en-US" altLang="ko-KR" sz="800" dirty="0">
                <a:solidFill>
                  <a:srgbClr val="0000FF"/>
                </a:solidFill>
              </a:rPr>
              <a:t>, </a:t>
            </a:r>
            <a:r>
              <a:rPr lang="ko-KR" altLang="en-US" sz="800" dirty="0">
                <a:solidFill>
                  <a:srgbClr val="0000FF"/>
                </a:solidFill>
              </a:rPr>
              <a:t>인증번호를 다시 발송하여 주세요</a:t>
            </a:r>
            <a:r>
              <a:rPr lang="en-US" altLang="ko-KR" sz="800" dirty="0">
                <a:solidFill>
                  <a:srgbClr val="0000FF"/>
                </a:solidFill>
              </a:rPr>
              <a:t>.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CF05C1DB-4F2C-918D-296E-707B300A050E}"/>
              </a:ext>
            </a:extLst>
          </p:cNvPr>
          <p:cNvSpPr/>
          <p:nvPr/>
        </p:nvSpPr>
        <p:spPr>
          <a:xfrm>
            <a:off x="364894" y="5144884"/>
            <a:ext cx="2240620" cy="28803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</a:rPr>
              <a:t>334455</a:t>
            </a:r>
            <a:endParaRPr lang="ko-KR" altLang="en-US" sz="800" dirty="0">
              <a:solidFill>
                <a:schemeClr val="tx1"/>
              </a:solidFill>
              <a:latin typeface="맑은 고딕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87A23BA-7D79-7367-991F-20716B9695A8}"/>
              </a:ext>
            </a:extLst>
          </p:cNvPr>
          <p:cNvSpPr txBox="1"/>
          <p:nvPr/>
        </p:nvSpPr>
        <p:spPr>
          <a:xfrm>
            <a:off x="296781" y="4908215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인증번호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FEDC9670-44D8-91D4-96D9-B5833526408B}"/>
              </a:ext>
            </a:extLst>
          </p:cNvPr>
          <p:cNvSpPr/>
          <p:nvPr/>
        </p:nvSpPr>
        <p:spPr>
          <a:xfrm>
            <a:off x="2686837" y="5145946"/>
            <a:ext cx="674760" cy="28803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인증완료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061B891-16CE-770B-408F-0704D106D29B}"/>
              </a:ext>
            </a:extLst>
          </p:cNvPr>
          <p:cNvSpPr txBox="1"/>
          <p:nvPr/>
        </p:nvSpPr>
        <p:spPr>
          <a:xfrm>
            <a:off x="300492" y="5443257"/>
            <a:ext cx="3137344" cy="253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0000FF"/>
                </a:solidFill>
              </a:rPr>
              <a:t>휴대전화 문자</a:t>
            </a:r>
            <a:r>
              <a:rPr lang="en-US" altLang="ko-KR" sz="800" dirty="0">
                <a:solidFill>
                  <a:srgbClr val="0000FF"/>
                </a:solidFill>
              </a:rPr>
              <a:t> </a:t>
            </a:r>
            <a:r>
              <a:rPr lang="ko-KR" altLang="en-US" sz="800" dirty="0">
                <a:solidFill>
                  <a:srgbClr val="0000FF"/>
                </a:solidFill>
              </a:rPr>
              <a:t>인증절차가 정상적으로 완료 되었습니다</a:t>
            </a:r>
            <a:r>
              <a:rPr lang="en-US" altLang="ko-KR" sz="800" dirty="0">
                <a:solidFill>
                  <a:srgbClr val="0000FF"/>
                </a:solidFill>
              </a:rPr>
              <a:t>.</a:t>
            </a:r>
          </a:p>
        </p:txBody>
      </p:sp>
      <p:graphicFrame>
        <p:nvGraphicFramePr>
          <p:cNvPr id="50" name="Group 260">
            <a:extLst>
              <a:ext uri="{FF2B5EF4-FFF2-40B4-BE49-F238E27FC236}">
                <a16:creationId xmlns:a16="http://schemas.microsoft.com/office/drawing/2014/main" id="{400A5CE9-470E-B4B6-BDF4-DC20A25C90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441347"/>
              </p:ext>
            </p:extLst>
          </p:nvPr>
        </p:nvGraphicFramePr>
        <p:xfrm>
          <a:off x="6969418" y="2548005"/>
          <a:ext cx="2772114" cy="2659657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회원가입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자체 회원 가입 신청 페이지 </a:t>
                      </a: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정보 입력 완료</a:t>
                      </a: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이전 페이지 이동 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버튼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로그인 페이지 이동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054063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자체 회원가입 정보 입력 페이지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en-US" altLang="ko-KR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Wizshop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BI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노출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자체 회원 가입 정보 입력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.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이메일 계정 필수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.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이름 필수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.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휴대전화번호 필수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.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비밀번호 필수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.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소속 정보 필수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.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약관동의 필수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정보 입력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완료시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가입완료 버튼 활성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전문보기 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전문 팝업 링크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98225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가입완료 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가입정보 정상 입력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완료시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활성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가입완료 버튼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회원정보 저장 후 완료 페이지 이동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767904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6B4B208C-129E-1780-FF23-289302521D67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회원가입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A218484-0EA0-9D47-4A3F-81EB90F19691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회원가입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53895A6-6D08-7742-AFA5-CBDF4ADA687E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>
                <a:solidFill>
                  <a:prstClr val="black"/>
                </a:solidFill>
              </a:rPr>
              <a:t>홈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회원가입</a:t>
            </a: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ED11D0D8-5898-599F-C3C0-ED1206A1399C}"/>
              </a:ext>
            </a:extLst>
          </p:cNvPr>
          <p:cNvSpPr/>
          <p:nvPr/>
        </p:nvSpPr>
        <p:spPr>
          <a:xfrm>
            <a:off x="182468" y="1829163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2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F357E694-97B1-B3B5-618D-13FF53E8AE81}"/>
              </a:ext>
            </a:extLst>
          </p:cNvPr>
          <p:cNvSpPr/>
          <p:nvPr/>
        </p:nvSpPr>
        <p:spPr>
          <a:xfrm>
            <a:off x="6051907" y="3298812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3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FF8272BE-5D6B-58F0-2781-A224717B12AC}"/>
              </a:ext>
            </a:extLst>
          </p:cNvPr>
          <p:cNvSpPr/>
          <p:nvPr/>
        </p:nvSpPr>
        <p:spPr>
          <a:xfrm>
            <a:off x="3598822" y="4378932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4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14EE22B8-4F92-8483-C77D-C6F1E8F367CC}"/>
              </a:ext>
            </a:extLst>
          </p:cNvPr>
          <p:cNvSpPr/>
          <p:nvPr/>
        </p:nvSpPr>
        <p:spPr>
          <a:xfrm>
            <a:off x="255760" y="1266299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1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471225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58F2F-9677-912B-54F8-F600CA8CF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08720BDB-9159-99F1-F1EE-2BB20CE55AD5}"/>
              </a:ext>
            </a:extLst>
          </p:cNvPr>
          <p:cNvSpPr/>
          <p:nvPr/>
        </p:nvSpPr>
        <p:spPr>
          <a:xfrm>
            <a:off x="208639" y="5182761"/>
            <a:ext cx="3191585" cy="1054551"/>
          </a:xfrm>
          <a:prstGeom prst="roundRect">
            <a:avLst>
              <a:gd name="adj" fmla="val 3091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535832D6-43BD-089A-5DA4-9F28507790C2}"/>
              </a:ext>
            </a:extLst>
          </p:cNvPr>
          <p:cNvSpPr/>
          <p:nvPr/>
        </p:nvSpPr>
        <p:spPr>
          <a:xfrm>
            <a:off x="3488882" y="5182761"/>
            <a:ext cx="3191585" cy="1054551"/>
          </a:xfrm>
          <a:prstGeom prst="roundRect">
            <a:avLst>
              <a:gd name="adj" fmla="val 3091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129F9D59-EA01-8837-118C-CCAB0671D333}"/>
              </a:ext>
            </a:extLst>
          </p:cNvPr>
          <p:cNvSpPr/>
          <p:nvPr/>
        </p:nvSpPr>
        <p:spPr>
          <a:xfrm>
            <a:off x="214888" y="1412775"/>
            <a:ext cx="3191585" cy="774605"/>
          </a:xfrm>
          <a:prstGeom prst="roundRect">
            <a:avLst>
              <a:gd name="adj" fmla="val 3091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832B8C1-6A73-5806-B02F-B947EC7C5CD7}"/>
              </a:ext>
            </a:extLst>
          </p:cNvPr>
          <p:cNvSpPr/>
          <p:nvPr/>
        </p:nvSpPr>
        <p:spPr>
          <a:xfrm>
            <a:off x="299732" y="1697432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아이디로 사용할 이메일을 입력해 주세요</a:t>
            </a:r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endParaRPr lang="ko-KR" altLang="en-US" sz="8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4AFFF4-5B72-6FAB-4968-F0995A2B7DA9}"/>
              </a:ext>
            </a:extLst>
          </p:cNvPr>
          <p:cNvSpPr txBox="1"/>
          <p:nvPr/>
        </p:nvSpPr>
        <p:spPr>
          <a:xfrm>
            <a:off x="231620" y="1460763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이메일 계정 </a:t>
            </a:r>
            <a:r>
              <a:rPr lang="en-US" altLang="ko-KR" sz="800" b="1" dirty="0">
                <a:solidFill>
                  <a:srgbClr val="FF0000"/>
                </a:solidFill>
              </a:rPr>
              <a:t>*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D391409-0BD2-2A90-F068-5F78CD78D2E0}"/>
              </a:ext>
            </a:extLst>
          </p:cNvPr>
          <p:cNvSpPr/>
          <p:nvPr/>
        </p:nvSpPr>
        <p:spPr>
          <a:xfrm>
            <a:off x="214888" y="2690597"/>
            <a:ext cx="3191585" cy="2275656"/>
          </a:xfrm>
          <a:prstGeom prst="roundRect">
            <a:avLst>
              <a:gd name="adj" fmla="val 3091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DC66A05-2178-3B7A-6D73-F9FDB69F0150}"/>
              </a:ext>
            </a:extLst>
          </p:cNvPr>
          <p:cNvSpPr/>
          <p:nvPr/>
        </p:nvSpPr>
        <p:spPr>
          <a:xfrm>
            <a:off x="3495131" y="2690597"/>
            <a:ext cx="3191585" cy="2275656"/>
          </a:xfrm>
          <a:prstGeom prst="roundRect">
            <a:avLst>
              <a:gd name="adj" fmla="val 3091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3818218E-A3E5-0086-E8D7-F8B103FA8647}"/>
              </a:ext>
            </a:extLst>
          </p:cNvPr>
          <p:cNvSpPr/>
          <p:nvPr/>
        </p:nvSpPr>
        <p:spPr>
          <a:xfrm>
            <a:off x="308484" y="3001475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abcde</a:t>
            </a:r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@</a:t>
            </a:r>
            <a:endParaRPr lang="ko-KR" altLang="en-US" sz="8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EB1019-2DEF-9F14-C62D-089047776E51}"/>
              </a:ext>
            </a:extLst>
          </p:cNvPr>
          <p:cNvSpPr txBox="1"/>
          <p:nvPr/>
        </p:nvSpPr>
        <p:spPr>
          <a:xfrm>
            <a:off x="275677" y="2764806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이메일 계정 </a:t>
            </a:r>
            <a:r>
              <a:rPr lang="en-US" altLang="ko-KR" sz="800" b="1" dirty="0">
                <a:solidFill>
                  <a:srgbClr val="FF0000"/>
                </a:solidFill>
              </a:rPr>
              <a:t>*</a:t>
            </a:r>
            <a:endParaRPr lang="ko-KR" altLang="en-US" sz="800" b="1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BE8137E6-BB1C-0D6F-DD7F-77C8DB939D2C}"/>
              </a:ext>
            </a:extLst>
          </p:cNvPr>
          <p:cNvSpPr/>
          <p:nvPr/>
        </p:nvSpPr>
        <p:spPr>
          <a:xfrm>
            <a:off x="308484" y="3304866"/>
            <a:ext cx="2973559" cy="1547953"/>
          </a:xfrm>
          <a:prstGeom prst="roundRect">
            <a:avLst>
              <a:gd name="adj" fmla="val 2562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/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abcde@</a:t>
            </a:r>
            <a:r>
              <a:rPr lang="en-US" altLang="ko-KR" sz="800" b="1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</a:rPr>
              <a:t>naver.com</a:t>
            </a: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</a:rPr>
              <a:t>abcde@</a:t>
            </a:r>
            <a:r>
              <a:rPr lang="en-US" altLang="ko-KR" sz="800" b="1" dirty="0">
                <a:solidFill>
                  <a:srgbClr val="0000FF"/>
                </a:solidFill>
                <a:latin typeface="맑은 고딕" pitchFamily="50" charset="-127"/>
              </a:rPr>
              <a:t>gmail.com</a:t>
            </a: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</a:rPr>
              <a:t>abcde@</a:t>
            </a:r>
            <a:r>
              <a:rPr lang="en-US" altLang="ko-KR" sz="800" b="1" dirty="0">
                <a:solidFill>
                  <a:srgbClr val="0000FF"/>
                </a:solidFill>
                <a:latin typeface="맑은 고딕" pitchFamily="50" charset="-127"/>
              </a:rPr>
              <a:t>daum.com</a:t>
            </a: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</a:rPr>
              <a:t>abcde@</a:t>
            </a:r>
            <a:r>
              <a:rPr lang="en-US" altLang="ko-KR" sz="800" b="1" dirty="0">
                <a:solidFill>
                  <a:srgbClr val="0000FF"/>
                </a:solidFill>
                <a:latin typeface="맑은 고딕" pitchFamily="50" charset="-127"/>
              </a:rPr>
              <a:t>nate.com</a:t>
            </a: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</a:rPr>
              <a:t>abcde@</a:t>
            </a:r>
            <a:r>
              <a:rPr lang="en-US" altLang="ko-KR" sz="800" b="1" dirty="0">
                <a:solidFill>
                  <a:srgbClr val="0000FF"/>
                </a:solidFill>
                <a:latin typeface="맑은 고딕" pitchFamily="50" charset="-127"/>
              </a:rPr>
              <a:t>hanmail.com</a:t>
            </a: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</a:rPr>
              <a:t>abcde@</a:t>
            </a:r>
            <a:r>
              <a:rPr lang="en-US" altLang="ko-KR" sz="800" b="1" dirty="0">
                <a:solidFill>
                  <a:srgbClr val="0000FF"/>
                </a:solidFill>
                <a:latin typeface="맑은 고딕" pitchFamily="50" charset="-127"/>
              </a:rPr>
              <a:t>kakao.com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F719920-BBFD-7FAC-4695-8E00F75B1A33}"/>
              </a:ext>
            </a:extLst>
          </p:cNvPr>
          <p:cNvSpPr/>
          <p:nvPr/>
        </p:nvSpPr>
        <p:spPr>
          <a:xfrm>
            <a:off x="3530265" y="3034103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abcde@a</a:t>
            </a:r>
            <a:endParaRPr lang="ko-KR" altLang="en-US" sz="8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9E0FFFCF-D25C-35BB-8D9F-423B67B1C5C7}"/>
              </a:ext>
            </a:extLst>
          </p:cNvPr>
          <p:cNvSpPr/>
          <p:nvPr/>
        </p:nvSpPr>
        <p:spPr>
          <a:xfrm>
            <a:off x="315229" y="5517232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rgbClr val="FF0000"/>
                </a:solidFill>
                <a:latin typeface="맑은 고딕" pitchFamily="50" charset="-127"/>
              </a:rPr>
              <a:t>abcde@naver.com</a:t>
            </a:r>
            <a:endParaRPr lang="ko-KR" altLang="en-US" sz="800" dirty="0">
              <a:solidFill>
                <a:srgbClr val="FF0000"/>
              </a:solidFill>
              <a:latin typeface="맑은 고딕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9EC315B7-35DF-E8A0-849E-6A5BC95E6BD5}"/>
              </a:ext>
            </a:extLst>
          </p:cNvPr>
          <p:cNvSpPr/>
          <p:nvPr/>
        </p:nvSpPr>
        <p:spPr>
          <a:xfrm>
            <a:off x="3605846" y="5517232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</a:rPr>
              <a:t>abcde1@naver.com</a:t>
            </a:r>
            <a:endParaRPr lang="ko-KR" altLang="en-US" sz="800" dirty="0">
              <a:solidFill>
                <a:schemeClr val="tx1"/>
              </a:solidFill>
              <a:latin typeface="맑은 고딕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7B23100-08B9-B452-C601-851E797EE738}"/>
              </a:ext>
            </a:extLst>
          </p:cNvPr>
          <p:cNvSpPr txBox="1"/>
          <p:nvPr/>
        </p:nvSpPr>
        <p:spPr>
          <a:xfrm>
            <a:off x="299732" y="5828403"/>
            <a:ext cx="2973559" cy="253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FF0000"/>
                </a:solidFill>
              </a:rPr>
              <a:t>이미 사용중인 이메일 주소 입니다</a:t>
            </a:r>
            <a:r>
              <a:rPr lang="en-US" altLang="ko-KR" sz="800" dirty="0">
                <a:solidFill>
                  <a:srgbClr val="FF0000"/>
                </a:solidFill>
              </a:rPr>
              <a:t>.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FA207D1-D33D-F49A-EB26-65357F5F160E}"/>
              </a:ext>
            </a:extLst>
          </p:cNvPr>
          <p:cNvSpPr txBox="1"/>
          <p:nvPr/>
        </p:nvSpPr>
        <p:spPr>
          <a:xfrm>
            <a:off x="3548844" y="5843461"/>
            <a:ext cx="2973559" cy="253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0000FF"/>
                </a:solidFill>
              </a:rPr>
              <a:t>사용</a:t>
            </a:r>
            <a:r>
              <a:rPr lang="en-US" altLang="ko-KR" sz="800" dirty="0">
                <a:solidFill>
                  <a:srgbClr val="0000FF"/>
                </a:solidFill>
              </a:rPr>
              <a:t> </a:t>
            </a:r>
            <a:r>
              <a:rPr lang="ko-KR" altLang="en-US" sz="800" dirty="0">
                <a:solidFill>
                  <a:srgbClr val="0000FF"/>
                </a:solidFill>
              </a:rPr>
              <a:t>가능한 이메일 주소 입니다</a:t>
            </a:r>
            <a:r>
              <a:rPr lang="en-US" altLang="ko-KR" sz="800" dirty="0">
                <a:solidFill>
                  <a:srgbClr val="0000FF"/>
                </a:solidFill>
              </a:rPr>
              <a:t>.</a:t>
            </a:r>
            <a:endParaRPr lang="ko-KR" altLang="en-US" sz="800" dirty="0">
              <a:solidFill>
                <a:srgbClr val="0000FF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C0AF30A-F474-129E-D474-6A859704F349}"/>
              </a:ext>
            </a:extLst>
          </p:cNvPr>
          <p:cNvSpPr txBox="1"/>
          <p:nvPr/>
        </p:nvSpPr>
        <p:spPr>
          <a:xfrm>
            <a:off x="3495131" y="2754628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이메일 계정 </a:t>
            </a:r>
            <a:r>
              <a:rPr lang="en-US" altLang="ko-KR" sz="800" b="1" dirty="0">
                <a:solidFill>
                  <a:srgbClr val="FF0000"/>
                </a:solidFill>
              </a:rPr>
              <a:t>*</a:t>
            </a:r>
            <a:endParaRPr lang="ko-KR" altLang="en-US" sz="8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FE5F234-0148-3398-8372-CE11FAA1415D}"/>
              </a:ext>
            </a:extLst>
          </p:cNvPr>
          <p:cNvSpPr txBox="1"/>
          <p:nvPr/>
        </p:nvSpPr>
        <p:spPr>
          <a:xfrm>
            <a:off x="248016" y="5263054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이메일 계정 </a:t>
            </a:r>
            <a:r>
              <a:rPr lang="en-US" altLang="ko-KR" sz="800" b="1" dirty="0">
                <a:solidFill>
                  <a:srgbClr val="FF0000"/>
                </a:solidFill>
              </a:rPr>
              <a:t>*</a:t>
            </a:r>
            <a:endParaRPr lang="ko-KR" altLang="en-US" sz="8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497C061-7D1C-6C2F-18A0-706496B1D0E5}"/>
              </a:ext>
            </a:extLst>
          </p:cNvPr>
          <p:cNvSpPr txBox="1"/>
          <p:nvPr/>
        </p:nvSpPr>
        <p:spPr>
          <a:xfrm>
            <a:off x="3467470" y="5252876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이메일 계정 </a:t>
            </a:r>
            <a:r>
              <a:rPr lang="en-US" altLang="ko-KR" sz="800" b="1" dirty="0">
                <a:solidFill>
                  <a:srgbClr val="FF0000"/>
                </a:solidFill>
              </a:rPr>
              <a:t>*</a:t>
            </a:r>
            <a:endParaRPr lang="ko-KR" altLang="en-US" sz="800" b="1" dirty="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9EA6D633-7FC3-511E-468B-F43C6740A31B}"/>
              </a:ext>
            </a:extLst>
          </p:cNvPr>
          <p:cNvSpPr/>
          <p:nvPr/>
        </p:nvSpPr>
        <p:spPr>
          <a:xfrm>
            <a:off x="125939" y="1325246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1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F11D643E-0902-0D0E-8C9E-200D59926BC2}"/>
              </a:ext>
            </a:extLst>
          </p:cNvPr>
          <p:cNvSpPr/>
          <p:nvPr/>
        </p:nvSpPr>
        <p:spPr>
          <a:xfrm>
            <a:off x="110912" y="2584786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3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E001A3B0-9BCC-F04B-CFA4-D124913A5135}"/>
              </a:ext>
            </a:extLst>
          </p:cNvPr>
          <p:cNvSpPr/>
          <p:nvPr/>
        </p:nvSpPr>
        <p:spPr>
          <a:xfrm>
            <a:off x="3472522" y="2600932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4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0E719C6E-ECF8-B231-2651-9C3B37B03F2D}"/>
              </a:ext>
            </a:extLst>
          </p:cNvPr>
          <p:cNvSpPr/>
          <p:nvPr/>
        </p:nvSpPr>
        <p:spPr>
          <a:xfrm>
            <a:off x="104624" y="5069062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5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117904E8-EA10-5C72-7C4B-0FD9A2356D07}"/>
              </a:ext>
            </a:extLst>
          </p:cNvPr>
          <p:cNvSpPr/>
          <p:nvPr/>
        </p:nvSpPr>
        <p:spPr>
          <a:xfrm>
            <a:off x="3466234" y="5085208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6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graphicFrame>
        <p:nvGraphicFramePr>
          <p:cNvPr id="39" name="Group 260">
            <a:extLst>
              <a:ext uri="{FF2B5EF4-FFF2-40B4-BE49-F238E27FC236}">
                <a16:creationId xmlns:a16="http://schemas.microsoft.com/office/drawing/2014/main" id="{5797D9D2-6500-F365-8841-3AF1CF6BE8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6699147"/>
              </p:ext>
            </p:extLst>
          </p:nvPr>
        </p:nvGraphicFramePr>
        <p:xfrm>
          <a:off x="6969418" y="2548005"/>
          <a:ext cx="2772114" cy="2841438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회원가입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이메일계정</a:t>
                      </a: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입력 </a:t>
                      </a:r>
                      <a:r>
                        <a:rPr kumimoji="1" lang="ko-KR" altLang="en-US" sz="7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알럿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최초 변경 신청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최초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입력시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노출 화면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이메일계정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입력 안내 문구 노출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오류 형식 계정 입력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@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가 누락된 이메일 계정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입력시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~~~.com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등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‘.***’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이 누락된 이메일 계정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입력시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오류 메시지 노출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417811"/>
                  </a:ext>
                </a:extLst>
              </a:tr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계정 입력 </a:t>
                      </a:r>
                      <a:r>
                        <a:rPr kumimoji="1" lang="en-US" altLang="ko-KR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1 - </a:t>
                      </a: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자동완성 적용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계정 입력 후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@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입력시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설정된 도메인 자동 완성 적용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자동완성 도메인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선택시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즉시 적용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98225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굴림"/>
                          <a:cs typeface="+mn-cs"/>
                        </a:rPr>
                        <a:t>계정 입력 </a:t>
                      </a:r>
                      <a:r>
                        <a:rPr kumimoji="1" lang="en-US" altLang="ko-KR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굴림"/>
                          <a:cs typeface="+mn-cs"/>
                        </a:rPr>
                        <a:t>2 - </a:t>
                      </a: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굴림"/>
                          <a:cs typeface="+mn-cs"/>
                        </a:rPr>
                        <a:t>직접 입력 적용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굴림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굴림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굴림"/>
                          <a:cs typeface="+mn-cs"/>
                        </a:rPr>
                        <a:t>계정 입력 후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굴림"/>
                          <a:cs typeface="+mn-cs"/>
                        </a:rPr>
                        <a:t>@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굴림"/>
                          <a:cs typeface="+mn-cs"/>
                        </a:rPr>
                        <a:t>입력시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굴림"/>
                          <a:cs typeface="+mn-cs"/>
                        </a:rPr>
                        <a:t> 설정된 도메인 자동 완성 미 선택 후 계속 작성시 직접 입력 적용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굴림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767904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중복 계정 입력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이미 사용중인 이메일 계정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입력시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오류 메시지 노출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512549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정상 이메일 계정 입력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정상 이메일 계정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입력시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정상 등록 가능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정상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알렛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문구 노출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5929651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7A07B48D-722D-6FE2-409F-622C51760D1E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회원가입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F970008-12EF-0930-2978-4CBC28C1CB88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 err="1">
                <a:solidFill>
                  <a:prstClr val="black"/>
                </a:solidFill>
              </a:rPr>
              <a:t>이메일계정</a:t>
            </a:r>
            <a:r>
              <a:rPr lang="ko-KR" altLang="en-US" sz="800" dirty="0">
                <a:solidFill>
                  <a:prstClr val="black"/>
                </a:solidFill>
              </a:rPr>
              <a:t> </a:t>
            </a:r>
            <a:r>
              <a:rPr lang="ko-KR" altLang="en-US" sz="800" dirty="0" err="1">
                <a:solidFill>
                  <a:prstClr val="black"/>
                </a:solidFill>
              </a:rPr>
              <a:t>알럿</a:t>
            </a:r>
            <a:r>
              <a:rPr lang="ko-KR" altLang="en-US" sz="800" dirty="0">
                <a:solidFill>
                  <a:prstClr val="black"/>
                </a:solidFill>
              </a:rPr>
              <a:t> 메시지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E63CA88-2AA4-F457-4C02-02E6384FCCEA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>
                <a:solidFill>
                  <a:prstClr val="black"/>
                </a:solidFill>
              </a:rPr>
              <a:t>홈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회원가입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AE346CBD-A059-56D0-B495-4589FE6D47FD}"/>
              </a:ext>
            </a:extLst>
          </p:cNvPr>
          <p:cNvSpPr/>
          <p:nvPr/>
        </p:nvSpPr>
        <p:spPr>
          <a:xfrm>
            <a:off x="3501987" y="1409861"/>
            <a:ext cx="3191585" cy="1054551"/>
          </a:xfrm>
          <a:prstGeom prst="roundRect">
            <a:avLst>
              <a:gd name="adj" fmla="val 3091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0B352ACA-9052-8506-04A8-737092135333}"/>
              </a:ext>
            </a:extLst>
          </p:cNvPr>
          <p:cNvSpPr/>
          <p:nvPr/>
        </p:nvSpPr>
        <p:spPr>
          <a:xfrm>
            <a:off x="3608577" y="1744332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 err="1">
                <a:solidFill>
                  <a:srgbClr val="FF0000"/>
                </a:solidFill>
                <a:latin typeface="맑은 고딕" pitchFamily="50" charset="-127"/>
              </a:rPr>
              <a:t>abcde</a:t>
            </a:r>
            <a:endParaRPr lang="ko-KR" altLang="en-US" sz="800" dirty="0">
              <a:solidFill>
                <a:srgbClr val="FF0000"/>
              </a:solidFill>
              <a:latin typeface="맑은 고딕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E31FC2F-1FEE-024A-BACA-8C8AB8EA333C}"/>
              </a:ext>
            </a:extLst>
          </p:cNvPr>
          <p:cNvSpPr txBox="1"/>
          <p:nvPr/>
        </p:nvSpPr>
        <p:spPr>
          <a:xfrm>
            <a:off x="3593080" y="2055503"/>
            <a:ext cx="2973559" cy="253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FF0000"/>
                </a:solidFill>
              </a:rPr>
              <a:t>이메일 형식의 계정을 입력해 주시기 바랍니다</a:t>
            </a:r>
            <a:r>
              <a:rPr lang="en-US" altLang="ko-KR" sz="800" dirty="0">
                <a:solidFill>
                  <a:srgbClr val="FF0000"/>
                </a:solidFill>
              </a:rPr>
              <a:t>.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9875D49-8E26-678A-8BB1-9139D423E93B}"/>
              </a:ext>
            </a:extLst>
          </p:cNvPr>
          <p:cNvSpPr txBox="1"/>
          <p:nvPr/>
        </p:nvSpPr>
        <p:spPr>
          <a:xfrm>
            <a:off x="3541364" y="1490154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이메일 계정 </a:t>
            </a:r>
            <a:r>
              <a:rPr lang="en-US" altLang="ko-KR" sz="800" b="1" dirty="0">
                <a:solidFill>
                  <a:srgbClr val="FF0000"/>
                </a:solidFill>
              </a:rPr>
              <a:t>*</a:t>
            </a:r>
            <a:endParaRPr lang="ko-KR" altLang="en-US" sz="800" b="1" dirty="0"/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F15A389B-AFA8-AD20-9028-4A7136655D00}"/>
              </a:ext>
            </a:extLst>
          </p:cNvPr>
          <p:cNvSpPr/>
          <p:nvPr/>
        </p:nvSpPr>
        <p:spPr>
          <a:xfrm>
            <a:off x="3397972" y="1296162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2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712297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505DA-0BD4-0665-BB59-70D11426E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11EDFB45-92FE-79A6-C87C-A7557F64879F}"/>
              </a:ext>
            </a:extLst>
          </p:cNvPr>
          <p:cNvSpPr/>
          <p:nvPr/>
        </p:nvSpPr>
        <p:spPr>
          <a:xfrm>
            <a:off x="214888" y="1412775"/>
            <a:ext cx="3191585" cy="774605"/>
          </a:xfrm>
          <a:prstGeom prst="roundRect">
            <a:avLst>
              <a:gd name="adj" fmla="val 3091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1886D7-5CED-D726-3C0B-B70B95932C27}"/>
              </a:ext>
            </a:extLst>
          </p:cNvPr>
          <p:cNvSpPr txBox="1"/>
          <p:nvPr/>
        </p:nvSpPr>
        <p:spPr>
          <a:xfrm>
            <a:off x="231620" y="1460763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이름 </a:t>
            </a:r>
            <a:r>
              <a:rPr lang="en-US" altLang="ko-KR" sz="800" b="1" dirty="0">
                <a:solidFill>
                  <a:srgbClr val="FF0000"/>
                </a:solidFill>
              </a:rPr>
              <a:t>*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1E33D74-1FE6-8291-1F25-8F87BE74B16E}"/>
              </a:ext>
            </a:extLst>
          </p:cNvPr>
          <p:cNvSpPr/>
          <p:nvPr/>
        </p:nvSpPr>
        <p:spPr>
          <a:xfrm>
            <a:off x="214888" y="2690597"/>
            <a:ext cx="3191585" cy="1062439"/>
          </a:xfrm>
          <a:prstGeom prst="roundRect">
            <a:avLst>
              <a:gd name="adj" fmla="val 3091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27957EC-DC44-91E3-C9E1-E6C689D4901B}"/>
              </a:ext>
            </a:extLst>
          </p:cNvPr>
          <p:cNvSpPr/>
          <p:nvPr/>
        </p:nvSpPr>
        <p:spPr>
          <a:xfrm>
            <a:off x="3495131" y="2690597"/>
            <a:ext cx="3191585" cy="1062439"/>
          </a:xfrm>
          <a:prstGeom prst="roundRect">
            <a:avLst>
              <a:gd name="adj" fmla="val 3091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EF5E50-BAF2-7519-0A69-56581B70ED6D}"/>
              </a:ext>
            </a:extLst>
          </p:cNvPr>
          <p:cNvSpPr txBox="1"/>
          <p:nvPr/>
        </p:nvSpPr>
        <p:spPr>
          <a:xfrm>
            <a:off x="275677" y="2764806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이름 </a:t>
            </a:r>
            <a:r>
              <a:rPr lang="en-US" altLang="ko-KR" sz="800" b="1" dirty="0">
                <a:solidFill>
                  <a:srgbClr val="FF0000"/>
                </a:solidFill>
              </a:rPr>
              <a:t>*</a:t>
            </a:r>
            <a:endParaRPr lang="ko-KR" altLang="en-US" sz="8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55BC84-7045-D501-A86F-603537C0293F}"/>
              </a:ext>
            </a:extLst>
          </p:cNvPr>
          <p:cNvSpPr txBox="1"/>
          <p:nvPr/>
        </p:nvSpPr>
        <p:spPr>
          <a:xfrm>
            <a:off x="3495131" y="2754628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이름 </a:t>
            </a:r>
            <a:r>
              <a:rPr lang="en-US" altLang="ko-KR" sz="800" b="1" dirty="0">
                <a:solidFill>
                  <a:srgbClr val="FF0000"/>
                </a:solidFill>
              </a:rPr>
              <a:t>*</a:t>
            </a:r>
            <a:endParaRPr lang="ko-KR" altLang="en-US" sz="800" b="1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802F598C-CA24-C6DE-2985-899B116C4219}"/>
              </a:ext>
            </a:extLst>
          </p:cNvPr>
          <p:cNvSpPr/>
          <p:nvPr/>
        </p:nvSpPr>
        <p:spPr>
          <a:xfrm>
            <a:off x="125939" y="1325246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1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F98F773E-F7AD-9374-569B-FF19ED165E17}"/>
              </a:ext>
            </a:extLst>
          </p:cNvPr>
          <p:cNvSpPr/>
          <p:nvPr/>
        </p:nvSpPr>
        <p:spPr>
          <a:xfrm>
            <a:off x="110912" y="2584786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2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727389CA-9970-B0A2-BABD-697B5025A578}"/>
              </a:ext>
            </a:extLst>
          </p:cNvPr>
          <p:cNvSpPr/>
          <p:nvPr/>
        </p:nvSpPr>
        <p:spPr>
          <a:xfrm>
            <a:off x="3472522" y="2600932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3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1962AC9F-535C-4887-F03B-C87102D36FCB}"/>
              </a:ext>
            </a:extLst>
          </p:cNvPr>
          <p:cNvSpPr/>
          <p:nvPr/>
        </p:nvSpPr>
        <p:spPr>
          <a:xfrm>
            <a:off x="328064" y="3025370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홍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48F265-77F3-B4E2-86DC-51AA64A31ABA}"/>
              </a:ext>
            </a:extLst>
          </p:cNvPr>
          <p:cNvSpPr txBox="1"/>
          <p:nvPr/>
        </p:nvSpPr>
        <p:spPr>
          <a:xfrm>
            <a:off x="2650416" y="3063834"/>
            <a:ext cx="5926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/>
              <a:t>1/20</a:t>
            </a:r>
            <a:endParaRPr lang="ko-KR" altLang="en-US" sz="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0AD5A2-5A5A-9881-A574-2F1901C832C4}"/>
              </a:ext>
            </a:extLst>
          </p:cNvPr>
          <p:cNvSpPr txBox="1"/>
          <p:nvPr/>
        </p:nvSpPr>
        <p:spPr>
          <a:xfrm>
            <a:off x="310729" y="3349406"/>
            <a:ext cx="2973559" cy="253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FF0000"/>
                </a:solidFill>
              </a:rPr>
              <a:t>한글 또는 영문 </a:t>
            </a:r>
            <a:r>
              <a:rPr lang="en-US" altLang="ko-KR" sz="800" dirty="0">
                <a:solidFill>
                  <a:srgbClr val="FF0000"/>
                </a:solidFill>
              </a:rPr>
              <a:t>2~20</a:t>
            </a:r>
            <a:r>
              <a:rPr lang="ko-KR" altLang="en-US" sz="800" dirty="0">
                <a:solidFill>
                  <a:srgbClr val="FF0000"/>
                </a:solidFill>
              </a:rPr>
              <a:t>자 이내로 입력해 주세요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3EFD1788-9593-D5F7-43A7-4820C74B8BBC}"/>
              </a:ext>
            </a:extLst>
          </p:cNvPr>
          <p:cNvSpPr/>
          <p:nvPr/>
        </p:nvSpPr>
        <p:spPr>
          <a:xfrm>
            <a:off x="305929" y="1712328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한글</a:t>
            </a:r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또는 영문 </a:t>
            </a:r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2~20</a:t>
            </a:r>
            <a:r>
              <a:rPr lang="ko-KR" altLang="en-US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자 이내로 입력해 주세요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AE377BB-9D51-AD3A-3D0A-0981A411ADCE}"/>
              </a:ext>
            </a:extLst>
          </p:cNvPr>
          <p:cNvSpPr txBox="1"/>
          <p:nvPr/>
        </p:nvSpPr>
        <p:spPr>
          <a:xfrm>
            <a:off x="2628281" y="1750792"/>
            <a:ext cx="5926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/>
              <a:t>0/20</a:t>
            </a:r>
            <a:endParaRPr lang="ko-KR" altLang="en-US" sz="800" dirty="0"/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66465978-4687-6C88-3B79-43E0A1823A55}"/>
              </a:ext>
            </a:extLst>
          </p:cNvPr>
          <p:cNvSpPr/>
          <p:nvPr/>
        </p:nvSpPr>
        <p:spPr>
          <a:xfrm>
            <a:off x="3584325" y="3025370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dirty="0" err="1">
                <a:solidFill>
                  <a:schemeClr val="tx1"/>
                </a:solidFill>
                <a:latin typeface="맑은 고딕" pitchFamily="50" charset="-127"/>
              </a:rPr>
              <a:t>홍홍홍홍홍홍홍홍홍홍홍홍홍홍홍홍홍홍홍홍</a:t>
            </a:r>
            <a:endParaRPr lang="ko-KR" altLang="en-US" sz="8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117E8AC-5EA6-8CB4-FBB3-FA93D03EEEC4}"/>
              </a:ext>
            </a:extLst>
          </p:cNvPr>
          <p:cNvSpPr txBox="1"/>
          <p:nvPr/>
        </p:nvSpPr>
        <p:spPr>
          <a:xfrm>
            <a:off x="5906677" y="3063834"/>
            <a:ext cx="5926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/>
              <a:t>20/20</a:t>
            </a:r>
            <a:endParaRPr lang="ko-KR" altLang="en-US" sz="800" dirty="0"/>
          </a:p>
        </p:txBody>
      </p:sp>
      <p:graphicFrame>
        <p:nvGraphicFramePr>
          <p:cNvPr id="76" name="Group 260">
            <a:extLst>
              <a:ext uri="{FF2B5EF4-FFF2-40B4-BE49-F238E27FC236}">
                <a16:creationId xmlns:a16="http://schemas.microsoft.com/office/drawing/2014/main" id="{5AA0F145-FB01-AC2D-7348-C3487FD5D0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768930"/>
              </p:ext>
            </p:extLst>
          </p:nvPr>
        </p:nvGraphicFramePr>
        <p:xfrm>
          <a:off x="6969418" y="2548005"/>
          <a:ext cx="2772114" cy="1589118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회원가입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이름 입력 </a:t>
                      </a:r>
                      <a:r>
                        <a:rPr kumimoji="1" lang="ko-KR" altLang="en-US" sz="7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알럿</a:t>
                      </a: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최초 변경 신청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최초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입력시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노출 화면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이름 입력 안내 문구 노출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최소 </a:t>
                      </a:r>
                      <a:r>
                        <a:rPr kumimoji="1" lang="ko-KR" altLang="en-US" sz="7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자리수</a:t>
                      </a: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kumimoji="1" lang="ko-KR" altLang="en-US" sz="7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입력시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-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이름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20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자리 이내 입력 가능</a:t>
                      </a:r>
                      <a:b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</a:b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-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최소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자리 이상 입력 필수</a:t>
                      </a:r>
                      <a:b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</a:b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-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최소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자리수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이내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입력시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오류 메시지 노출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98225"/>
                  </a:ext>
                </a:extLst>
              </a:tr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정상 </a:t>
                      </a:r>
                      <a:r>
                        <a:rPr kumimoji="1" lang="ko-KR" altLang="en-US" sz="7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입력시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이름 최소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자리수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이상 정상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입력시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767904"/>
                  </a:ext>
                </a:extLst>
              </a:tr>
            </a:tbl>
          </a:graphicData>
        </a:graphic>
      </p:graphicFrame>
      <p:sp>
        <p:nvSpPr>
          <p:cNvPr id="77" name="TextBox 76">
            <a:extLst>
              <a:ext uri="{FF2B5EF4-FFF2-40B4-BE49-F238E27FC236}">
                <a16:creationId xmlns:a16="http://schemas.microsoft.com/office/drawing/2014/main" id="{2056E00E-6C81-1B9F-4F6D-0F89FB2C403D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회원가입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EA1F304-ED16-AA62-7FB0-A382C1A2D1E3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이름 </a:t>
            </a:r>
            <a:r>
              <a:rPr lang="ko-KR" altLang="en-US" sz="800" dirty="0" err="1">
                <a:solidFill>
                  <a:prstClr val="black"/>
                </a:solidFill>
              </a:rPr>
              <a:t>알럿</a:t>
            </a:r>
            <a:r>
              <a:rPr lang="ko-KR" altLang="en-US" sz="800" dirty="0">
                <a:solidFill>
                  <a:prstClr val="black"/>
                </a:solidFill>
              </a:rPr>
              <a:t> 메시지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D4EE57D-AD82-082C-4F45-9CE912B6B5A2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>
                <a:solidFill>
                  <a:prstClr val="black"/>
                </a:solidFill>
              </a:rPr>
              <a:t>홈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회원가입</a:t>
            </a:r>
          </a:p>
        </p:txBody>
      </p:sp>
    </p:spTree>
    <p:extLst>
      <p:ext uri="{BB962C8B-B14F-4D97-AF65-F5344CB8AC3E}">
        <p14:creationId xmlns:p14="http://schemas.microsoft.com/office/powerpoint/2010/main" val="100596694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530E3-CC55-AFE2-EBEC-F209E9A0E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260">
            <a:extLst>
              <a:ext uri="{FF2B5EF4-FFF2-40B4-BE49-F238E27FC236}">
                <a16:creationId xmlns:a16="http://schemas.microsoft.com/office/drawing/2014/main" id="{55881B64-3A42-F7A4-E040-AC89E1BD42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762848"/>
              </p:ext>
            </p:extLst>
          </p:nvPr>
        </p:nvGraphicFramePr>
        <p:xfrm>
          <a:off x="6969418" y="2548005"/>
          <a:ext cx="2772114" cy="2462417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회원가입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휴대전화번호 입력 </a:t>
                      </a:r>
                      <a:r>
                        <a:rPr kumimoji="1" lang="ko-KR" altLang="en-US" sz="7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알럿</a:t>
                      </a: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(1/2)</a:t>
                      </a: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최초 변경 신청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최초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입력시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노출 화면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휴대전화번호 입력 안내 문구 노출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이미 사용중인 번호 </a:t>
                      </a:r>
                      <a:r>
                        <a:rPr kumimoji="1" lang="ko-KR" altLang="en-US" sz="7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입력시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이미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사용중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오류 문구 노출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98225"/>
                  </a:ext>
                </a:extLst>
              </a:tr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오류 번호 </a:t>
                      </a:r>
                      <a:r>
                        <a:rPr kumimoji="1" lang="ko-KR" altLang="en-US" sz="7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입력시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휴대전화 번호 전체 미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입력시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오류 문구 노출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767904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정상 번호 입력 완료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인증번호 발송 버튼 활성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정상 안내 문구 노출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512549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인증버튼 발송 버튼 클릭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 번호 문자 발송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문자 발송 안내 문구 노출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인증번호 입력 잔여시간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시간연장 버튼 노출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.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시간연장 버튼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3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분씩 연장 적용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592965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29746BD-EFA4-8769-C64E-3222B05C0E97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회원가입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36136BFC-6853-68EA-046C-FD89FAA0D7AD}"/>
              </a:ext>
            </a:extLst>
          </p:cNvPr>
          <p:cNvSpPr/>
          <p:nvPr/>
        </p:nvSpPr>
        <p:spPr>
          <a:xfrm>
            <a:off x="214888" y="1412775"/>
            <a:ext cx="3191585" cy="774605"/>
          </a:xfrm>
          <a:prstGeom prst="roundRect">
            <a:avLst>
              <a:gd name="adj" fmla="val 3091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A59DEC67-33B2-2ADC-AA52-DFA70C0D06B1}"/>
              </a:ext>
            </a:extLst>
          </p:cNvPr>
          <p:cNvSpPr/>
          <p:nvPr/>
        </p:nvSpPr>
        <p:spPr>
          <a:xfrm>
            <a:off x="125939" y="1325246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1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68881BA7-7C2B-E649-7E41-7196A4306793}"/>
              </a:ext>
            </a:extLst>
          </p:cNvPr>
          <p:cNvSpPr/>
          <p:nvPr/>
        </p:nvSpPr>
        <p:spPr>
          <a:xfrm>
            <a:off x="374824" y="1721453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dirty="0">
                <a:solidFill>
                  <a:schemeClr val="tx1"/>
                </a:solidFill>
                <a:latin typeface="맑은 고딕" pitchFamily="50" charset="-127"/>
              </a:rPr>
              <a:t>휴대전화번호를 숫자만 입력해 주세요</a:t>
            </a:r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</a:rPr>
              <a:t>.</a:t>
            </a:r>
            <a:endParaRPr lang="ko-KR" altLang="en-US" sz="800" dirty="0">
              <a:solidFill>
                <a:schemeClr val="tx1"/>
              </a:solidFill>
              <a:latin typeface="맑은 고딕" pitchFamily="50" charset="-127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6D18232-B819-B6E5-7625-263709C7DA25}"/>
              </a:ext>
            </a:extLst>
          </p:cNvPr>
          <p:cNvSpPr txBox="1"/>
          <p:nvPr/>
        </p:nvSpPr>
        <p:spPr>
          <a:xfrm>
            <a:off x="306712" y="1484784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휴대전화번호 </a:t>
            </a:r>
            <a:r>
              <a:rPr lang="en-US" altLang="ko-KR" sz="800" b="1" dirty="0">
                <a:solidFill>
                  <a:srgbClr val="FF0000"/>
                </a:solidFill>
              </a:rPr>
              <a:t>*</a:t>
            </a:r>
            <a:endParaRPr lang="ko-KR" altLang="en-US" sz="800" b="1" dirty="0"/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A82413A1-A3E4-CF7A-3963-B4E923DAC218}"/>
              </a:ext>
            </a:extLst>
          </p:cNvPr>
          <p:cNvSpPr/>
          <p:nvPr/>
        </p:nvSpPr>
        <p:spPr>
          <a:xfrm>
            <a:off x="2437942" y="1756357"/>
            <a:ext cx="842880" cy="21164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인증번호 발송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04B299E3-813B-6D56-D290-7F63DB6BBD40}"/>
              </a:ext>
            </a:extLst>
          </p:cNvPr>
          <p:cNvSpPr/>
          <p:nvPr/>
        </p:nvSpPr>
        <p:spPr>
          <a:xfrm>
            <a:off x="3533381" y="2463693"/>
            <a:ext cx="3191585" cy="1015628"/>
          </a:xfrm>
          <a:prstGeom prst="roundRect">
            <a:avLst>
              <a:gd name="adj" fmla="val 3091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D0111302-ECCB-757A-23EF-38547AAC9286}"/>
              </a:ext>
            </a:extLst>
          </p:cNvPr>
          <p:cNvSpPr/>
          <p:nvPr/>
        </p:nvSpPr>
        <p:spPr>
          <a:xfrm>
            <a:off x="3671779" y="2779886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rgbClr val="FF0000"/>
                </a:solidFill>
                <a:latin typeface="맑은 고딕" pitchFamily="50" charset="-127"/>
              </a:rPr>
              <a:t>000-0000</a:t>
            </a:r>
            <a:endParaRPr lang="ko-KR" altLang="en-US" sz="800" dirty="0">
              <a:solidFill>
                <a:srgbClr val="FF0000"/>
              </a:solidFill>
              <a:latin typeface="맑은 고딕" pitchFamily="50" charset="-12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AD505BD-242C-DED6-E2B8-1D0AD36D426D}"/>
              </a:ext>
            </a:extLst>
          </p:cNvPr>
          <p:cNvSpPr txBox="1"/>
          <p:nvPr/>
        </p:nvSpPr>
        <p:spPr>
          <a:xfrm>
            <a:off x="3603667" y="2543217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휴대전화번호 </a:t>
            </a:r>
            <a:r>
              <a:rPr lang="en-US" altLang="ko-KR" sz="800" b="1" dirty="0">
                <a:solidFill>
                  <a:srgbClr val="FF0000"/>
                </a:solidFill>
              </a:rPr>
              <a:t>*</a:t>
            </a:r>
            <a:endParaRPr lang="ko-KR" altLang="en-US" sz="800" b="1" dirty="0"/>
          </a:p>
        </p:txBody>
      </p:sp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C01FDC3E-3AC8-E061-A9A0-B238C8410687}"/>
              </a:ext>
            </a:extLst>
          </p:cNvPr>
          <p:cNvSpPr/>
          <p:nvPr/>
        </p:nvSpPr>
        <p:spPr>
          <a:xfrm>
            <a:off x="5734897" y="2814790"/>
            <a:ext cx="842880" cy="21164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인증번호 발송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F60FB3C-CE35-C5C5-2384-6E3E5F5EA78E}"/>
              </a:ext>
            </a:extLst>
          </p:cNvPr>
          <p:cNvSpPr txBox="1"/>
          <p:nvPr/>
        </p:nvSpPr>
        <p:spPr>
          <a:xfrm>
            <a:off x="3642393" y="3092193"/>
            <a:ext cx="2973559" cy="253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FF0000"/>
                </a:solidFill>
              </a:rPr>
              <a:t>올바른 휴대전화 번호 형식이 아닙니다</a:t>
            </a:r>
            <a:r>
              <a:rPr lang="en-US" altLang="ko-KR" sz="800" dirty="0">
                <a:solidFill>
                  <a:srgbClr val="FF0000"/>
                </a:solidFill>
              </a:rPr>
              <a:t>. </a:t>
            </a:r>
            <a:r>
              <a:rPr lang="ko-KR" altLang="en-US" sz="800" dirty="0">
                <a:solidFill>
                  <a:srgbClr val="FF0000"/>
                </a:solidFill>
              </a:rPr>
              <a:t>숫자만 입력해주세요</a:t>
            </a:r>
            <a:r>
              <a:rPr lang="en-US" altLang="ko-KR" sz="800" dirty="0">
                <a:solidFill>
                  <a:srgbClr val="FF0000"/>
                </a:solidFill>
              </a:rPr>
              <a:t>.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101" name="사각형: 둥근 모서리 100">
            <a:extLst>
              <a:ext uri="{FF2B5EF4-FFF2-40B4-BE49-F238E27FC236}">
                <a16:creationId xmlns:a16="http://schemas.microsoft.com/office/drawing/2014/main" id="{3C9C9F7F-CE82-E421-0210-B273C6E90703}"/>
              </a:ext>
            </a:extLst>
          </p:cNvPr>
          <p:cNvSpPr/>
          <p:nvPr/>
        </p:nvSpPr>
        <p:spPr>
          <a:xfrm>
            <a:off x="214888" y="2448194"/>
            <a:ext cx="3191585" cy="1015628"/>
          </a:xfrm>
          <a:prstGeom prst="roundRect">
            <a:avLst>
              <a:gd name="adj" fmla="val 3091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1D99BF30-4748-FC0B-36BA-F5ECB0521300}"/>
              </a:ext>
            </a:extLst>
          </p:cNvPr>
          <p:cNvSpPr/>
          <p:nvPr/>
        </p:nvSpPr>
        <p:spPr>
          <a:xfrm>
            <a:off x="353286" y="2764387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rgbClr val="FF0000"/>
                </a:solidFill>
                <a:latin typeface="맑은 고딕" pitchFamily="50" charset="-127"/>
              </a:rPr>
              <a:t>000-0000-0000</a:t>
            </a:r>
            <a:endParaRPr lang="ko-KR" altLang="en-US" sz="800" dirty="0">
              <a:solidFill>
                <a:srgbClr val="FF0000"/>
              </a:solidFill>
              <a:latin typeface="맑은 고딕" pitchFamily="50" charset="-127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7070FAD4-7906-D7FA-928E-A60477F1AB1C}"/>
              </a:ext>
            </a:extLst>
          </p:cNvPr>
          <p:cNvSpPr txBox="1"/>
          <p:nvPr/>
        </p:nvSpPr>
        <p:spPr>
          <a:xfrm>
            <a:off x="285174" y="2527718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휴대전화번호 </a:t>
            </a:r>
            <a:r>
              <a:rPr lang="en-US" altLang="ko-KR" sz="800" b="1" dirty="0">
                <a:solidFill>
                  <a:srgbClr val="FF0000"/>
                </a:solidFill>
              </a:rPr>
              <a:t>*</a:t>
            </a:r>
            <a:endParaRPr lang="ko-KR" altLang="en-US" sz="800" b="1" dirty="0"/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0E292DD8-EE8D-1DB2-AAF2-65F194FECD34}"/>
              </a:ext>
            </a:extLst>
          </p:cNvPr>
          <p:cNvSpPr/>
          <p:nvPr/>
        </p:nvSpPr>
        <p:spPr>
          <a:xfrm>
            <a:off x="2416404" y="2799291"/>
            <a:ext cx="842880" cy="21164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인증번호 발송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28B7AE1E-3811-9DA3-685E-9FDE4985FB30}"/>
              </a:ext>
            </a:extLst>
          </p:cNvPr>
          <p:cNvSpPr txBox="1"/>
          <p:nvPr/>
        </p:nvSpPr>
        <p:spPr>
          <a:xfrm>
            <a:off x="323900" y="3076694"/>
            <a:ext cx="2973559" cy="253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FF0000"/>
                </a:solidFill>
              </a:rPr>
              <a:t>이미 사용중인 휴대전화 번호입니다</a:t>
            </a:r>
            <a:r>
              <a:rPr lang="en-US" altLang="ko-KR" sz="800" dirty="0">
                <a:solidFill>
                  <a:srgbClr val="FF0000"/>
                </a:solidFill>
              </a:rPr>
              <a:t>.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112" name="타원 111">
            <a:extLst>
              <a:ext uri="{FF2B5EF4-FFF2-40B4-BE49-F238E27FC236}">
                <a16:creationId xmlns:a16="http://schemas.microsoft.com/office/drawing/2014/main" id="{023E922A-48BB-B004-B91D-7D17B5BC69E1}"/>
              </a:ext>
            </a:extLst>
          </p:cNvPr>
          <p:cNvSpPr/>
          <p:nvPr/>
        </p:nvSpPr>
        <p:spPr>
          <a:xfrm>
            <a:off x="110912" y="2383702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2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13" name="타원 112">
            <a:extLst>
              <a:ext uri="{FF2B5EF4-FFF2-40B4-BE49-F238E27FC236}">
                <a16:creationId xmlns:a16="http://schemas.microsoft.com/office/drawing/2014/main" id="{9F9C4543-BAF0-C181-6CB2-9A6A3E623EA4}"/>
              </a:ext>
            </a:extLst>
          </p:cNvPr>
          <p:cNvSpPr/>
          <p:nvPr/>
        </p:nvSpPr>
        <p:spPr>
          <a:xfrm>
            <a:off x="3472522" y="2399848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3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14" name="사각형: 둥근 모서리 113">
            <a:extLst>
              <a:ext uri="{FF2B5EF4-FFF2-40B4-BE49-F238E27FC236}">
                <a16:creationId xmlns:a16="http://schemas.microsoft.com/office/drawing/2014/main" id="{1E563DE6-F9EA-A391-22D9-F96AFA4539BA}"/>
              </a:ext>
            </a:extLst>
          </p:cNvPr>
          <p:cNvSpPr/>
          <p:nvPr/>
        </p:nvSpPr>
        <p:spPr>
          <a:xfrm>
            <a:off x="3527093" y="3756136"/>
            <a:ext cx="3191585" cy="1951368"/>
          </a:xfrm>
          <a:prstGeom prst="roundRect">
            <a:avLst>
              <a:gd name="adj" fmla="val 3091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5" name="사각형: 둥근 모서리 114">
            <a:extLst>
              <a:ext uri="{FF2B5EF4-FFF2-40B4-BE49-F238E27FC236}">
                <a16:creationId xmlns:a16="http://schemas.microsoft.com/office/drawing/2014/main" id="{28D965D2-5A54-F6A3-0486-FABEFF5FFECD}"/>
              </a:ext>
            </a:extLst>
          </p:cNvPr>
          <p:cNvSpPr/>
          <p:nvPr/>
        </p:nvSpPr>
        <p:spPr>
          <a:xfrm>
            <a:off x="3665491" y="4072329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</a:rPr>
              <a:t>010-0000-0000</a:t>
            </a:r>
            <a:endParaRPr lang="ko-KR" altLang="en-US" sz="800" dirty="0">
              <a:solidFill>
                <a:srgbClr val="FF0000"/>
              </a:solidFill>
              <a:latin typeface="맑은 고딕" pitchFamily="50" charset="-127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74E437D4-B61F-C2E0-08E5-35D52F576973}"/>
              </a:ext>
            </a:extLst>
          </p:cNvPr>
          <p:cNvSpPr txBox="1"/>
          <p:nvPr/>
        </p:nvSpPr>
        <p:spPr>
          <a:xfrm>
            <a:off x="3597379" y="3835660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휴대전화번호 </a:t>
            </a:r>
            <a:r>
              <a:rPr lang="en-US" altLang="ko-KR" sz="800" b="1" dirty="0">
                <a:solidFill>
                  <a:srgbClr val="FF0000"/>
                </a:solidFill>
              </a:rPr>
              <a:t>*</a:t>
            </a:r>
            <a:endParaRPr lang="ko-KR" altLang="en-US" sz="800" b="1" dirty="0"/>
          </a:p>
        </p:txBody>
      </p:sp>
      <p:sp>
        <p:nvSpPr>
          <p:cNvPr id="117" name="사각형: 둥근 모서리 116">
            <a:extLst>
              <a:ext uri="{FF2B5EF4-FFF2-40B4-BE49-F238E27FC236}">
                <a16:creationId xmlns:a16="http://schemas.microsoft.com/office/drawing/2014/main" id="{A16C6107-AD64-C111-49A4-8C9F165CF22E}"/>
              </a:ext>
            </a:extLst>
          </p:cNvPr>
          <p:cNvSpPr/>
          <p:nvPr/>
        </p:nvSpPr>
        <p:spPr>
          <a:xfrm>
            <a:off x="5728609" y="4107233"/>
            <a:ext cx="842880" cy="211643"/>
          </a:xfrm>
          <a:prstGeom prst="round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인증번호 발송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ECC238A4-97DC-A999-EBED-B1D17C8823C1}"/>
              </a:ext>
            </a:extLst>
          </p:cNvPr>
          <p:cNvSpPr/>
          <p:nvPr/>
        </p:nvSpPr>
        <p:spPr>
          <a:xfrm>
            <a:off x="208600" y="3740636"/>
            <a:ext cx="3191585" cy="1966867"/>
          </a:xfrm>
          <a:prstGeom prst="roundRect">
            <a:avLst>
              <a:gd name="adj" fmla="val 3091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0" name="사각형: 둥근 모서리 119">
            <a:extLst>
              <a:ext uri="{FF2B5EF4-FFF2-40B4-BE49-F238E27FC236}">
                <a16:creationId xmlns:a16="http://schemas.microsoft.com/office/drawing/2014/main" id="{CE836E45-E53B-DC17-5D09-332BC5BA43F9}"/>
              </a:ext>
            </a:extLst>
          </p:cNvPr>
          <p:cNvSpPr/>
          <p:nvPr/>
        </p:nvSpPr>
        <p:spPr>
          <a:xfrm>
            <a:off x="346998" y="4056830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</a:rPr>
              <a:t>010-0000-0000</a:t>
            </a:r>
            <a:endParaRPr lang="ko-KR" altLang="en-US" sz="800" dirty="0">
              <a:solidFill>
                <a:srgbClr val="FF0000"/>
              </a:solidFill>
              <a:latin typeface="맑은 고딕" pitchFamily="50" charset="-127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3DC7E30B-8CD1-E3E7-D4F2-50214270ED08}"/>
              </a:ext>
            </a:extLst>
          </p:cNvPr>
          <p:cNvSpPr txBox="1"/>
          <p:nvPr/>
        </p:nvSpPr>
        <p:spPr>
          <a:xfrm>
            <a:off x="278886" y="3820161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휴대전화번호 </a:t>
            </a:r>
            <a:r>
              <a:rPr lang="en-US" altLang="ko-KR" sz="800" b="1" dirty="0">
                <a:solidFill>
                  <a:srgbClr val="FF0000"/>
                </a:solidFill>
              </a:rPr>
              <a:t>*</a:t>
            </a:r>
            <a:endParaRPr lang="ko-KR" altLang="en-US" sz="800" b="1" dirty="0"/>
          </a:p>
        </p:txBody>
      </p:sp>
      <p:sp>
        <p:nvSpPr>
          <p:cNvPr id="122" name="사각형: 둥근 모서리 121">
            <a:extLst>
              <a:ext uri="{FF2B5EF4-FFF2-40B4-BE49-F238E27FC236}">
                <a16:creationId xmlns:a16="http://schemas.microsoft.com/office/drawing/2014/main" id="{21B9F4DA-9B67-58B6-4911-F8D90AF76CE1}"/>
              </a:ext>
            </a:extLst>
          </p:cNvPr>
          <p:cNvSpPr/>
          <p:nvPr/>
        </p:nvSpPr>
        <p:spPr>
          <a:xfrm>
            <a:off x="2410116" y="4091734"/>
            <a:ext cx="842880" cy="211643"/>
          </a:xfrm>
          <a:prstGeom prst="round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인증번호 발송</a:t>
            </a:r>
          </a:p>
        </p:txBody>
      </p:sp>
      <p:sp>
        <p:nvSpPr>
          <p:cNvPr id="124" name="타원 123">
            <a:extLst>
              <a:ext uri="{FF2B5EF4-FFF2-40B4-BE49-F238E27FC236}">
                <a16:creationId xmlns:a16="http://schemas.microsoft.com/office/drawing/2014/main" id="{640F27BA-BE18-4DBC-5466-CF7E25CC8935}"/>
              </a:ext>
            </a:extLst>
          </p:cNvPr>
          <p:cNvSpPr/>
          <p:nvPr/>
        </p:nvSpPr>
        <p:spPr>
          <a:xfrm>
            <a:off x="104624" y="3676145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4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25" name="타원 124">
            <a:extLst>
              <a:ext uri="{FF2B5EF4-FFF2-40B4-BE49-F238E27FC236}">
                <a16:creationId xmlns:a16="http://schemas.microsoft.com/office/drawing/2014/main" id="{A6D7925B-7511-362C-B84F-98E90CDBF3FE}"/>
              </a:ext>
            </a:extLst>
          </p:cNvPr>
          <p:cNvSpPr/>
          <p:nvPr/>
        </p:nvSpPr>
        <p:spPr>
          <a:xfrm>
            <a:off x="3466234" y="3692291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5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6E1677F7-931E-D8DA-3567-30B09D3D1D85}"/>
              </a:ext>
            </a:extLst>
          </p:cNvPr>
          <p:cNvSpPr txBox="1"/>
          <p:nvPr/>
        </p:nvSpPr>
        <p:spPr>
          <a:xfrm>
            <a:off x="313918" y="4363922"/>
            <a:ext cx="2973559" cy="253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0000FF"/>
                </a:solidFill>
              </a:rPr>
              <a:t>휴대전화 문자로 인증번호를 발송해 주세요</a:t>
            </a:r>
            <a:r>
              <a:rPr lang="en-US" altLang="ko-KR" sz="800" dirty="0">
                <a:solidFill>
                  <a:srgbClr val="0000FF"/>
                </a:solidFill>
              </a:rPr>
              <a:t>.</a:t>
            </a:r>
            <a:endParaRPr lang="ko-KR" altLang="en-US" sz="800" dirty="0">
              <a:solidFill>
                <a:srgbClr val="0000FF"/>
              </a:solidFill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24FA18A6-88FA-F81F-5565-9DF26831C9DD}"/>
              </a:ext>
            </a:extLst>
          </p:cNvPr>
          <p:cNvSpPr txBox="1"/>
          <p:nvPr/>
        </p:nvSpPr>
        <p:spPr>
          <a:xfrm>
            <a:off x="3665575" y="4363922"/>
            <a:ext cx="3137344" cy="437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0000FF"/>
                </a:solidFill>
              </a:rPr>
              <a:t>입력하신 휴대전화 번호로 인증번호를 발송하였습니다</a:t>
            </a:r>
            <a:r>
              <a:rPr lang="en-US" altLang="ko-KR" sz="800" dirty="0">
                <a:solidFill>
                  <a:srgbClr val="0000FF"/>
                </a:solidFill>
              </a:rPr>
              <a:t>.</a:t>
            </a:r>
            <a:br>
              <a:rPr lang="en-US" altLang="ko-KR" sz="800" dirty="0">
                <a:solidFill>
                  <a:srgbClr val="0000FF"/>
                </a:solidFill>
              </a:rPr>
            </a:br>
            <a:r>
              <a:rPr lang="ko-KR" altLang="en-US" sz="800" dirty="0">
                <a:solidFill>
                  <a:srgbClr val="0000FF"/>
                </a:solidFill>
              </a:rPr>
              <a:t>인증번호 수신이 안되었으면</a:t>
            </a:r>
            <a:r>
              <a:rPr lang="en-US" altLang="ko-KR" sz="800" dirty="0">
                <a:solidFill>
                  <a:srgbClr val="0000FF"/>
                </a:solidFill>
              </a:rPr>
              <a:t>, </a:t>
            </a:r>
            <a:r>
              <a:rPr lang="ko-KR" altLang="en-US" sz="800" dirty="0">
                <a:solidFill>
                  <a:srgbClr val="0000FF"/>
                </a:solidFill>
              </a:rPr>
              <a:t>인증번호를 다시 발송하여 주세요</a:t>
            </a:r>
            <a:r>
              <a:rPr lang="en-US" altLang="ko-KR" sz="800" dirty="0">
                <a:solidFill>
                  <a:srgbClr val="0000FF"/>
                </a:solidFill>
              </a:rPr>
              <a:t>.</a:t>
            </a:r>
          </a:p>
        </p:txBody>
      </p:sp>
      <p:sp>
        <p:nvSpPr>
          <p:cNvPr id="131" name="사각형: 둥근 모서리 130">
            <a:extLst>
              <a:ext uri="{FF2B5EF4-FFF2-40B4-BE49-F238E27FC236}">
                <a16:creationId xmlns:a16="http://schemas.microsoft.com/office/drawing/2014/main" id="{6447C8A0-BA13-319D-CDFE-7800B3D96E90}"/>
              </a:ext>
            </a:extLst>
          </p:cNvPr>
          <p:cNvSpPr/>
          <p:nvPr/>
        </p:nvSpPr>
        <p:spPr>
          <a:xfrm>
            <a:off x="320160" y="4852619"/>
            <a:ext cx="2240620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</a:rPr>
              <a:t>인증번호를 발송해 주세요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FBF1DC50-681E-D533-D0B8-252CB5E09A29}"/>
              </a:ext>
            </a:extLst>
          </p:cNvPr>
          <p:cNvSpPr txBox="1"/>
          <p:nvPr/>
        </p:nvSpPr>
        <p:spPr>
          <a:xfrm>
            <a:off x="252047" y="4615950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인증번호</a:t>
            </a:r>
          </a:p>
        </p:txBody>
      </p:sp>
      <p:sp>
        <p:nvSpPr>
          <p:cNvPr id="134" name="사각형: 둥근 모서리 133">
            <a:extLst>
              <a:ext uri="{FF2B5EF4-FFF2-40B4-BE49-F238E27FC236}">
                <a16:creationId xmlns:a16="http://schemas.microsoft.com/office/drawing/2014/main" id="{79C9786D-F170-12F2-9B6A-9B440EC81C2D}"/>
              </a:ext>
            </a:extLst>
          </p:cNvPr>
          <p:cNvSpPr/>
          <p:nvPr/>
        </p:nvSpPr>
        <p:spPr>
          <a:xfrm>
            <a:off x="2642103" y="4853681"/>
            <a:ext cx="674760" cy="28803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인증하기</a:t>
            </a:r>
          </a:p>
        </p:txBody>
      </p:sp>
      <p:sp>
        <p:nvSpPr>
          <p:cNvPr id="135" name="사각형: 둥근 모서리 134">
            <a:extLst>
              <a:ext uri="{FF2B5EF4-FFF2-40B4-BE49-F238E27FC236}">
                <a16:creationId xmlns:a16="http://schemas.microsoft.com/office/drawing/2014/main" id="{5D3C157A-CF80-C133-7352-EA8CD64573BE}"/>
              </a:ext>
            </a:extLst>
          </p:cNvPr>
          <p:cNvSpPr/>
          <p:nvPr/>
        </p:nvSpPr>
        <p:spPr>
          <a:xfrm>
            <a:off x="3671817" y="5068643"/>
            <a:ext cx="2240620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dirty="0">
                <a:solidFill>
                  <a:schemeClr val="tx1"/>
                </a:solidFill>
                <a:latin typeface="맑은 고딕" pitchFamily="50" charset="-127"/>
              </a:rPr>
              <a:t>인증번호를 입력해 주세요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91AFE0C4-50B5-2BA6-7D43-673C4E6EF8AC}"/>
              </a:ext>
            </a:extLst>
          </p:cNvPr>
          <p:cNvSpPr txBox="1"/>
          <p:nvPr/>
        </p:nvSpPr>
        <p:spPr>
          <a:xfrm>
            <a:off x="3603704" y="4831974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인증번호</a:t>
            </a:r>
          </a:p>
        </p:txBody>
      </p:sp>
      <p:sp>
        <p:nvSpPr>
          <p:cNvPr id="138" name="사각형: 둥근 모서리 137">
            <a:extLst>
              <a:ext uri="{FF2B5EF4-FFF2-40B4-BE49-F238E27FC236}">
                <a16:creationId xmlns:a16="http://schemas.microsoft.com/office/drawing/2014/main" id="{7CF1C94B-E3E1-080F-3E99-DC12DB499669}"/>
              </a:ext>
            </a:extLst>
          </p:cNvPr>
          <p:cNvSpPr/>
          <p:nvPr/>
        </p:nvSpPr>
        <p:spPr>
          <a:xfrm>
            <a:off x="5993760" y="5069705"/>
            <a:ext cx="674760" cy="28803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인증하기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EFBCBB85-D500-1CEE-357E-0070156B03D4}"/>
              </a:ext>
            </a:extLst>
          </p:cNvPr>
          <p:cNvSpPr txBox="1"/>
          <p:nvPr/>
        </p:nvSpPr>
        <p:spPr>
          <a:xfrm>
            <a:off x="3624944" y="5392677"/>
            <a:ext cx="110982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 err="1"/>
              <a:t>남은시간</a:t>
            </a:r>
            <a:r>
              <a:rPr lang="ko-KR" altLang="en-US" sz="900" b="1" dirty="0"/>
              <a:t> </a:t>
            </a:r>
            <a:r>
              <a:rPr lang="en-US" altLang="ko-KR" sz="900" b="1" dirty="0"/>
              <a:t>: </a:t>
            </a:r>
            <a:r>
              <a:rPr lang="en-US" altLang="ko-KR" sz="900" b="1" dirty="0">
                <a:solidFill>
                  <a:srgbClr val="FF0000"/>
                </a:solidFill>
              </a:rPr>
              <a:t>03:00</a:t>
            </a:r>
            <a:endParaRPr lang="ko-KR" altLang="en-US" sz="900" b="1" dirty="0">
              <a:solidFill>
                <a:srgbClr val="FF0000"/>
              </a:solidFill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05353606-7B4A-723D-A907-C29C7F6BC066}"/>
              </a:ext>
            </a:extLst>
          </p:cNvPr>
          <p:cNvSpPr txBox="1"/>
          <p:nvPr/>
        </p:nvSpPr>
        <p:spPr>
          <a:xfrm>
            <a:off x="4591550" y="5399923"/>
            <a:ext cx="110982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dirty="0"/>
              <a:t>시간연장</a:t>
            </a:r>
            <a:endParaRPr lang="ko-KR" altLang="en-US" sz="900" u="sng" dirty="0">
              <a:solidFill>
                <a:srgbClr val="FF0000"/>
              </a:solidFill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6B59BA1F-F164-1945-5CC2-06CB95C68D41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휴대전화번호 </a:t>
            </a:r>
            <a:r>
              <a:rPr lang="ko-KR" altLang="en-US" sz="800" dirty="0" err="1">
                <a:solidFill>
                  <a:prstClr val="black"/>
                </a:solidFill>
              </a:rPr>
              <a:t>알럿</a:t>
            </a:r>
            <a:r>
              <a:rPr lang="ko-KR" altLang="en-US" sz="800" dirty="0">
                <a:solidFill>
                  <a:prstClr val="black"/>
                </a:solidFill>
              </a:rPr>
              <a:t> 메시지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007F48B7-3CBB-303B-B346-4201FBCB095E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>
                <a:solidFill>
                  <a:prstClr val="black"/>
                </a:solidFill>
              </a:rPr>
              <a:t>홈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회원가입</a:t>
            </a:r>
          </a:p>
        </p:txBody>
      </p:sp>
    </p:spTree>
    <p:extLst>
      <p:ext uri="{BB962C8B-B14F-4D97-AF65-F5344CB8AC3E}">
        <p14:creationId xmlns:p14="http://schemas.microsoft.com/office/powerpoint/2010/main" val="13758470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FA8EF-8185-EB8B-3D1D-1C0545F43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사각형: 둥근 모서리 113">
            <a:extLst>
              <a:ext uri="{FF2B5EF4-FFF2-40B4-BE49-F238E27FC236}">
                <a16:creationId xmlns:a16="http://schemas.microsoft.com/office/drawing/2014/main" id="{50C9993C-E3AE-4381-C6A9-A8EFF25FB52C}"/>
              </a:ext>
            </a:extLst>
          </p:cNvPr>
          <p:cNvSpPr/>
          <p:nvPr/>
        </p:nvSpPr>
        <p:spPr>
          <a:xfrm>
            <a:off x="3527093" y="1420759"/>
            <a:ext cx="3191585" cy="2267788"/>
          </a:xfrm>
          <a:prstGeom prst="roundRect">
            <a:avLst>
              <a:gd name="adj" fmla="val 3091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5" name="사각형: 둥근 모서리 114">
            <a:extLst>
              <a:ext uri="{FF2B5EF4-FFF2-40B4-BE49-F238E27FC236}">
                <a16:creationId xmlns:a16="http://schemas.microsoft.com/office/drawing/2014/main" id="{70385A4B-3266-697A-BE00-95084D96EA97}"/>
              </a:ext>
            </a:extLst>
          </p:cNvPr>
          <p:cNvSpPr/>
          <p:nvPr/>
        </p:nvSpPr>
        <p:spPr>
          <a:xfrm>
            <a:off x="3665491" y="1736952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</a:rPr>
              <a:t>010-0000-0000</a:t>
            </a:r>
            <a:endParaRPr lang="ko-KR" altLang="en-US" sz="800" dirty="0">
              <a:solidFill>
                <a:srgbClr val="FF0000"/>
              </a:solidFill>
              <a:latin typeface="맑은 고딕" pitchFamily="50" charset="-127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2422EC5-D20C-9474-7F64-019401FD9D07}"/>
              </a:ext>
            </a:extLst>
          </p:cNvPr>
          <p:cNvSpPr txBox="1"/>
          <p:nvPr/>
        </p:nvSpPr>
        <p:spPr>
          <a:xfrm>
            <a:off x="3597379" y="1500283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휴대전화번호 </a:t>
            </a:r>
            <a:r>
              <a:rPr lang="en-US" altLang="ko-KR" sz="800" b="1" dirty="0">
                <a:solidFill>
                  <a:srgbClr val="FF0000"/>
                </a:solidFill>
              </a:rPr>
              <a:t>*</a:t>
            </a:r>
            <a:endParaRPr lang="ko-KR" altLang="en-US" sz="800" b="1" dirty="0"/>
          </a:p>
        </p:txBody>
      </p:sp>
      <p:sp>
        <p:nvSpPr>
          <p:cNvPr id="117" name="사각형: 둥근 모서리 116">
            <a:extLst>
              <a:ext uri="{FF2B5EF4-FFF2-40B4-BE49-F238E27FC236}">
                <a16:creationId xmlns:a16="http://schemas.microsoft.com/office/drawing/2014/main" id="{87119510-544A-79DF-73E1-788891D3A794}"/>
              </a:ext>
            </a:extLst>
          </p:cNvPr>
          <p:cNvSpPr/>
          <p:nvPr/>
        </p:nvSpPr>
        <p:spPr>
          <a:xfrm>
            <a:off x="5728609" y="1771856"/>
            <a:ext cx="842880" cy="211643"/>
          </a:xfrm>
          <a:prstGeom prst="round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인증번호 발송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8B721B51-FB89-8727-8F42-6296AAD0D326}"/>
              </a:ext>
            </a:extLst>
          </p:cNvPr>
          <p:cNvSpPr/>
          <p:nvPr/>
        </p:nvSpPr>
        <p:spPr>
          <a:xfrm>
            <a:off x="208600" y="1405259"/>
            <a:ext cx="3191585" cy="2283287"/>
          </a:xfrm>
          <a:prstGeom prst="roundRect">
            <a:avLst>
              <a:gd name="adj" fmla="val 3091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0" name="사각형: 둥근 모서리 119">
            <a:extLst>
              <a:ext uri="{FF2B5EF4-FFF2-40B4-BE49-F238E27FC236}">
                <a16:creationId xmlns:a16="http://schemas.microsoft.com/office/drawing/2014/main" id="{4F10F796-E892-04CC-0AFD-AF724F00461B}"/>
              </a:ext>
            </a:extLst>
          </p:cNvPr>
          <p:cNvSpPr/>
          <p:nvPr/>
        </p:nvSpPr>
        <p:spPr>
          <a:xfrm>
            <a:off x="346998" y="1721453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</a:rPr>
              <a:t>010-0000-0000</a:t>
            </a:r>
            <a:endParaRPr lang="ko-KR" altLang="en-US" sz="800" dirty="0">
              <a:solidFill>
                <a:srgbClr val="FF0000"/>
              </a:solidFill>
              <a:latin typeface="맑은 고딕" pitchFamily="50" charset="-127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C5944867-1ACC-FB9F-41F6-756FC3A75EB3}"/>
              </a:ext>
            </a:extLst>
          </p:cNvPr>
          <p:cNvSpPr txBox="1"/>
          <p:nvPr/>
        </p:nvSpPr>
        <p:spPr>
          <a:xfrm>
            <a:off x="278886" y="1484784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휴대전화번호 </a:t>
            </a:r>
            <a:r>
              <a:rPr lang="en-US" altLang="ko-KR" sz="800" b="1" dirty="0">
                <a:solidFill>
                  <a:srgbClr val="FF0000"/>
                </a:solidFill>
              </a:rPr>
              <a:t>*</a:t>
            </a:r>
            <a:endParaRPr lang="ko-KR" altLang="en-US" sz="800" b="1" dirty="0"/>
          </a:p>
        </p:txBody>
      </p:sp>
      <p:sp>
        <p:nvSpPr>
          <p:cNvPr id="122" name="사각형: 둥근 모서리 121">
            <a:extLst>
              <a:ext uri="{FF2B5EF4-FFF2-40B4-BE49-F238E27FC236}">
                <a16:creationId xmlns:a16="http://schemas.microsoft.com/office/drawing/2014/main" id="{3D0FC88E-AEFA-A895-9976-4111C74BA4DD}"/>
              </a:ext>
            </a:extLst>
          </p:cNvPr>
          <p:cNvSpPr/>
          <p:nvPr/>
        </p:nvSpPr>
        <p:spPr>
          <a:xfrm>
            <a:off x="2410116" y="1756357"/>
            <a:ext cx="842880" cy="211643"/>
          </a:xfrm>
          <a:prstGeom prst="round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인증번호 발송</a:t>
            </a:r>
          </a:p>
        </p:txBody>
      </p:sp>
      <p:sp>
        <p:nvSpPr>
          <p:cNvPr id="124" name="타원 123">
            <a:extLst>
              <a:ext uri="{FF2B5EF4-FFF2-40B4-BE49-F238E27FC236}">
                <a16:creationId xmlns:a16="http://schemas.microsoft.com/office/drawing/2014/main" id="{43B37D1F-C3D0-D4C2-D20B-51CE14A5A65D}"/>
              </a:ext>
            </a:extLst>
          </p:cNvPr>
          <p:cNvSpPr/>
          <p:nvPr/>
        </p:nvSpPr>
        <p:spPr>
          <a:xfrm>
            <a:off x="104624" y="1340768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6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25" name="타원 124">
            <a:extLst>
              <a:ext uri="{FF2B5EF4-FFF2-40B4-BE49-F238E27FC236}">
                <a16:creationId xmlns:a16="http://schemas.microsoft.com/office/drawing/2014/main" id="{0C424709-22F8-7C3C-CB36-6ECC9CCFE05E}"/>
              </a:ext>
            </a:extLst>
          </p:cNvPr>
          <p:cNvSpPr/>
          <p:nvPr/>
        </p:nvSpPr>
        <p:spPr>
          <a:xfrm>
            <a:off x="3466234" y="1356914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7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EBAAF3CF-D3B8-6B1B-1C0B-41C19B515DBF}"/>
              </a:ext>
            </a:extLst>
          </p:cNvPr>
          <p:cNvSpPr txBox="1"/>
          <p:nvPr/>
        </p:nvSpPr>
        <p:spPr>
          <a:xfrm>
            <a:off x="313918" y="2028545"/>
            <a:ext cx="2973559" cy="253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0000FF"/>
                </a:solidFill>
              </a:rPr>
              <a:t>휴대전화 문자로 인증번호를 발송해 주세요</a:t>
            </a:r>
            <a:r>
              <a:rPr lang="en-US" altLang="ko-KR" sz="800" dirty="0">
                <a:solidFill>
                  <a:srgbClr val="0000FF"/>
                </a:solidFill>
              </a:rPr>
              <a:t>.</a:t>
            </a:r>
            <a:endParaRPr lang="ko-KR" altLang="en-US" sz="800" dirty="0">
              <a:solidFill>
                <a:srgbClr val="0000FF"/>
              </a:solidFill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80ADC78C-6BE1-88F8-5337-99046F42986D}"/>
              </a:ext>
            </a:extLst>
          </p:cNvPr>
          <p:cNvSpPr txBox="1"/>
          <p:nvPr/>
        </p:nvSpPr>
        <p:spPr>
          <a:xfrm>
            <a:off x="3665575" y="2028545"/>
            <a:ext cx="3137344" cy="437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0000FF"/>
                </a:solidFill>
              </a:rPr>
              <a:t>입력하신 휴대전화 번호로 인증번호를 발송하였습니다</a:t>
            </a:r>
            <a:r>
              <a:rPr lang="en-US" altLang="ko-KR" sz="800" dirty="0">
                <a:solidFill>
                  <a:srgbClr val="0000FF"/>
                </a:solidFill>
              </a:rPr>
              <a:t>.</a:t>
            </a:r>
            <a:br>
              <a:rPr lang="en-US" altLang="ko-KR" sz="800" dirty="0">
                <a:solidFill>
                  <a:srgbClr val="0000FF"/>
                </a:solidFill>
              </a:rPr>
            </a:br>
            <a:r>
              <a:rPr lang="ko-KR" altLang="en-US" sz="800" dirty="0">
                <a:solidFill>
                  <a:srgbClr val="0000FF"/>
                </a:solidFill>
              </a:rPr>
              <a:t>인증번호 수신이 안되었으면</a:t>
            </a:r>
            <a:r>
              <a:rPr lang="en-US" altLang="ko-KR" sz="800" dirty="0">
                <a:solidFill>
                  <a:srgbClr val="0000FF"/>
                </a:solidFill>
              </a:rPr>
              <a:t>, </a:t>
            </a:r>
            <a:r>
              <a:rPr lang="ko-KR" altLang="en-US" sz="800" dirty="0">
                <a:solidFill>
                  <a:srgbClr val="0000FF"/>
                </a:solidFill>
              </a:rPr>
              <a:t>인증번호를 다시 발송하여 주세요</a:t>
            </a:r>
            <a:r>
              <a:rPr lang="en-US" altLang="ko-KR" sz="800" dirty="0">
                <a:solidFill>
                  <a:srgbClr val="0000FF"/>
                </a:solidFill>
              </a:rPr>
              <a:t>.</a:t>
            </a:r>
          </a:p>
        </p:txBody>
      </p:sp>
      <p:sp>
        <p:nvSpPr>
          <p:cNvPr id="131" name="사각형: 둥근 모서리 130">
            <a:extLst>
              <a:ext uri="{FF2B5EF4-FFF2-40B4-BE49-F238E27FC236}">
                <a16:creationId xmlns:a16="http://schemas.microsoft.com/office/drawing/2014/main" id="{895F193D-0DCF-06D5-0F65-870D0565C420}"/>
              </a:ext>
            </a:extLst>
          </p:cNvPr>
          <p:cNvSpPr/>
          <p:nvPr/>
        </p:nvSpPr>
        <p:spPr>
          <a:xfrm>
            <a:off x="320160" y="2517242"/>
            <a:ext cx="2240620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dirty="0">
                <a:solidFill>
                  <a:schemeClr val="tx1"/>
                </a:solidFill>
                <a:latin typeface="맑은 고딕" pitchFamily="50" charset="-127"/>
              </a:rPr>
              <a:t>인증번호를 입력해 주세요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8D00F50E-0152-7FF6-8E9A-6C3C192AA267}"/>
              </a:ext>
            </a:extLst>
          </p:cNvPr>
          <p:cNvSpPr txBox="1"/>
          <p:nvPr/>
        </p:nvSpPr>
        <p:spPr>
          <a:xfrm>
            <a:off x="252047" y="2280573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인증번호</a:t>
            </a:r>
          </a:p>
        </p:txBody>
      </p:sp>
      <p:sp>
        <p:nvSpPr>
          <p:cNvPr id="134" name="사각형: 둥근 모서리 133">
            <a:extLst>
              <a:ext uri="{FF2B5EF4-FFF2-40B4-BE49-F238E27FC236}">
                <a16:creationId xmlns:a16="http://schemas.microsoft.com/office/drawing/2014/main" id="{A980C491-83D0-4C15-7135-0100118108B8}"/>
              </a:ext>
            </a:extLst>
          </p:cNvPr>
          <p:cNvSpPr/>
          <p:nvPr/>
        </p:nvSpPr>
        <p:spPr>
          <a:xfrm>
            <a:off x="2642103" y="2518304"/>
            <a:ext cx="674760" cy="28803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인증하기</a:t>
            </a:r>
          </a:p>
        </p:txBody>
      </p:sp>
      <p:sp>
        <p:nvSpPr>
          <p:cNvPr id="135" name="사각형: 둥근 모서리 134">
            <a:extLst>
              <a:ext uri="{FF2B5EF4-FFF2-40B4-BE49-F238E27FC236}">
                <a16:creationId xmlns:a16="http://schemas.microsoft.com/office/drawing/2014/main" id="{8C5D7007-5B72-354C-C1AF-4B4DABC7CC58}"/>
              </a:ext>
            </a:extLst>
          </p:cNvPr>
          <p:cNvSpPr/>
          <p:nvPr/>
        </p:nvSpPr>
        <p:spPr>
          <a:xfrm>
            <a:off x="3671817" y="2733266"/>
            <a:ext cx="2240620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b="1" dirty="0">
                <a:solidFill>
                  <a:srgbClr val="FF0000"/>
                </a:solidFill>
                <a:latin typeface="맑은 고딕" pitchFamily="50" charset="-127"/>
              </a:rPr>
              <a:t>123456</a:t>
            </a:r>
            <a:endParaRPr lang="ko-KR" altLang="en-US" sz="800" dirty="0">
              <a:solidFill>
                <a:schemeClr val="tx1"/>
              </a:solidFill>
              <a:latin typeface="맑은 고딕" pitchFamily="50" charset="-127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46207591-2B42-98AA-0B7A-E15FD28B69B7}"/>
              </a:ext>
            </a:extLst>
          </p:cNvPr>
          <p:cNvSpPr txBox="1"/>
          <p:nvPr/>
        </p:nvSpPr>
        <p:spPr>
          <a:xfrm>
            <a:off x="3603704" y="2496597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인증번호</a:t>
            </a:r>
          </a:p>
        </p:txBody>
      </p:sp>
      <p:sp>
        <p:nvSpPr>
          <p:cNvPr id="138" name="사각형: 둥근 모서리 137">
            <a:extLst>
              <a:ext uri="{FF2B5EF4-FFF2-40B4-BE49-F238E27FC236}">
                <a16:creationId xmlns:a16="http://schemas.microsoft.com/office/drawing/2014/main" id="{ED746351-2288-4427-71A5-D6B247C39B0F}"/>
              </a:ext>
            </a:extLst>
          </p:cNvPr>
          <p:cNvSpPr/>
          <p:nvPr/>
        </p:nvSpPr>
        <p:spPr>
          <a:xfrm>
            <a:off x="5993760" y="2734328"/>
            <a:ext cx="674760" cy="28803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인증하기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A4879E-E0E5-EFF8-7250-C1ED9701C7A6}"/>
              </a:ext>
            </a:extLst>
          </p:cNvPr>
          <p:cNvSpPr txBox="1"/>
          <p:nvPr/>
        </p:nvSpPr>
        <p:spPr>
          <a:xfrm>
            <a:off x="252047" y="2888940"/>
            <a:ext cx="3137344" cy="437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FF0000"/>
                </a:solidFill>
              </a:rPr>
              <a:t>인증번호 유효시간이 만료되었습니다</a:t>
            </a:r>
            <a:r>
              <a:rPr lang="en-US" altLang="ko-KR" sz="800" dirty="0">
                <a:solidFill>
                  <a:srgbClr val="FF0000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FF0000"/>
                </a:solidFill>
              </a:rPr>
              <a:t>인증번호를 다시 발송하여 주세요</a:t>
            </a:r>
            <a:r>
              <a:rPr lang="en-US" altLang="ko-KR" sz="800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AB04096-1B70-E688-71A9-B89B3A06E401}"/>
              </a:ext>
            </a:extLst>
          </p:cNvPr>
          <p:cNvSpPr txBox="1"/>
          <p:nvPr/>
        </p:nvSpPr>
        <p:spPr>
          <a:xfrm>
            <a:off x="3579726" y="3117448"/>
            <a:ext cx="3137344" cy="253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FF0000"/>
                </a:solidFill>
              </a:rPr>
              <a:t>올바른 인증번호를 입력해 주세요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11C08AF-C994-B592-A988-8DE71DBF5CAE}"/>
              </a:ext>
            </a:extLst>
          </p:cNvPr>
          <p:cNvSpPr txBox="1"/>
          <p:nvPr/>
        </p:nvSpPr>
        <p:spPr>
          <a:xfrm>
            <a:off x="3606201" y="3350313"/>
            <a:ext cx="110982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 err="1"/>
              <a:t>남은시간</a:t>
            </a:r>
            <a:r>
              <a:rPr lang="ko-KR" altLang="en-US" sz="900" b="1" dirty="0"/>
              <a:t> </a:t>
            </a:r>
            <a:r>
              <a:rPr lang="en-US" altLang="ko-KR" sz="900" b="1" dirty="0"/>
              <a:t>: </a:t>
            </a:r>
            <a:r>
              <a:rPr lang="en-US" altLang="ko-KR" sz="900" b="1" dirty="0">
                <a:solidFill>
                  <a:srgbClr val="FF0000"/>
                </a:solidFill>
              </a:rPr>
              <a:t>03:00</a:t>
            </a:r>
            <a:endParaRPr lang="ko-KR" altLang="en-US" sz="900" b="1" dirty="0">
              <a:solidFill>
                <a:srgbClr val="FF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12F068-37FF-A94D-4A22-B39B9FE8C0F3}"/>
              </a:ext>
            </a:extLst>
          </p:cNvPr>
          <p:cNvSpPr txBox="1"/>
          <p:nvPr/>
        </p:nvSpPr>
        <p:spPr>
          <a:xfrm>
            <a:off x="4572807" y="3357559"/>
            <a:ext cx="110982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dirty="0"/>
              <a:t>시간연장</a:t>
            </a:r>
            <a:endParaRPr lang="ko-KR" altLang="en-US" sz="900" u="sng" dirty="0">
              <a:solidFill>
                <a:srgbClr val="FF0000"/>
              </a:solidFill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8242B5B7-69CB-F5A2-7177-FB7E8CD84AFF}"/>
              </a:ext>
            </a:extLst>
          </p:cNvPr>
          <p:cNvSpPr/>
          <p:nvPr/>
        </p:nvSpPr>
        <p:spPr>
          <a:xfrm>
            <a:off x="3527093" y="3869030"/>
            <a:ext cx="3191585" cy="1951633"/>
          </a:xfrm>
          <a:prstGeom prst="roundRect">
            <a:avLst>
              <a:gd name="adj" fmla="val 3091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8BA4BA4F-44A4-3BBF-7C3C-3BB5E20A4960}"/>
              </a:ext>
            </a:extLst>
          </p:cNvPr>
          <p:cNvSpPr/>
          <p:nvPr/>
        </p:nvSpPr>
        <p:spPr>
          <a:xfrm>
            <a:off x="3665491" y="4185224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</a:rPr>
              <a:t>010-0000-0000</a:t>
            </a:r>
            <a:endParaRPr lang="ko-KR" altLang="en-US" sz="800" dirty="0">
              <a:solidFill>
                <a:srgbClr val="FF0000"/>
              </a:solidFill>
              <a:latin typeface="맑은 고딕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F330EB4-D256-7597-40A1-C82693D9EB57}"/>
              </a:ext>
            </a:extLst>
          </p:cNvPr>
          <p:cNvSpPr txBox="1"/>
          <p:nvPr/>
        </p:nvSpPr>
        <p:spPr>
          <a:xfrm>
            <a:off x="3597379" y="3948555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휴대전화번호 </a:t>
            </a:r>
            <a:r>
              <a:rPr lang="en-US" altLang="ko-KR" sz="800" b="1" dirty="0">
                <a:solidFill>
                  <a:srgbClr val="FF0000"/>
                </a:solidFill>
              </a:rPr>
              <a:t>*</a:t>
            </a:r>
            <a:endParaRPr lang="ko-KR" altLang="en-US" sz="800" b="1" dirty="0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995FDC8D-8D38-03AC-B40D-91F9DBFFAB44}"/>
              </a:ext>
            </a:extLst>
          </p:cNvPr>
          <p:cNvSpPr/>
          <p:nvPr/>
        </p:nvSpPr>
        <p:spPr>
          <a:xfrm>
            <a:off x="5728609" y="4220128"/>
            <a:ext cx="842880" cy="211643"/>
          </a:xfrm>
          <a:prstGeom prst="round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인증번호 발송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791F177D-3E61-F04B-24D8-723B7EB4784D}"/>
              </a:ext>
            </a:extLst>
          </p:cNvPr>
          <p:cNvSpPr/>
          <p:nvPr/>
        </p:nvSpPr>
        <p:spPr>
          <a:xfrm>
            <a:off x="208600" y="3853531"/>
            <a:ext cx="3191585" cy="1967132"/>
          </a:xfrm>
          <a:prstGeom prst="roundRect">
            <a:avLst>
              <a:gd name="adj" fmla="val 3091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AD1BDFBB-9588-A933-8701-CC1035DD461B}"/>
              </a:ext>
            </a:extLst>
          </p:cNvPr>
          <p:cNvSpPr/>
          <p:nvPr/>
        </p:nvSpPr>
        <p:spPr>
          <a:xfrm>
            <a:off x="346998" y="4169725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</a:rPr>
              <a:t>010-0000-0000</a:t>
            </a:r>
            <a:endParaRPr lang="ko-KR" altLang="en-US" sz="800" dirty="0">
              <a:solidFill>
                <a:srgbClr val="FF0000"/>
              </a:solidFill>
              <a:latin typeface="맑은 고딕" pitchFamily="50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B941ADD-4865-819C-C1D0-EDF41D73AC96}"/>
              </a:ext>
            </a:extLst>
          </p:cNvPr>
          <p:cNvSpPr txBox="1"/>
          <p:nvPr/>
        </p:nvSpPr>
        <p:spPr>
          <a:xfrm>
            <a:off x="278886" y="3933056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휴대전화번호 </a:t>
            </a:r>
            <a:r>
              <a:rPr lang="en-US" altLang="ko-KR" sz="800" b="1" dirty="0">
                <a:solidFill>
                  <a:srgbClr val="FF0000"/>
                </a:solidFill>
              </a:rPr>
              <a:t>*</a:t>
            </a:r>
            <a:endParaRPr lang="ko-KR" altLang="en-US" sz="800" b="1" dirty="0"/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2DD4B24C-FF0E-D7E5-E62B-44BA28E587EB}"/>
              </a:ext>
            </a:extLst>
          </p:cNvPr>
          <p:cNvSpPr/>
          <p:nvPr/>
        </p:nvSpPr>
        <p:spPr>
          <a:xfrm>
            <a:off x="2410116" y="4204629"/>
            <a:ext cx="842880" cy="211643"/>
          </a:xfrm>
          <a:prstGeom prst="round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인증번호 발송</a:t>
            </a:r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A9B9102E-9A2D-F133-FE87-AE4DF2F6ED61}"/>
              </a:ext>
            </a:extLst>
          </p:cNvPr>
          <p:cNvSpPr/>
          <p:nvPr/>
        </p:nvSpPr>
        <p:spPr>
          <a:xfrm>
            <a:off x="104624" y="3789040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8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C1548272-AEC0-D4F2-9233-98905D132C26}"/>
              </a:ext>
            </a:extLst>
          </p:cNvPr>
          <p:cNvSpPr/>
          <p:nvPr/>
        </p:nvSpPr>
        <p:spPr>
          <a:xfrm>
            <a:off x="3466234" y="3805186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9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9260494-944A-9D89-4E47-558AF71BE879}"/>
              </a:ext>
            </a:extLst>
          </p:cNvPr>
          <p:cNvSpPr txBox="1"/>
          <p:nvPr/>
        </p:nvSpPr>
        <p:spPr>
          <a:xfrm>
            <a:off x="313918" y="4476817"/>
            <a:ext cx="2973559" cy="253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0000FF"/>
                </a:solidFill>
              </a:rPr>
              <a:t>휴대전화 문자로 인증번호를 발송해 주세요</a:t>
            </a:r>
            <a:r>
              <a:rPr lang="en-US" altLang="ko-KR" sz="800" dirty="0">
                <a:solidFill>
                  <a:srgbClr val="0000FF"/>
                </a:solidFill>
              </a:rPr>
              <a:t>.</a:t>
            </a:r>
            <a:endParaRPr lang="ko-KR" altLang="en-US" sz="800" dirty="0">
              <a:solidFill>
                <a:srgbClr val="0000FF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F8AA1A7-3C6F-2AE1-79B1-B8076D6B8883}"/>
              </a:ext>
            </a:extLst>
          </p:cNvPr>
          <p:cNvSpPr txBox="1"/>
          <p:nvPr/>
        </p:nvSpPr>
        <p:spPr>
          <a:xfrm>
            <a:off x="3665575" y="4476817"/>
            <a:ext cx="3137344" cy="437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0000FF"/>
                </a:solidFill>
              </a:rPr>
              <a:t>입력하신 휴대전화 번호로 인증번호를 발송하였습니다</a:t>
            </a:r>
            <a:r>
              <a:rPr lang="en-US" altLang="ko-KR" sz="800" dirty="0">
                <a:solidFill>
                  <a:srgbClr val="0000FF"/>
                </a:solidFill>
              </a:rPr>
              <a:t>.</a:t>
            </a:r>
            <a:br>
              <a:rPr lang="en-US" altLang="ko-KR" sz="800" dirty="0">
                <a:solidFill>
                  <a:srgbClr val="0000FF"/>
                </a:solidFill>
              </a:rPr>
            </a:br>
            <a:r>
              <a:rPr lang="ko-KR" altLang="en-US" sz="800" dirty="0">
                <a:solidFill>
                  <a:srgbClr val="0000FF"/>
                </a:solidFill>
              </a:rPr>
              <a:t>인증번호 수신이 안되었으면</a:t>
            </a:r>
            <a:r>
              <a:rPr lang="en-US" altLang="ko-KR" sz="800" dirty="0">
                <a:solidFill>
                  <a:srgbClr val="0000FF"/>
                </a:solidFill>
              </a:rPr>
              <a:t>, </a:t>
            </a:r>
            <a:r>
              <a:rPr lang="ko-KR" altLang="en-US" sz="800" dirty="0">
                <a:solidFill>
                  <a:srgbClr val="0000FF"/>
                </a:solidFill>
              </a:rPr>
              <a:t>인증번호를 다시 발송하여 주세요</a:t>
            </a:r>
            <a:r>
              <a:rPr lang="en-US" altLang="ko-KR" sz="800" dirty="0">
                <a:solidFill>
                  <a:srgbClr val="0000FF"/>
                </a:solidFill>
              </a:rPr>
              <a:t>.</a:t>
            </a: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BB7C3CF6-060B-E6BA-FDE0-64D288462E60}"/>
              </a:ext>
            </a:extLst>
          </p:cNvPr>
          <p:cNvSpPr/>
          <p:nvPr/>
        </p:nvSpPr>
        <p:spPr>
          <a:xfrm>
            <a:off x="320160" y="4965514"/>
            <a:ext cx="2240620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</a:rPr>
              <a:t>334455</a:t>
            </a:r>
            <a:endParaRPr lang="ko-KR" altLang="en-US" sz="800" dirty="0">
              <a:solidFill>
                <a:schemeClr val="tx1"/>
              </a:solidFill>
              <a:latin typeface="맑은 고딕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753EE46-FEA4-71A9-B447-4B3FE1A01627}"/>
              </a:ext>
            </a:extLst>
          </p:cNvPr>
          <p:cNvSpPr txBox="1"/>
          <p:nvPr/>
        </p:nvSpPr>
        <p:spPr>
          <a:xfrm>
            <a:off x="252047" y="4728845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인증번호</a:t>
            </a: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A258C020-EAD7-9EAA-343B-B336ACBF1E6B}"/>
              </a:ext>
            </a:extLst>
          </p:cNvPr>
          <p:cNvSpPr/>
          <p:nvPr/>
        </p:nvSpPr>
        <p:spPr>
          <a:xfrm>
            <a:off x="2642103" y="4966576"/>
            <a:ext cx="674760" cy="288032"/>
          </a:xfrm>
          <a:prstGeom prst="round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인증하기</a:t>
            </a: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F3ADDFE1-F0FC-6151-424F-2FCB7E8BCB80}"/>
              </a:ext>
            </a:extLst>
          </p:cNvPr>
          <p:cNvSpPr/>
          <p:nvPr/>
        </p:nvSpPr>
        <p:spPr>
          <a:xfrm>
            <a:off x="3671817" y="5181538"/>
            <a:ext cx="2240620" cy="28803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</a:rPr>
              <a:t>334455</a:t>
            </a:r>
            <a:endParaRPr lang="ko-KR" altLang="en-US" sz="800" dirty="0">
              <a:solidFill>
                <a:schemeClr val="tx1"/>
              </a:solidFill>
              <a:latin typeface="맑은 고딕" pitchFamily="50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F5A33B8-01F6-D673-DC43-FAECF2CB19B6}"/>
              </a:ext>
            </a:extLst>
          </p:cNvPr>
          <p:cNvSpPr txBox="1"/>
          <p:nvPr/>
        </p:nvSpPr>
        <p:spPr>
          <a:xfrm>
            <a:off x="3603704" y="4944869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인증번호</a:t>
            </a: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44B39B70-5841-106A-1E74-CA8A2C634B31}"/>
              </a:ext>
            </a:extLst>
          </p:cNvPr>
          <p:cNvSpPr/>
          <p:nvPr/>
        </p:nvSpPr>
        <p:spPr>
          <a:xfrm>
            <a:off x="5993760" y="5182600"/>
            <a:ext cx="674760" cy="28803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인증완료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A9FBF21-7C00-DAB8-D713-C7F8383461FD}"/>
              </a:ext>
            </a:extLst>
          </p:cNvPr>
          <p:cNvSpPr txBox="1"/>
          <p:nvPr/>
        </p:nvSpPr>
        <p:spPr>
          <a:xfrm>
            <a:off x="252047" y="5299891"/>
            <a:ext cx="3137344" cy="253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0000FF"/>
                </a:solidFill>
              </a:rPr>
              <a:t>휴대전화 문자 인증절차를 마무리해 주세요</a:t>
            </a:r>
            <a:r>
              <a:rPr lang="en-US" altLang="ko-KR" sz="800" dirty="0">
                <a:solidFill>
                  <a:srgbClr val="0000FF"/>
                </a:solidFill>
              </a:rPr>
              <a:t>.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07246DE-C437-B67D-3D84-53A71ACF0137}"/>
              </a:ext>
            </a:extLst>
          </p:cNvPr>
          <p:cNvSpPr txBox="1"/>
          <p:nvPr/>
        </p:nvSpPr>
        <p:spPr>
          <a:xfrm>
            <a:off x="3607415" y="5479911"/>
            <a:ext cx="3137344" cy="253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0000FF"/>
                </a:solidFill>
              </a:rPr>
              <a:t>휴대전화 문자</a:t>
            </a:r>
            <a:r>
              <a:rPr lang="en-US" altLang="ko-KR" sz="800" dirty="0">
                <a:solidFill>
                  <a:srgbClr val="0000FF"/>
                </a:solidFill>
              </a:rPr>
              <a:t> </a:t>
            </a:r>
            <a:r>
              <a:rPr lang="ko-KR" altLang="en-US" sz="800" dirty="0">
                <a:solidFill>
                  <a:srgbClr val="0000FF"/>
                </a:solidFill>
              </a:rPr>
              <a:t>인증절차가 정상적으로 완료 되었습니다</a:t>
            </a:r>
            <a:r>
              <a:rPr lang="en-US" altLang="ko-KR" sz="800" dirty="0">
                <a:solidFill>
                  <a:srgbClr val="0000FF"/>
                </a:solidFill>
              </a:rPr>
              <a:t>.</a:t>
            </a:r>
          </a:p>
        </p:txBody>
      </p:sp>
      <p:graphicFrame>
        <p:nvGraphicFramePr>
          <p:cNvPr id="91" name="Group 260">
            <a:extLst>
              <a:ext uri="{FF2B5EF4-FFF2-40B4-BE49-F238E27FC236}">
                <a16:creationId xmlns:a16="http://schemas.microsoft.com/office/drawing/2014/main" id="{1296311C-4BB9-68B3-6395-A023D13DBC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2402910"/>
              </p:ext>
            </p:extLst>
          </p:nvPr>
        </p:nvGraphicFramePr>
        <p:xfrm>
          <a:off x="6969418" y="2548005"/>
          <a:ext cx="2772114" cy="2006558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회원가입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휴대전화번호 입력 </a:t>
                      </a:r>
                      <a:r>
                        <a:rPr kumimoji="1" lang="ko-KR" altLang="en-US" sz="7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알럿</a:t>
                      </a: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(2/2)</a:t>
                      </a: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인증번호 미 입력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인증번호 입력 시간내 번호 미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입력시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기간 만료 처리</a:t>
                      </a:r>
                      <a:b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</a:b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기간 만료 안내 문구 노출</a:t>
                      </a:r>
                      <a:b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</a:b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*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인증번호 발송 버튼 다시 클릭 유도 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인증번호 오류 번호 입력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오류 번호 입력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완료시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번호 오류 안내 문구 노출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98225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인증번호 정상 번호 입력 완료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인증번호 정상 입력 안내 문구 노출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인증하기 버튼 활성 처리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767904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인증번호 클릭 완료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인증완료 처리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인증완료 안내 문구 노출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512549"/>
                  </a:ext>
                </a:extLst>
              </a:tr>
            </a:tbl>
          </a:graphicData>
        </a:graphic>
      </p:graphicFrame>
      <p:sp>
        <p:nvSpPr>
          <p:cNvPr id="92" name="TextBox 91">
            <a:extLst>
              <a:ext uri="{FF2B5EF4-FFF2-40B4-BE49-F238E27FC236}">
                <a16:creationId xmlns:a16="http://schemas.microsoft.com/office/drawing/2014/main" id="{92EE3C19-5151-A86F-70BA-88EC6D3FCAE3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회원가입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EE15C2A-210A-CB44-FE0B-923CCA4FE5B4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휴대전화번호 </a:t>
            </a:r>
            <a:r>
              <a:rPr lang="ko-KR" altLang="en-US" sz="800" dirty="0" err="1">
                <a:solidFill>
                  <a:prstClr val="black"/>
                </a:solidFill>
              </a:rPr>
              <a:t>알럿</a:t>
            </a:r>
            <a:r>
              <a:rPr lang="ko-KR" altLang="en-US" sz="800" dirty="0">
                <a:solidFill>
                  <a:prstClr val="black"/>
                </a:solidFill>
              </a:rPr>
              <a:t> 메시지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DA4C3DD-04A2-D815-6369-0A689006369F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>
                <a:solidFill>
                  <a:prstClr val="black"/>
                </a:solidFill>
              </a:rPr>
              <a:t>홈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회원가입</a:t>
            </a:r>
          </a:p>
        </p:txBody>
      </p:sp>
    </p:spTree>
    <p:extLst>
      <p:ext uri="{BB962C8B-B14F-4D97-AF65-F5344CB8AC3E}">
        <p14:creationId xmlns:p14="http://schemas.microsoft.com/office/powerpoint/2010/main" val="13575973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52D3C-9072-87EA-6ACF-597A013F1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260">
            <a:extLst>
              <a:ext uri="{FF2B5EF4-FFF2-40B4-BE49-F238E27FC236}">
                <a16:creationId xmlns:a16="http://schemas.microsoft.com/office/drawing/2014/main" id="{968CA316-1CD9-6AD3-F300-A1DC1D51EE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7595040"/>
              </p:ext>
            </p:extLst>
          </p:nvPr>
        </p:nvGraphicFramePr>
        <p:xfrm>
          <a:off x="6969418" y="2548005"/>
          <a:ext cx="2772114" cy="74121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문자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휴대전화번호 인증 문자 발송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인증문자</a:t>
                      </a:r>
                      <a:endParaRPr kumimoji="1" lang="en-US" altLang="ko-KR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발송된 인증문자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- 6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자리 숫자 랜덤 번호 자동생성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9D57293-AD69-8A22-073C-992E39165C60}"/>
              </a:ext>
            </a:extLst>
          </p:cNvPr>
          <p:cNvSpPr txBox="1"/>
          <p:nvPr/>
        </p:nvSpPr>
        <p:spPr>
          <a:xfrm>
            <a:off x="308484" y="1519230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문자 인증 내용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C0056CF8-897C-2FA2-77A2-255B2C76BA85}"/>
              </a:ext>
            </a:extLst>
          </p:cNvPr>
          <p:cNvSpPr/>
          <p:nvPr/>
        </p:nvSpPr>
        <p:spPr>
          <a:xfrm>
            <a:off x="314948" y="1812100"/>
            <a:ext cx="3065876" cy="1436880"/>
          </a:xfrm>
          <a:prstGeom prst="roundRect">
            <a:avLst>
              <a:gd name="adj" fmla="val 468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lang="ko-KR" altLang="en-US" sz="8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372E037-A043-F3A8-93FB-20BDC8643A50}"/>
              </a:ext>
            </a:extLst>
          </p:cNvPr>
          <p:cNvSpPr txBox="1"/>
          <p:nvPr/>
        </p:nvSpPr>
        <p:spPr>
          <a:xfrm>
            <a:off x="397992" y="1957746"/>
            <a:ext cx="23968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[web</a:t>
            </a:r>
            <a:r>
              <a:rPr lang="ko-KR" altLang="en-US" sz="800" dirty="0"/>
              <a:t>발신</a:t>
            </a:r>
            <a:r>
              <a:rPr lang="en-US" altLang="ko-KR" sz="800" dirty="0"/>
              <a:t>]</a:t>
            </a:r>
            <a:endParaRPr lang="ko-KR" altLang="en-US" sz="800" dirty="0"/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8BDA3ADC-0AB8-2C96-ED50-55A9BC5E2FA8}"/>
              </a:ext>
            </a:extLst>
          </p:cNvPr>
          <p:cNvCxnSpPr/>
          <p:nvPr/>
        </p:nvCxnSpPr>
        <p:spPr>
          <a:xfrm>
            <a:off x="428694" y="2220223"/>
            <a:ext cx="2880000" cy="0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4B292D1D-2B1A-D18F-1DD7-D0E4226C0610}"/>
              </a:ext>
            </a:extLst>
          </p:cNvPr>
          <p:cNvSpPr txBox="1"/>
          <p:nvPr/>
        </p:nvSpPr>
        <p:spPr>
          <a:xfrm>
            <a:off x="393807" y="2304906"/>
            <a:ext cx="2879999" cy="437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dirty="0" err="1"/>
              <a:t>wizshop</a:t>
            </a:r>
            <a:r>
              <a:rPr lang="en-US" altLang="ko-KR" sz="800" dirty="0"/>
              <a:t> </a:t>
            </a:r>
            <a:r>
              <a:rPr lang="ko-KR" altLang="en-US" sz="800" dirty="0"/>
              <a:t>휴대전화번호 확인</a:t>
            </a:r>
            <a:endParaRPr lang="en-US" altLang="ko-KR" sz="800" dirty="0"/>
          </a:p>
          <a:p>
            <a:pPr>
              <a:lnSpc>
                <a:spcPct val="150000"/>
              </a:lnSpc>
            </a:pPr>
            <a:r>
              <a:rPr lang="ko-KR" altLang="en-US" sz="800" dirty="0"/>
              <a:t>인증번호 </a:t>
            </a:r>
            <a:r>
              <a:rPr lang="en-US" altLang="ko-KR" sz="800" dirty="0"/>
              <a:t>[223344]</a:t>
            </a:r>
            <a:r>
              <a:rPr lang="ko-KR" altLang="en-US" sz="800" dirty="0"/>
              <a:t>를 화면에 입력해주세요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3D6FBC-8F73-BAF7-099E-76F9AA427EC5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>
                <a:solidFill>
                  <a:prstClr val="black"/>
                </a:solidFill>
              </a:rPr>
              <a:t>인증문자발송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05738C-E249-E2E7-E11C-E07BDA7223F6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회원가입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3708F5-CE78-DCD7-8843-23327562DB8C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인증문자 발송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7890828B-1A37-B90E-8336-BBC2BB3D80EC}"/>
              </a:ext>
            </a:extLst>
          </p:cNvPr>
          <p:cNvSpPr/>
          <p:nvPr/>
        </p:nvSpPr>
        <p:spPr>
          <a:xfrm>
            <a:off x="212694" y="1690709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1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434554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3D692-F690-A4CA-9D4B-140480AF3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A09DAA1-6CDB-30B0-9F5B-70497E542CFF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회원가입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6EAEB14-59A2-9834-0B01-384B4F69FEE9}"/>
              </a:ext>
            </a:extLst>
          </p:cNvPr>
          <p:cNvSpPr/>
          <p:nvPr/>
        </p:nvSpPr>
        <p:spPr>
          <a:xfrm>
            <a:off x="208600" y="1405259"/>
            <a:ext cx="3191585" cy="1165353"/>
          </a:xfrm>
          <a:prstGeom prst="roundRect">
            <a:avLst>
              <a:gd name="adj" fmla="val 3091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9E2472-356B-C75B-CC25-A72328B1C929}"/>
              </a:ext>
            </a:extLst>
          </p:cNvPr>
          <p:cNvSpPr txBox="1"/>
          <p:nvPr/>
        </p:nvSpPr>
        <p:spPr>
          <a:xfrm>
            <a:off x="278886" y="1484784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비밀번호 </a:t>
            </a:r>
            <a:r>
              <a:rPr lang="en-US" altLang="ko-KR" sz="800" b="1" dirty="0">
                <a:solidFill>
                  <a:srgbClr val="FF0000"/>
                </a:solidFill>
              </a:rPr>
              <a:t>*</a:t>
            </a:r>
            <a:endParaRPr lang="ko-KR" altLang="en-US" sz="800" b="1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D336176E-B0BA-E85B-28FE-552A7EB66BE9}"/>
              </a:ext>
            </a:extLst>
          </p:cNvPr>
          <p:cNvSpPr/>
          <p:nvPr/>
        </p:nvSpPr>
        <p:spPr>
          <a:xfrm>
            <a:off x="104624" y="1340768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1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3A8FD7AE-7DBF-138A-AF76-B2D13C41C52E}"/>
              </a:ext>
            </a:extLst>
          </p:cNvPr>
          <p:cNvSpPr/>
          <p:nvPr/>
        </p:nvSpPr>
        <p:spPr>
          <a:xfrm>
            <a:off x="3527093" y="2644894"/>
            <a:ext cx="3191585" cy="1364850"/>
          </a:xfrm>
          <a:prstGeom prst="roundRect">
            <a:avLst>
              <a:gd name="adj" fmla="val 3091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481A03F-0E6B-4B6E-1FD2-70BBBE3DC716}"/>
              </a:ext>
            </a:extLst>
          </p:cNvPr>
          <p:cNvSpPr txBox="1"/>
          <p:nvPr/>
        </p:nvSpPr>
        <p:spPr>
          <a:xfrm>
            <a:off x="3597379" y="2724419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비밀번호 </a:t>
            </a:r>
            <a:r>
              <a:rPr lang="en-US" altLang="ko-KR" sz="800" b="1" dirty="0">
                <a:solidFill>
                  <a:srgbClr val="FF0000"/>
                </a:solidFill>
              </a:rPr>
              <a:t>*</a:t>
            </a:r>
            <a:endParaRPr lang="ko-KR" altLang="en-US" sz="800" b="1" dirty="0"/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C41D6CD2-3DBC-1CEA-FF00-01D4B8A6B70C}"/>
              </a:ext>
            </a:extLst>
          </p:cNvPr>
          <p:cNvSpPr/>
          <p:nvPr/>
        </p:nvSpPr>
        <p:spPr>
          <a:xfrm>
            <a:off x="208600" y="2629395"/>
            <a:ext cx="3191585" cy="1364850"/>
          </a:xfrm>
          <a:prstGeom prst="roundRect">
            <a:avLst>
              <a:gd name="adj" fmla="val 3091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6935158-A2D7-5416-1137-4EBF528B47C9}"/>
              </a:ext>
            </a:extLst>
          </p:cNvPr>
          <p:cNvSpPr txBox="1"/>
          <p:nvPr/>
        </p:nvSpPr>
        <p:spPr>
          <a:xfrm>
            <a:off x="278886" y="2708920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비밀번호 </a:t>
            </a:r>
            <a:r>
              <a:rPr lang="en-US" altLang="ko-KR" sz="800" b="1" dirty="0">
                <a:solidFill>
                  <a:srgbClr val="FF0000"/>
                </a:solidFill>
              </a:rPr>
              <a:t>*</a:t>
            </a:r>
            <a:endParaRPr lang="ko-KR" altLang="en-US" sz="800" b="1" dirty="0"/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B7991087-549C-95AA-43B0-FD4305CEB2FE}"/>
              </a:ext>
            </a:extLst>
          </p:cNvPr>
          <p:cNvSpPr/>
          <p:nvPr/>
        </p:nvSpPr>
        <p:spPr>
          <a:xfrm>
            <a:off x="104624" y="2564904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2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059D256C-1E25-E84D-5DB2-57DA9123EBDF}"/>
              </a:ext>
            </a:extLst>
          </p:cNvPr>
          <p:cNvSpPr/>
          <p:nvPr/>
        </p:nvSpPr>
        <p:spPr>
          <a:xfrm>
            <a:off x="3466234" y="2581050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3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99B500EE-46D2-AE05-05CD-0B42050E80A3}"/>
              </a:ext>
            </a:extLst>
          </p:cNvPr>
          <p:cNvSpPr/>
          <p:nvPr/>
        </p:nvSpPr>
        <p:spPr>
          <a:xfrm>
            <a:off x="308484" y="1736812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영문</a:t>
            </a:r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숫자</a:t>
            </a:r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특수문자가 모두 들어간 </a:t>
            </a:r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8-20</a:t>
            </a:r>
            <a:r>
              <a:rPr lang="ko-KR" altLang="en-US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자</a:t>
            </a:r>
          </a:p>
        </p:txBody>
      </p:sp>
      <p:sp>
        <p:nvSpPr>
          <p:cNvPr id="90" name="Eye">
            <a:extLst>
              <a:ext uri="{FF2B5EF4-FFF2-40B4-BE49-F238E27FC236}">
                <a16:creationId xmlns:a16="http://schemas.microsoft.com/office/drawing/2014/main" id="{82315DA4-BF94-AB5F-50AB-5FCC38A459B1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066963" y="1828190"/>
            <a:ext cx="163513" cy="93663"/>
          </a:xfrm>
          <a:custGeom>
            <a:avLst/>
            <a:gdLst>
              <a:gd name="T0" fmla="*/ 707 w 1415"/>
              <a:gd name="T1" fmla="*/ 0 h 804"/>
              <a:gd name="T2" fmla="*/ 28 w 1415"/>
              <a:gd name="T3" fmla="*/ 361 h 804"/>
              <a:gd name="T4" fmla="*/ 52 w 1415"/>
              <a:gd name="T5" fmla="*/ 490 h 804"/>
              <a:gd name="T6" fmla="*/ 105 w 1415"/>
              <a:gd name="T7" fmla="*/ 506 h 804"/>
              <a:gd name="T8" fmla="*/ 181 w 1415"/>
              <a:gd name="T9" fmla="*/ 465 h 804"/>
              <a:gd name="T10" fmla="*/ 200 w 1415"/>
              <a:gd name="T11" fmla="*/ 440 h 804"/>
              <a:gd name="T12" fmla="*/ 707 w 1415"/>
              <a:gd name="T13" fmla="*/ 804 h 804"/>
              <a:gd name="T14" fmla="*/ 1215 w 1415"/>
              <a:gd name="T15" fmla="*/ 440 h 804"/>
              <a:gd name="T16" fmla="*/ 1234 w 1415"/>
              <a:gd name="T17" fmla="*/ 465 h 804"/>
              <a:gd name="T18" fmla="*/ 1361 w 1415"/>
              <a:gd name="T19" fmla="*/ 490 h 804"/>
              <a:gd name="T20" fmla="*/ 1387 w 1415"/>
              <a:gd name="T21" fmla="*/ 361 h 804"/>
              <a:gd name="T22" fmla="*/ 707 w 1415"/>
              <a:gd name="T23" fmla="*/ 0 h 804"/>
              <a:gd name="T24" fmla="*/ 707 w 1415"/>
              <a:gd name="T25" fmla="*/ 199 h 804"/>
              <a:gd name="T26" fmla="*/ 881 w 1415"/>
              <a:gd name="T27" fmla="*/ 372 h 804"/>
              <a:gd name="T28" fmla="*/ 707 w 1415"/>
              <a:gd name="T29" fmla="*/ 546 h 804"/>
              <a:gd name="T30" fmla="*/ 534 w 1415"/>
              <a:gd name="T31" fmla="*/ 372 h 804"/>
              <a:gd name="T32" fmla="*/ 707 w 1415"/>
              <a:gd name="T33" fmla="*/ 199 h 804"/>
              <a:gd name="T34" fmla="*/ 493 w 1415"/>
              <a:gd name="T35" fmla="*/ 222 h 804"/>
              <a:gd name="T36" fmla="*/ 445 w 1415"/>
              <a:gd name="T37" fmla="*/ 372 h 804"/>
              <a:gd name="T38" fmla="*/ 707 w 1415"/>
              <a:gd name="T39" fmla="*/ 633 h 804"/>
              <a:gd name="T40" fmla="*/ 968 w 1415"/>
              <a:gd name="T41" fmla="*/ 372 h 804"/>
              <a:gd name="T42" fmla="*/ 922 w 1415"/>
              <a:gd name="T43" fmla="*/ 222 h 804"/>
              <a:gd name="T44" fmla="*/ 1161 w 1415"/>
              <a:gd name="T45" fmla="*/ 378 h 804"/>
              <a:gd name="T46" fmla="*/ 707 w 1415"/>
              <a:gd name="T47" fmla="*/ 735 h 804"/>
              <a:gd name="T48" fmla="*/ 254 w 1415"/>
              <a:gd name="T49" fmla="*/ 378 h 804"/>
              <a:gd name="T50" fmla="*/ 493 w 1415"/>
              <a:gd name="T51" fmla="*/ 222 h 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415" h="804">
                <a:moveTo>
                  <a:pt x="707" y="0"/>
                </a:moveTo>
                <a:cubicBezTo>
                  <a:pt x="434" y="0"/>
                  <a:pt x="181" y="136"/>
                  <a:pt x="28" y="361"/>
                </a:cubicBezTo>
                <a:cubicBezTo>
                  <a:pt x="0" y="404"/>
                  <a:pt x="10" y="462"/>
                  <a:pt x="52" y="490"/>
                </a:cubicBezTo>
                <a:cubicBezTo>
                  <a:pt x="68" y="501"/>
                  <a:pt x="87" y="506"/>
                  <a:pt x="105" y="506"/>
                </a:cubicBezTo>
                <a:cubicBezTo>
                  <a:pt x="134" y="506"/>
                  <a:pt x="163" y="491"/>
                  <a:pt x="181" y="465"/>
                </a:cubicBezTo>
                <a:cubicBezTo>
                  <a:pt x="187" y="456"/>
                  <a:pt x="193" y="448"/>
                  <a:pt x="200" y="440"/>
                </a:cubicBezTo>
                <a:cubicBezTo>
                  <a:pt x="272" y="651"/>
                  <a:pt x="471" y="804"/>
                  <a:pt x="707" y="804"/>
                </a:cubicBezTo>
                <a:cubicBezTo>
                  <a:pt x="943" y="804"/>
                  <a:pt x="1143" y="651"/>
                  <a:pt x="1215" y="440"/>
                </a:cubicBezTo>
                <a:cubicBezTo>
                  <a:pt x="1222" y="448"/>
                  <a:pt x="1228" y="456"/>
                  <a:pt x="1234" y="465"/>
                </a:cubicBezTo>
                <a:cubicBezTo>
                  <a:pt x="1263" y="507"/>
                  <a:pt x="1319" y="519"/>
                  <a:pt x="1361" y="490"/>
                </a:cubicBezTo>
                <a:cubicBezTo>
                  <a:pt x="1404" y="462"/>
                  <a:pt x="1415" y="404"/>
                  <a:pt x="1387" y="361"/>
                </a:cubicBezTo>
                <a:cubicBezTo>
                  <a:pt x="1234" y="135"/>
                  <a:pt x="979" y="0"/>
                  <a:pt x="707" y="0"/>
                </a:cubicBezTo>
                <a:close/>
                <a:moveTo>
                  <a:pt x="707" y="199"/>
                </a:moveTo>
                <a:cubicBezTo>
                  <a:pt x="803" y="199"/>
                  <a:pt x="881" y="275"/>
                  <a:pt x="881" y="372"/>
                </a:cubicBezTo>
                <a:cubicBezTo>
                  <a:pt x="881" y="468"/>
                  <a:pt x="803" y="546"/>
                  <a:pt x="707" y="546"/>
                </a:cubicBezTo>
                <a:cubicBezTo>
                  <a:pt x="611" y="546"/>
                  <a:pt x="534" y="468"/>
                  <a:pt x="534" y="372"/>
                </a:cubicBezTo>
                <a:cubicBezTo>
                  <a:pt x="534" y="276"/>
                  <a:pt x="611" y="199"/>
                  <a:pt x="707" y="199"/>
                </a:cubicBezTo>
                <a:close/>
                <a:moveTo>
                  <a:pt x="493" y="222"/>
                </a:moveTo>
                <a:cubicBezTo>
                  <a:pt x="463" y="265"/>
                  <a:pt x="445" y="316"/>
                  <a:pt x="445" y="372"/>
                </a:cubicBezTo>
                <a:cubicBezTo>
                  <a:pt x="445" y="516"/>
                  <a:pt x="562" y="633"/>
                  <a:pt x="707" y="633"/>
                </a:cubicBezTo>
                <a:cubicBezTo>
                  <a:pt x="851" y="633"/>
                  <a:pt x="968" y="516"/>
                  <a:pt x="968" y="372"/>
                </a:cubicBezTo>
                <a:cubicBezTo>
                  <a:pt x="968" y="316"/>
                  <a:pt x="951" y="265"/>
                  <a:pt x="922" y="222"/>
                </a:cubicBezTo>
                <a:cubicBezTo>
                  <a:pt x="1012" y="255"/>
                  <a:pt x="1093" y="309"/>
                  <a:pt x="1161" y="378"/>
                </a:cubicBezTo>
                <a:cubicBezTo>
                  <a:pt x="1111" y="583"/>
                  <a:pt x="926" y="735"/>
                  <a:pt x="707" y="735"/>
                </a:cubicBezTo>
                <a:cubicBezTo>
                  <a:pt x="487" y="735"/>
                  <a:pt x="304" y="583"/>
                  <a:pt x="254" y="378"/>
                </a:cubicBezTo>
                <a:cubicBezTo>
                  <a:pt x="322" y="309"/>
                  <a:pt x="403" y="255"/>
                  <a:pt x="493" y="222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35F181B2-8597-3CD9-19BC-BDBC7760DC61}"/>
              </a:ext>
            </a:extLst>
          </p:cNvPr>
          <p:cNvSpPr/>
          <p:nvPr/>
        </p:nvSpPr>
        <p:spPr>
          <a:xfrm>
            <a:off x="3630449" y="2966871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********</a:t>
            </a:r>
            <a:endParaRPr lang="ko-KR" altLang="en-US" sz="8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2" name="Eye">
            <a:extLst>
              <a:ext uri="{FF2B5EF4-FFF2-40B4-BE49-F238E27FC236}">
                <a16:creationId xmlns:a16="http://schemas.microsoft.com/office/drawing/2014/main" id="{CB129205-1F44-C1F6-31DE-04ABA2281CDA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388928" y="3058249"/>
            <a:ext cx="163513" cy="93663"/>
          </a:xfrm>
          <a:custGeom>
            <a:avLst/>
            <a:gdLst>
              <a:gd name="T0" fmla="*/ 707 w 1415"/>
              <a:gd name="T1" fmla="*/ 0 h 804"/>
              <a:gd name="T2" fmla="*/ 28 w 1415"/>
              <a:gd name="T3" fmla="*/ 361 h 804"/>
              <a:gd name="T4" fmla="*/ 52 w 1415"/>
              <a:gd name="T5" fmla="*/ 490 h 804"/>
              <a:gd name="T6" fmla="*/ 105 w 1415"/>
              <a:gd name="T7" fmla="*/ 506 h 804"/>
              <a:gd name="T8" fmla="*/ 181 w 1415"/>
              <a:gd name="T9" fmla="*/ 465 h 804"/>
              <a:gd name="T10" fmla="*/ 200 w 1415"/>
              <a:gd name="T11" fmla="*/ 440 h 804"/>
              <a:gd name="T12" fmla="*/ 707 w 1415"/>
              <a:gd name="T13" fmla="*/ 804 h 804"/>
              <a:gd name="T14" fmla="*/ 1215 w 1415"/>
              <a:gd name="T15" fmla="*/ 440 h 804"/>
              <a:gd name="T16" fmla="*/ 1234 w 1415"/>
              <a:gd name="T17" fmla="*/ 465 h 804"/>
              <a:gd name="T18" fmla="*/ 1361 w 1415"/>
              <a:gd name="T19" fmla="*/ 490 h 804"/>
              <a:gd name="T20" fmla="*/ 1387 w 1415"/>
              <a:gd name="T21" fmla="*/ 361 h 804"/>
              <a:gd name="T22" fmla="*/ 707 w 1415"/>
              <a:gd name="T23" fmla="*/ 0 h 804"/>
              <a:gd name="T24" fmla="*/ 707 w 1415"/>
              <a:gd name="T25" fmla="*/ 199 h 804"/>
              <a:gd name="T26" fmla="*/ 881 w 1415"/>
              <a:gd name="T27" fmla="*/ 372 h 804"/>
              <a:gd name="T28" fmla="*/ 707 w 1415"/>
              <a:gd name="T29" fmla="*/ 546 h 804"/>
              <a:gd name="T30" fmla="*/ 534 w 1415"/>
              <a:gd name="T31" fmla="*/ 372 h 804"/>
              <a:gd name="T32" fmla="*/ 707 w 1415"/>
              <a:gd name="T33" fmla="*/ 199 h 804"/>
              <a:gd name="T34" fmla="*/ 493 w 1415"/>
              <a:gd name="T35" fmla="*/ 222 h 804"/>
              <a:gd name="T36" fmla="*/ 445 w 1415"/>
              <a:gd name="T37" fmla="*/ 372 h 804"/>
              <a:gd name="T38" fmla="*/ 707 w 1415"/>
              <a:gd name="T39" fmla="*/ 633 h 804"/>
              <a:gd name="T40" fmla="*/ 968 w 1415"/>
              <a:gd name="T41" fmla="*/ 372 h 804"/>
              <a:gd name="T42" fmla="*/ 922 w 1415"/>
              <a:gd name="T43" fmla="*/ 222 h 804"/>
              <a:gd name="T44" fmla="*/ 1161 w 1415"/>
              <a:gd name="T45" fmla="*/ 378 h 804"/>
              <a:gd name="T46" fmla="*/ 707 w 1415"/>
              <a:gd name="T47" fmla="*/ 735 h 804"/>
              <a:gd name="T48" fmla="*/ 254 w 1415"/>
              <a:gd name="T49" fmla="*/ 378 h 804"/>
              <a:gd name="T50" fmla="*/ 493 w 1415"/>
              <a:gd name="T51" fmla="*/ 222 h 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415" h="804">
                <a:moveTo>
                  <a:pt x="707" y="0"/>
                </a:moveTo>
                <a:cubicBezTo>
                  <a:pt x="434" y="0"/>
                  <a:pt x="181" y="136"/>
                  <a:pt x="28" y="361"/>
                </a:cubicBezTo>
                <a:cubicBezTo>
                  <a:pt x="0" y="404"/>
                  <a:pt x="10" y="462"/>
                  <a:pt x="52" y="490"/>
                </a:cubicBezTo>
                <a:cubicBezTo>
                  <a:pt x="68" y="501"/>
                  <a:pt x="87" y="506"/>
                  <a:pt x="105" y="506"/>
                </a:cubicBezTo>
                <a:cubicBezTo>
                  <a:pt x="134" y="506"/>
                  <a:pt x="163" y="491"/>
                  <a:pt x="181" y="465"/>
                </a:cubicBezTo>
                <a:cubicBezTo>
                  <a:pt x="187" y="456"/>
                  <a:pt x="193" y="448"/>
                  <a:pt x="200" y="440"/>
                </a:cubicBezTo>
                <a:cubicBezTo>
                  <a:pt x="272" y="651"/>
                  <a:pt x="471" y="804"/>
                  <a:pt x="707" y="804"/>
                </a:cubicBezTo>
                <a:cubicBezTo>
                  <a:pt x="943" y="804"/>
                  <a:pt x="1143" y="651"/>
                  <a:pt x="1215" y="440"/>
                </a:cubicBezTo>
                <a:cubicBezTo>
                  <a:pt x="1222" y="448"/>
                  <a:pt x="1228" y="456"/>
                  <a:pt x="1234" y="465"/>
                </a:cubicBezTo>
                <a:cubicBezTo>
                  <a:pt x="1263" y="507"/>
                  <a:pt x="1319" y="519"/>
                  <a:pt x="1361" y="490"/>
                </a:cubicBezTo>
                <a:cubicBezTo>
                  <a:pt x="1404" y="462"/>
                  <a:pt x="1415" y="404"/>
                  <a:pt x="1387" y="361"/>
                </a:cubicBezTo>
                <a:cubicBezTo>
                  <a:pt x="1234" y="135"/>
                  <a:pt x="979" y="0"/>
                  <a:pt x="707" y="0"/>
                </a:cubicBezTo>
                <a:close/>
                <a:moveTo>
                  <a:pt x="707" y="199"/>
                </a:moveTo>
                <a:cubicBezTo>
                  <a:pt x="803" y="199"/>
                  <a:pt x="881" y="275"/>
                  <a:pt x="881" y="372"/>
                </a:cubicBezTo>
                <a:cubicBezTo>
                  <a:pt x="881" y="468"/>
                  <a:pt x="803" y="546"/>
                  <a:pt x="707" y="546"/>
                </a:cubicBezTo>
                <a:cubicBezTo>
                  <a:pt x="611" y="546"/>
                  <a:pt x="534" y="468"/>
                  <a:pt x="534" y="372"/>
                </a:cubicBezTo>
                <a:cubicBezTo>
                  <a:pt x="534" y="276"/>
                  <a:pt x="611" y="199"/>
                  <a:pt x="707" y="199"/>
                </a:cubicBezTo>
                <a:close/>
                <a:moveTo>
                  <a:pt x="493" y="222"/>
                </a:moveTo>
                <a:cubicBezTo>
                  <a:pt x="463" y="265"/>
                  <a:pt x="445" y="316"/>
                  <a:pt x="445" y="372"/>
                </a:cubicBezTo>
                <a:cubicBezTo>
                  <a:pt x="445" y="516"/>
                  <a:pt x="562" y="633"/>
                  <a:pt x="707" y="633"/>
                </a:cubicBezTo>
                <a:cubicBezTo>
                  <a:pt x="851" y="633"/>
                  <a:pt x="968" y="516"/>
                  <a:pt x="968" y="372"/>
                </a:cubicBezTo>
                <a:cubicBezTo>
                  <a:pt x="968" y="316"/>
                  <a:pt x="951" y="265"/>
                  <a:pt x="922" y="222"/>
                </a:cubicBezTo>
                <a:cubicBezTo>
                  <a:pt x="1012" y="255"/>
                  <a:pt x="1093" y="309"/>
                  <a:pt x="1161" y="378"/>
                </a:cubicBezTo>
                <a:cubicBezTo>
                  <a:pt x="1111" y="583"/>
                  <a:pt x="926" y="735"/>
                  <a:pt x="707" y="735"/>
                </a:cubicBezTo>
                <a:cubicBezTo>
                  <a:pt x="487" y="735"/>
                  <a:pt x="304" y="583"/>
                  <a:pt x="254" y="378"/>
                </a:cubicBezTo>
                <a:cubicBezTo>
                  <a:pt x="322" y="309"/>
                  <a:pt x="403" y="255"/>
                  <a:pt x="493" y="222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282975E-D3BA-760F-A656-186F6D99D628}"/>
              </a:ext>
            </a:extLst>
          </p:cNvPr>
          <p:cNvSpPr txBox="1"/>
          <p:nvPr/>
        </p:nvSpPr>
        <p:spPr>
          <a:xfrm>
            <a:off x="3584848" y="3274185"/>
            <a:ext cx="3102521" cy="253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FF0000"/>
                </a:solidFill>
              </a:rPr>
              <a:t>연속된 문자나 아이디와 동일한 비밀번호는 사용할 수 없습니다</a:t>
            </a:r>
            <a:r>
              <a:rPr lang="en-US" altLang="ko-KR" sz="800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93DD0FF0-D9E1-C015-0871-AE27E4F34E8A}"/>
              </a:ext>
            </a:extLst>
          </p:cNvPr>
          <p:cNvSpPr/>
          <p:nvPr/>
        </p:nvSpPr>
        <p:spPr>
          <a:xfrm>
            <a:off x="333390" y="2955235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****</a:t>
            </a:r>
            <a:endParaRPr lang="ko-KR" altLang="en-US" sz="8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5" name="Eye">
            <a:extLst>
              <a:ext uri="{FF2B5EF4-FFF2-40B4-BE49-F238E27FC236}">
                <a16:creationId xmlns:a16="http://schemas.microsoft.com/office/drawing/2014/main" id="{469826F5-4C51-BF38-7825-4A1CC4DC02C1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091869" y="3046613"/>
            <a:ext cx="163513" cy="93663"/>
          </a:xfrm>
          <a:custGeom>
            <a:avLst/>
            <a:gdLst>
              <a:gd name="T0" fmla="*/ 707 w 1415"/>
              <a:gd name="T1" fmla="*/ 0 h 804"/>
              <a:gd name="T2" fmla="*/ 28 w 1415"/>
              <a:gd name="T3" fmla="*/ 361 h 804"/>
              <a:gd name="T4" fmla="*/ 52 w 1415"/>
              <a:gd name="T5" fmla="*/ 490 h 804"/>
              <a:gd name="T6" fmla="*/ 105 w 1415"/>
              <a:gd name="T7" fmla="*/ 506 h 804"/>
              <a:gd name="T8" fmla="*/ 181 w 1415"/>
              <a:gd name="T9" fmla="*/ 465 h 804"/>
              <a:gd name="T10" fmla="*/ 200 w 1415"/>
              <a:gd name="T11" fmla="*/ 440 h 804"/>
              <a:gd name="T12" fmla="*/ 707 w 1415"/>
              <a:gd name="T13" fmla="*/ 804 h 804"/>
              <a:gd name="T14" fmla="*/ 1215 w 1415"/>
              <a:gd name="T15" fmla="*/ 440 h 804"/>
              <a:gd name="T16" fmla="*/ 1234 w 1415"/>
              <a:gd name="T17" fmla="*/ 465 h 804"/>
              <a:gd name="T18" fmla="*/ 1361 w 1415"/>
              <a:gd name="T19" fmla="*/ 490 h 804"/>
              <a:gd name="T20" fmla="*/ 1387 w 1415"/>
              <a:gd name="T21" fmla="*/ 361 h 804"/>
              <a:gd name="T22" fmla="*/ 707 w 1415"/>
              <a:gd name="T23" fmla="*/ 0 h 804"/>
              <a:gd name="T24" fmla="*/ 707 w 1415"/>
              <a:gd name="T25" fmla="*/ 199 h 804"/>
              <a:gd name="T26" fmla="*/ 881 w 1415"/>
              <a:gd name="T27" fmla="*/ 372 h 804"/>
              <a:gd name="T28" fmla="*/ 707 w 1415"/>
              <a:gd name="T29" fmla="*/ 546 h 804"/>
              <a:gd name="T30" fmla="*/ 534 w 1415"/>
              <a:gd name="T31" fmla="*/ 372 h 804"/>
              <a:gd name="T32" fmla="*/ 707 w 1415"/>
              <a:gd name="T33" fmla="*/ 199 h 804"/>
              <a:gd name="T34" fmla="*/ 493 w 1415"/>
              <a:gd name="T35" fmla="*/ 222 h 804"/>
              <a:gd name="T36" fmla="*/ 445 w 1415"/>
              <a:gd name="T37" fmla="*/ 372 h 804"/>
              <a:gd name="T38" fmla="*/ 707 w 1415"/>
              <a:gd name="T39" fmla="*/ 633 h 804"/>
              <a:gd name="T40" fmla="*/ 968 w 1415"/>
              <a:gd name="T41" fmla="*/ 372 h 804"/>
              <a:gd name="T42" fmla="*/ 922 w 1415"/>
              <a:gd name="T43" fmla="*/ 222 h 804"/>
              <a:gd name="T44" fmla="*/ 1161 w 1415"/>
              <a:gd name="T45" fmla="*/ 378 h 804"/>
              <a:gd name="T46" fmla="*/ 707 w 1415"/>
              <a:gd name="T47" fmla="*/ 735 h 804"/>
              <a:gd name="T48" fmla="*/ 254 w 1415"/>
              <a:gd name="T49" fmla="*/ 378 h 804"/>
              <a:gd name="T50" fmla="*/ 493 w 1415"/>
              <a:gd name="T51" fmla="*/ 222 h 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415" h="804">
                <a:moveTo>
                  <a:pt x="707" y="0"/>
                </a:moveTo>
                <a:cubicBezTo>
                  <a:pt x="434" y="0"/>
                  <a:pt x="181" y="136"/>
                  <a:pt x="28" y="361"/>
                </a:cubicBezTo>
                <a:cubicBezTo>
                  <a:pt x="0" y="404"/>
                  <a:pt x="10" y="462"/>
                  <a:pt x="52" y="490"/>
                </a:cubicBezTo>
                <a:cubicBezTo>
                  <a:pt x="68" y="501"/>
                  <a:pt x="87" y="506"/>
                  <a:pt x="105" y="506"/>
                </a:cubicBezTo>
                <a:cubicBezTo>
                  <a:pt x="134" y="506"/>
                  <a:pt x="163" y="491"/>
                  <a:pt x="181" y="465"/>
                </a:cubicBezTo>
                <a:cubicBezTo>
                  <a:pt x="187" y="456"/>
                  <a:pt x="193" y="448"/>
                  <a:pt x="200" y="440"/>
                </a:cubicBezTo>
                <a:cubicBezTo>
                  <a:pt x="272" y="651"/>
                  <a:pt x="471" y="804"/>
                  <a:pt x="707" y="804"/>
                </a:cubicBezTo>
                <a:cubicBezTo>
                  <a:pt x="943" y="804"/>
                  <a:pt x="1143" y="651"/>
                  <a:pt x="1215" y="440"/>
                </a:cubicBezTo>
                <a:cubicBezTo>
                  <a:pt x="1222" y="448"/>
                  <a:pt x="1228" y="456"/>
                  <a:pt x="1234" y="465"/>
                </a:cubicBezTo>
                <a:cubicBezTo>
                  <a:pt x="1263" y="507"/>
                  <a:pt x="1319" y="519"/>
                  <a:pt x="1361" y="490"/>
                </a:cubicBezTo>
                <a:cubicBezTo>
                  <a:pt x="1404" y="462"/>
                  <a:pt x="1415" y="404"/>
                  <a:pt x="1387" y="361"/>
                </a:cubicBezTo>
                <a:cubicBezTo>
                  <a:pt x="1234" y="135"/>
                  <a:pt x="979" y="0"/>
                  <a:pt x="707" y="0"/>
                </a:cubicBezTo>
                <a:close/>
                <a:moveTo>
                  <a:pt x="707" y="199"/>
                </a:moveTo>
                <a:cubicBezTo>
                  <a:pt x="803" y="199"/>
                  <a:pt x="881" y="275"/>
                  <a:pt x="881" y="372"/>
                </a:cubicBezTo>
                <a:cubicBezTo>
                  <a:pt x="881" y="468"/>
                  <a:pt x="803" y="546"/>
                  <a:pt x="707" y="546"/>
                </a:cubicBezTo>
                <a:cubicBezTo>
                  <a:pt x="611" y="546"/>
                  <a:pt x="534" y="468"/>
                  <a:pt x="534" y="372"/>
                </a:cubicBezTo>
                <a:cubicBezTo>
                  <a:pt x="534" y="276"/>
                  <a:pt x="611" y="199"/>
                  <a:pt x="707" y="199"/>
                </a:cubicBezTo>
                <a:close/>
                <a:moveTo>
                  <a:pt x="493" y="222"/>
                </a:moveTo>
                <a:cubicBezTo>
                  <a:pt x="463" y="265"/>
                  <a:pt x="445" y="316"/>
                  <a:pt x="445" y="372"/>
                </a:cubicBezTo>
                <a:cubicBezTo>
                  <a:pt x="445" y="516"/>
                  <a:pt x="562" y="633"/>
                  <a:pt x="707" y="633"/>
                </a:cubicBezTo>
                <a:cubicBezTo>
                  <a:pt x="851" y="633"/>
                  <a:pt x="968" y="516"/>
                  <a:pt x="968" y="372"/>
                </a:cubicBezTo>
                <a:cubicBezTo>
                  <a:pt x="968" y="316"/>
                  <a:pt x="951" y="265"/>
                  <a:pt x="922" y="222"/>
                </a:cubicBezTo>
                <a:cubicBezTo>
                  <a:pt x="1012" y="255"/>
                  <a:pt x="1093" y="309"/>
                  <a:pt x="1161" y="378"/>
                </a:cubicBezTo>
                <a:cubicBezTo>
                  <a:pt x="1111" y="583"/>
                  <a:pt x="926" y="735"/>
                  <a:pt x="707" y="735"/>
                </a:cubicBezTo>
                <a:cubicBezTo>
                  <a:pt x="487" y="735"/>
                  <a:pt x="304" y="583"/>
                  <a:pt x="254" y="378"/>
                </a:cubicBezTo>
                <a:cubicBezTo>
                  <a:pt x="322" y="309"/>
                  <a:pt x="403" y="255"/>
                  <a:pt x="493" y="222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A47C96B-2436-01AF-0F35-5EDB47003E9D}"/>
              </a:ext>
            </a:extLst>
          </p:cNvPr>
          <p:cNvSpPr txBox="1"/>
          <p:nvPr/>
        </p:nvSpPr>
        <p:spPr>
          <a:xfrm>
            <a:off x="272480" y="3283801"/>
            <a:ext cx="3342766" cy="253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FF0000"/>
                </a:solidFill>
              </a:rPr>
              <a:t>영문</a:t>
            </a:r>
            <a:r>
              <a:rPr lang="en-US" altLang="ko-KR" sz="800" dirty="0">
                <a:solidFill>
                  <a:srgbClr val="FF0000"/>
                </a:solidFill>
              </a:rPr>
              <a:t>, </a:t>
            </a:r>
            <a:r>
              <a:rPr lang="ko-KR" altLang="en-US" sz="800" dirty="0">
                <a:solidFill>
                  <a:srgbClr val="FF0000"/>
                </a:solidFill>
              </a:rPr>
              <a:t>숫자</a:t>
            </a:r>
            <a:r>
              <a:rPr lang="en-US" altLang="ko-KR" sz="800" dirty="0">
                <a:solidFill>
                  <a:srgbClr val="FF0000"/>
                </a:solidFill>
              </a:rPr>
              <a:t>, </a:t>
            </a:r>
            <a:r>
              <a:rPr lang="ko-KR" altLang="en-US" sz="800" dirty="0">
                <a:solidFill>
                  <a:srgbClr val="FF0000"/>
                </a:solidFill>
              </a:rPr>
              <a:t>특수문자가 모두 들어간 </a:t>
            </a:r>
            <a:r>
              <a:rPr lang="en-US" altLang="ko-KR" sz="800" dirty="0">
                <a:solidFill>
                  <a:srgbClr val="FF0000"/>
                </a:solidFill>
              </a:rPr>
              <a:t>8-20</a:t>
            </a:r>
            <a:r>
              <a:rPr lang="ko-KR" altLang="en-US" sz="800" dirty="0">
                <a:solidFill>
                  <a:srgbClr val="FF0000"/>
                </a:solidFill>
              </a:rPr>
              <a:t>자 이내로 입력해 주세요</a:t>
            </a:r>
            <a:r>
              <a:rPr lang="en-US" altLang="ko-KR" sz="800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5440BFFC-DB21-96BE-2FF7-7B5B4F9D947A}"/>
              </a:ext>
            </a:extLst>
          </p:cNvPr>
          <p:cNvSpPr/>
          <p:nvPr/>
        </p:nvSpPr>
        <p:spPr>
          <a:xfrm>
            <a:off x="308484" y="2132856"/>
            <a:ext cx="2973559" cy="28803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비밀번호를 한 번 더 입력해 주세요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8" name="Eye">
            <a:extLst>
              <a:ext uri="{FF2B5EF4-FFF2-40B4-BE49-F238E27FC236}">
                <a16:creationId xmlns:a16="http://schemas.microsoft.com/office/drawing/2014/main" id="{D100D995-CD2A-E934-D7C9-271EBB9028A5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066964" y="2240038"/>
            <a:ext cx="163513" cy="93663"/>
          </a:xfrm>
          <a:custGeom>
            <a:avLst/>
            <a:gdLst>
              <a:gd name="T0" fmla="*/ 707 w 1415"/>
              <a:gd name="T1" fmla="*/ 0 h 804"/>
              <a:gd name="T2" fmla="*/ 28 w 1415"/>
              <a:gd name="T3" fmla="*/ 361 h 804"/>
              <a:gd name="T4" fmla="*/ 52 w 1415"/>
              <a:gd name="T5" fmla="*/ 490 h 804"/>
              <a:gd name="T6" fmla="*/ 105 w 1415"/>
              <a:gd name="T7" fmla="*/ 506 h 804"/>
              <a:gd name="T8" fmla="*/ 181 w 1415"/>
              <a:gd name="T9" fmla="*/ 465 h 804"/>
              <a:gd name="T10" fmla="*/ 200 w 1415"/>
              <a:gd name="T11" fmla="*/ 440 h 804"/>
              <a:gd name="T12" fmla="*/ 707 w 1415"/>
              <a:gd name="T13" fmla="*/ 804 h 804"/>
              <a:gd name="T14" fmla="*/ 1215 w 1415"/>
              <a:gd name="T15" fmla="*/ 440 h 804"/>
              <a:gd name="T16" fmla="*/ 1234 w 1415"/>
              <a:gd name="T17" fmla="*/ 465 h 804"/>
              <a:gd name="T18" fmla="*/ 1361 w 1415"/>
              <a:gd name="T19" fmla="*/ 490 h 804"/>
              <a:gd name="T20" fmla="*/ 1387 w 1415"/>
              <a:gd name="T21" fmla="*/ 361 h 804"/>
              <a:gd name="T22" fmla="*/ 707 w 1415"/>
              <a:gd name="T23" fmla="*/ 0 h 804"/>
              <a:gd name="T24" fmla="*/ 707 w 1415"/>
              <a:gd name="T25" fmla="*/ 199 h 804"/>
              <a:gd name="T26" fmla="*/ 881 w 1415"/>
              <a:gd name="T27" fmla="*/ 372 h 804"/>
              <a:gd name="T28" fmla="*/ 707 w 1415"/>
              <a:gd name="T29" fmla="*/ 546 h 804"/>
              <a:gd name="T30" fmla="*/ 534 w 1415"/>
              <a:gd name="T31" fmla="*/ 372 h 804"/>
              <a:gd name="T32" fmla="*/ 707 w 1415"/>
              <a:gd name="T33" fmla="*/ 199 h 804"/>
              <a:gd name="T34" fmla="*/ 493 w 1415"/>
              <a:gd name="T35" fmla="*/ 222 h 804"/>
              <a:gd name="T36" fmla="*/ 445 w 1415"/>
              <a:gd name="T37" fmla="*/ 372 h 804"/>
              <a:gd name="T38" fmla="*/ 707 w 1415"/>
              <a:gd name="T39" fmla="*/ 633 h 804"/>
              <a:gd name="T40" fmla="*/ 968 w 1415"/>
              <a:gd name="T41" fmla="*/ 372 h 804"/>
              <a:gd name="T42" fmla="*/ 922 w 1415"/>
              <a:gd name="T43" fmla="*/ 222 h 804"/>
              <a:gd name="T44" fmla="*/ 1161 w 1415"/>
              <a:gd name="T45" fmla="*/ 378 h 804"/>
              <a:gd name="T46" fmla="*/ 707 w 1415"/>
              <a:gd name="T47" fmla="*/ 735 h 804"/>
              <a:gd name="T48" fmla="*/ 254 w 1415"/>
              <a:gd name="T49" fmla="*/ 378 h 804"/>
              <a:gd name="T50" fmla="*/ 493 w 1415"/>
              <a:gd name="T51" fmla="*/ 222 h 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415" h="804">
                <a:moveTo>
                  <a:pt x="707" y="0"/>
                </a:moveTo>
                <a:cubicBezTo>
                  <a:pt x="434" y="0"/>
                  <a:pt x="181" y="136"/>
                  <a:pt x="28" y="361"/>
                </a:cubicBezTo>
                <a:cubicBezTo>
                  <a:pt x="0" y="404"/>
                  <a:pt x="10" y="462"/>
                  <a:pt x="52" y="490"/>
                </a:cubicBezTo>
                <a:cubicBezTo>
                  <a:pt x="68" y="501"/>
                  <a:pt x="87" y="506"/>
                  <a:pt x="105" y="506"/>
                </a:cubicBezTo>
                <a:cubicBezTo>
                  <a:pt x="134" y="506"/>
                  <a:pt x="163" y="491"/>
                  <a:pt x="181" y="465"/>
                </a:cubicBezTo>
                <a:cubicBezTo>
                  <a:pt x="187" y="456"/>
                  <a:pt x="193" y="448"/>
                  <a:pt x="200" y="440"/>
                </a:cubicBezTo>
                <a:cubicBezTo>
                  <a:pt x="272" y="651"/>
                  <a:pt x="471" y="804"/>
                  <a:pt x="707" y="804"/>
                </a:cubicBezTo>
                <a:cubicBezTo>
                  <a:pt x="943" y="804"/>
                  <a:pt x="1143" y="651"/>
                  <a:pt x="1215" y="440"/>
                </a:cubicBezTo>
                <a:cubicBezTo>
                  <a:pt x="1222" y="448"/>
                  <a:pt x="1228" y="456"/>
                  <a:pt x="1234" y="465"/>
                </a:cubicBezTo>
                <a:cubicBezTo>
                  <a:pt x="1263" y="507"/>
                  <a:pt x="1319" y="519"/>
                  <a:pt x="1361" y="490"/>
                </a:cubicBezTo>
                <a:cubicBezTo>
                  <a:pt x="1404" y="462"/>
                  <a:pt x="1415" y="404"/>
                  <a:pt x="1387" y="361"/>
                </a:cubicBezTo>
                <a:cubicBezTo>
                  <a:pt x="1234" y="135"/>
                  <a:pt x="979" y="0"/>
                  <a:pt x="707" y="0"/>
                </a:cubicBezTo>
                <a:close/>
                <a:moveTo>
                  <a:pt x="707" y="199"/>
                </a:moveTo>
                <a:cubicBezTo>
                  <a:pt x="803" y="199"/>
                  <a:pt x="881" y="275"/>
                  <a:pt x="881" y="372"/>
                </a:cubicBezTo>
                <a:cubicBezTo>
                  <a:pt x="881" y="468"/>
                  <a:pt x="803" y="546"/>
                  <a:pt x="707" y="546"/>
                </a:cubicBezTo>
                <a:cubicBezTo>
                  <a:pt x="611" y="546"/>
                  <a:pt x="534" y="468"/>
                  <a:pt x="534" y="372"/>
                </a:cubicBezTo>
                <a:cubicBezTo>
                  <a:pt x="534" y="276"/>
                  <a:pt x="611" y="199"/>
                  <a:pt x="707" y="199"/>
                </a:cubicBezTo>
                <a:close/>
                <a:moveTo>
                  <a:pt x="493" y="222"/>
                </a:moveTo>
                <a:cubicBezTo>
                  <a:pt x="463" y="265"/>
                  <a:pt x="445" y="316"/>
                  <a:pt x="445" y="372"/>
                </a:cubicBezTo>
                <a:cubicBezTo>
                  <a:pt x="445" y="516"/>
                  <a:pt x="562" y="633"/>
                  <a:pt x="707" y="633"/>
                </a:cubicBezTo>
                <a:cubicBezTo>
                  <a:pt x="851" y="633"/>
                  <a:pt x="968" y="516"/>
                  <a:pt x="968" y="372"/>
                </a:cubicBezTo>
                <a:cubicBezTo>
                  <a:pt x="968" y="316"/>
                  <a:pt x="951" y="265"/>
                  <a:pt x="922" y="222"/>
                </a:cubicBezTo>
                <a:cubicBezTo>
                  <a:pt x="1012" y="255"/>
                  <a:pt x="1093" y="309"/>
                  <a:pt x="1161" y="378"/>
                </a:cubicBezTo>
                <a:cubicBezTo>
                  <a:pt x="1111" y="583"/>
                  <a:pt x="926" y="735"/>
                  <a:pt x="707" y="735"/>
                </a:cubicBezTo>
                <a:cubicBezTo>
                  <a:pt x="487" y="735"/>
                  <a:pt x="304" y="583"/>
                  <a:pt x="254" y="378"/>
                </a:cubicBezTo>
                <a:cubicBezTo>
                  <a:pt x="322" y="309"/>
                  <a:pt x="403" y="255"/>
                  <a:pt x="493" y="222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D88FFF24-21EE-8CE3-17A4-6A09A5133378}"/>
              </a:ext>
            </a:extLst>
          </p:cNvPr>
          <p:cNvSpPr/>
          <p:nvPr/>
        </p:nvSpPr>
        <p:spPr>
          <a:xfrm>
            <a:off x="333390" y="3590134"/>
            <a:ext cx="2973559" cy="28803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비밀번호를 한 번 더 입력해 주세요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" name="Eye">
            <a:extLst>
              <a:ext uri="{FF2B5EF4-FFF2-40B4-BE49-F238E27FC236}">
                <a16:creationId xmlns:a16="http://schemas.microsoft.com/office/drawing/2014/main" id="{162147A4-08D5-7F58-C865-5B81E9410311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091870" y="3697316"/>
            <a:ext cx="163513" cy="93663"/>
          </a:xfrm>
          <a:custGeom>
            <a:avLst/>
            <a:gdLst>
              <a:gd name="T0" fmla="*/ 707 w 1415"/>
              <a:gd name="T1" fmla="*/ 0 h 804"/>
              <a:gd name="T2" fmla="*/ 28 w 1415"/>
              <a:gd name="T3" fmla="*/ 361 h 804"/>
              <a:gd name="T4" fmla="*/ 52 w 1415"/>
              <a:gd name="T5" fmla="*/ 490 h 804"/>
              <a:gd name="T6" fmla="*/ 105 w 1415"/>
              <a:gd name="T7" fmla="*/ 506 h 804"/>
              <a:gd name="T8" fmla="*/ 181 w 1415"/>
              <a:gd name="T9" fmla="*/ 465 h 804"/>
              <a:gd name="T10" fmla="*/ 200 w 1415"/>
              <a:gd name="T11" fmla="*/ 440 h 804"/>
              <a:gd name="T12" fmla="*/ 707 w 1415"/>
              <a:gd name="T13" fmla="*/ 804 h 804"/>
              <a:gd name="T14" fmla="*/ 1215 w 1415"/>
              <a:gd name="T15" fmla="*/ 440 h 804"/>
              <a:gd name="T16" fmla="*/ 1234 w 1415"/>
              <a:gd name="T17" fmla="*/ 465 h 804"/>
              <a:gd name="T18" fmla="*/ 1361 w 1415"/>
              <a:gd name="T19" fmla="*/ 490 h 804"/>
              <a:gd name="T20" fmla="*/ 1387 w 1415"/>
              <a:gd name="T21" fmla="*/ 361 h 804"/>
              <a:gd name="T22" fmla="*/ 707 w 1415"/>
              <a:gd name="T23" fmla="*/ 0 h 804"/>
              <a:gd name="T24" fmla="*/ 707 w 1415"/>
              <a:gd name="T25" fmla="*/ 199 h 804"/>
              <a:gd name="T26" fmla="*/ 881 w 1415"/>
              <a:gd name="T27" fmla="*/ 372 h 804"/>
              <a:gd name="T28" fmla="*/ 707 w 1415"/>
              <a:gd name="T29" fmla="*/ 546 h 804"/>
              <a:gd name="T30" fmla="*/ 534 w 1415"/>
              <a:gd name="T31" fmla="*/ 372 h 804"/>
              <a:gd name="T32" fmla="*/ 707 w 1415"/>
              <a:gd name="T33" fmla="*/ 199 h 804"/>
              <a:gd name="T34" fmla="*/ 493 w 1415"/>
              <a:gd name="T35" fmla="*/ 222 h 804"/>
              <a:gd name="T36" fmla="*/ 445 w 1415"/>
              <a:gd name="T37" fmla="*/ 372 h 804"/>
              <a:gd name="T38" fmla="*/ 707 w 1415"/>
              <a:gd name="T39" fmla="*/ 633 h 804"/>
              <a:gd name="T40" fmla="*/ 968 w 1415"/>
              <a:gd name="T41" fmla="*/ 372 h 804"/>
              <a:gd name="T42" fmla="*/ 922 w 1415"/>
              <a:gd name="T43" fmla="*/ 222 h 804"/>
              <a:gd name="T44" fmla="*/ 1161 w 1415"/>
              <a:gd name="T45" fmla="*/ 378 h 804"/>
              <a:gd name="T46" fmla="*/ 707 w 1415"/>
              <a:gd name="T47" fmla="*/ 735 h 804"/>
              <a:gd name="T48" fmla="*/ 254 w 1415"/>
              <a:gd name="T49" fmla="*/ 378 h 804"/>
              <a:gd name="T50" fmla="*/ 493 w 1415"/>
              <a:gd name="T51" fmla="*/ 222 h 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415" h="804">
                <a:moveTo>
                  <a:pt x="707" y="0"/>
                </a:moveTo>
                <a:cubicBezTo>
                  <a:pt x="434" y="0"/>
                  <a:pt x="181" y="136"/>
                  <a:pt x="28" y="361"/>
                </a:cubicBezTo>
                <a:cubicBezTo>
                  <a:pt x="0" y="404"/>
                  <a:pt x="10" y="462"/>
                  <a:pt x="52" y="490"/>
                </a:cubicBezTo>
                <a:cubicBezTo>
                  <a:pt x="68" y="501"/>
                  <a:pt x="87" y="506"/>
                  <a:pt x="105" y="506"/>
                </a:cubicBezTo>
                <a:cubicBezTo>
                  <a:pt x="134" y="506"/>
                  <a:pt x="163" y="491"/>
                  <a:pt x="181" y="465"/>
                </a:cubicBezTo>
                <a:cubicBezTo>
                  <a:pt x="187" y="456"/>
                  <a:pt x="193" y="448"/>
                  <a:pt x="200" y="440"/>
                </a:cubicBezTo>
                <a:cubicBezTo>
                  <a:pt x="272" y="651"/>
                  <a:pt x="471" y="804"/>
                  <a:pt x="707" y="804"/>
                </a:cubicBezTo>
                <a:cubicBezTo>
                  <a:pt x="943" y="804"/>
                  <a:pt x="1143" y="651"/>
                  <a:pt x="1215" y="440"/>
                </a:cubicBezTo>
                <a:cubicBezTo>
                  <a:pt x="1222" y="448"/>
                  <a:pt x="1228" y="456"/>
                  <a:pt x="1234" y="465"/>
                </a:cubicBezTo>
                <a:cubicBezTo>
                  <a:pt x="1263" y="507"/>
                  <a:pt x="1319" y="519"/>
                  <a:pt x="1361" y="490"/>
                </a:cubicBezTo>
                <a:cubicBezTo>
                  <a:pt x="1404" y="462"/>
                  <a:pt x="1415" y="404"/>
                  <a:pt x="1387" y="361"/>
                </a:cubicBezTo>
                <a:cubicBezTo>
                  <a:pt x="1234" y="135"/>
                  <a:pt x="979" y="0"/>
                  <a:pt x="707" y="0"/>
                </a:cubicBezTo>
                <a:close/>
                <a:moveTo>
                  <a:pt x="707" y="199"/>
                </a:moveTo>
                <a:cubicBezTo>
                  <a:pt x="803" y="199"/>
                  <a:pt x="881" y="275"/>
                  <a:pt x="881" y="372"/>
                </a:cubicBezTo>
                <a:cubicBezTo>
                  <a:pt x="881" y="468"/>
                  <a:pt x="803" y="546"/>
                  <a:pt x="707" y="546"/>
                </a:cubicBezTo>
                <a:cubicBezTo>
                  <a:pt x="611" y="546"/>
                  <a:pt x="534" y="468"/>
                  <a:pt x="534" y="372"/>
                </a:cubicBezTo>
                <a:cubicBezTo>
                  <a:pt x="534" y="276"/>
                  <a:pt x="611" y="199"/>
                  <a:pt x="707" y="199"/>
                </a:cubicBezTo>
                <a:close/>
                <a:moveTo>
                  <a:pt x="493" y="222"/>
                </a:moveTo>
                <a:cubicBezTo>
                  <a:pt x="463" y="265"/>
                  <a:pt x="445" y="316"/>
                  <a:pt x="445" y="372"/>
                </a:cubicBezTo>
                <a:cubicBezTo>
                  <a:pt x="445" y="516"/>
                  <a:pt x="562" y="633"/>
                  <a:pt x="707" y="633"/>
                </a:cubicBezTo>
                <a:cubicBezTo>
                  <a:pt x="851" y="633"/>
                  <a:pt x="968" y="516"/>
                  <a:pt x="968" y="372"/>
                </a:cubicBezTo>
                <a:cubicBezTo>
                  <a:pt x="968" y="316"/>
                  <a:pt x="951" y="265"/>
                  <a:pt x="922" y="222"/>
                </a:cubicBezTo>
                <a:cubicBezTo>
                  <a:pt x="1012" y="255"/>
                  <a:pt x="1093" y="309"/>
                  <a:pt x="1161" y="378"/>
                </a:cubicBezTo>
                <a:cubicBezTo>
                  <a:pt x="1111" y="583"/>
                  <a:pt x="926" y="735"/>
                  <a:pt x="707" y="735"/>
                </a:cubicBezTo>
                <a:cubicBezTo>
                  <a:pt x="487" y="735"/>
                  <a:pt x="304" y="583"/>
                  <a:pt x="254" y="378"/>
                </a:cubicBezTo>
                <a:cubicBezTo>
                  <a:pt x="322" y="309"/>
                  <a:pt x="403" y="255"/>
                  <a:pt x="493" y="222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1" name="사각형: 둥근 모서리 100">
            <a:extLst>
              <a:ext uri="{FF2B5EF4-FFF2-40B4-BE49-F238E27FC236}">
                <a16:creationId xmlns:a16="http://schemas.microsoft.com/office/drawing/2014/main" id="{C8042C9C-43B5-3168-D741-F4C078E5B5F9}"/>
              </a:ext>
            </a:extLst>
          </p:cNvPr>
          <p:cNvSpPr/>
          <p:nvPr/>
        </p:nvSpPr>
        <p:spPr>
          <a:xfrm>
            <a:off x="3630449" y="3588022"/>
            <a:ext cx="2973559" cy="28803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비밀번호를 한 번 더 입력해 주세요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2" name="Eye">
            <a:extLst>
              <a:ext uri="{FF2B5EF4-FFF2-40B4-BE49-F238E27FC236}">
                <a16:creationId xmlns:a16="http://schemas.microsoft.com/office/drawing/2014/main" id="{0FE7E95E-982F-6910-09AF-B2B3E3C80D8C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388929" y="3695204"/>
            <a:ext cx="163513" cy="93663"/>
          </a:xfrm>
          <a:custGeom>
            <a:avLst/>
            <a:gdLst>
              <a:gd name="T0" fmla="*/ 707 w 1415"/>
              <a:gd name="T1" fmla="*/ 0 h 804"/>
              <a:gd name="T2" fmla="*/ 28 w 1415"/>
              <a:gd name="T3" fmla="*/ 361 h 804"/>
              <a:gd name="T4" fmla="*/ 52 w 1415"/>
              <a:gd name="T5" fmla="*/ 490 h 804"/>
              <a:gd name="T6" fmla="*/ 105 w 1415"/>
              <a:gd name="T7" fmla="*/ 506 h 804"/>
              <a:gd name="T8" fmla="*/ 181 w 1415"/>
              <a:gd name="T9" fmla="*/ 465 h 804"/>
              <a:gd name="T10" fmla="*/ 200 w 1415"/>
              <a:gd name="T11" fmla="*/ 440 h 804"/>
              <a:gd name="T12" fmla="*/ 707 w 1415"/>
              <a:gd name="T13" fmla="*/ 804 h 804"/>
              <a:gd name="T14" fmla="*/ 1215 w 1415"/>
              <a:gd name="T15" fmla="*/ 440 h 804"/>
              <a:gd name="T16" fmla="*/ 1234 w 1415"/>
              <a:gd name="T17" fmla="*/ 465 h 804"/>
              <a:gd name="T18" fmla="*/ 1361 w 1415"/>
              <a:gd name="T19" fmla="*/ 490 h 804"/>
              <a:gd name="T20" fmla="*/ 1387 w 1415"/>
              <a:gd name="T21" fmla="*/ 361 h 804"/>
              <a:gd name="T22" fmla="*/ 707 w 1415"/>
              <a:gd name="T23" fmla="*/ 0 h 804"/>
              <a:gd name="T24" fmla="*/ 707 w 1415"/>
              <a:gd name="T25" fmla="*/ 199 h 804"/>
              <a:gd name="T26" fmla="*/ 881 w 1415"/>
              <a:gd name="T27" fmla="*/ 372 h 804"/>
              <a:gd name="T28" fmla="*/ 707 w 1415"/>
              <a:gd name="T29" fmla="*/ 546 h 804"/>
              <a:gd name="T30" fmla="*/ 534 w 1415"/>
              <a:gd name="T31" fmla="*/ 372 h 804"/>
              <a:gd name="T32" fmla="*/ 707 w 1415"/>
              <a:gd name="T33" fmla="*/ 199 h 804"/>
              <a:gd name="T34" fmla="*/ 493 w 1415"/>
              <a:gd name="T35" fmla="*/ 222 h 804"/>
              <a:gd name="T36" fmla="*/ 445 w 1415"/>
              <a:gd name="T37" fmla="*/ 372 h 804"/>
              <a:gd name="T38" fmla="*/ 707 w 1415"/>
              <a:gd name="T39" fmla="*/ 633 h 804"/>
              <a:gd name="T40" fmla="*/ 968 w 1415"/>
              <a:gd name="T41" fmla="*/ 372 h 804"/>
              <a:gd name="T42" fmla="*/ 922 w 1415"/>
              <a:gd name="T43" fmla="*/ 222 h 804"/>
              <a:gd name="T44" fmla="*/ 1161 w 1415"/>
              <a:gd name="T45" fmla="*/ 378 h 804"/>
              <a:gd name="T46" fmla="*/ 707 w 1415"/>
              <a:gd name="T47" fmla="*/ 735 h 804"/>
              <a:gd name="T48" fmla="*/ 254 w 1415"/>
              <a:gd name="T49" fmla="*/ 378 h 804"/>
              <a:gd name="T50" fmla="*/ 493 w 1415"/>
              <a:gd name="T51" fmla="*/ 222 h 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415" h="804">
                <a:moveTo>
                  <a:pt x="707" y="0"/>
                </a:moveTo>
                <a:cubicBezTo>
                  <a:pt x="434" y="0"/>
                  <a:pt x="181" y="136"/>
                  <a:pt x="28" y="361"/>
                </a:cubicBezTo>
                <a:cubicBezTo>
                  <a:pt x="0" y="404"/>
                  <a:pt x="10" y="462"/>
                  <a:pt x="52" y="490"/>
                </a:cubicBezTo>
                <a:cubicBezTo>
                  <a:pt x="68" y="501"/>
                  <a:pt x="87" y="506"/>
                  <a:pt x="105" y="506"/>
                </a:cubicBezTo>
                <a:cubicBezTo>
                  <a:pt x="134" y="506"/>
                  <a:pt x="163" y="491"/>
                  <a:pt x="181" y="465"/>
                </a:cubicBezTo>
                <a:cubicBezTo>
                  <a:pt x="187" y="456"/>
                  <a:pt x="193" y="448"/>
                  <a:pt x="200" y="440"/>
                </a:cubicBezTo>
                <a:cubicBezTo>
                  <a:pt x="272" y="651"/>
                  <a:pt x="471" y="804"/>
                  <a:pt x="707" y="804"/>
                </a:cubicBezTo>
                <a:cubicBezTo>
                  <a:pt x="943" y="804"/>
                  <a:pt x="1143" y="651"/>
                  <a:pt x="1215" y="440"/>
                </a:cubicBezTo>
                <a:cubicBezTo>
                  <a:pt x="1222" y="448"/>
                  <a:pt x="1228" y="456"/>
                  <a:pt x="1234" y="465"/>
                </a:cubicBezTo>
                <a:cubicBezTo>
                  <a:pt x="1263" y="507"/>
                  <a:pt x="1319" y="519"/>
                  <a:pt x="1361" y="490"/>
                </a:cubicBezTo>
                <a:cubicBezTo>
                  <a:pt x="1404" y="462"/>
                  <a:pt x="1415" y="404"/>
                  <a:pt x="1387" y="361"/>
                </a:cubicBezTo>
                <a:cubicBezTo>
                  <a:pt x="1234" y="135"/>
                  <a:pt x="979" y="0"/>
                  <a:pt x="707" y="0"/>
                </a:cubicBezTo>
                <a:close/>
                <a:moveTo>
                  <a:pt x="707" y="199"/>
                </a:moveTo>
                <a:cubicBezTo>
                  <a:pt x="803" y="199"/>
                  <a:pt x="881" y="275"/>
                  <a:pt x="881" y="372"/>
                </a:cubicBezTo>
                <a:cubicBezTo>
                  <a:pt x="881" y="468"/>
                  <a:pt x="803" y="546"/>
                  <a:pt x="707" y="546"/>
                </a:cubicBezTo>
                <a:cubicBezTo>
                  <a:pt x="611" y="546"/>
                  <a:pt x="534" y="468"/>
                  <a:pt x="534" y="372"/>
                </a:cubicBezTo>
                <a:cubicBezTo>
                  <a:pt x="534" y="276"/>
                  <a:pt x="611" y="199"/>
                  <a:pt x="707" y="199"/>
                </a:cubicBezTo>
                <a:close/>
                <a:moveTo>
                  <a:pt x="493" y="222"/>
                </a:moveTo>
                <a:cubicBezTo>
                  <a:pt x="463" y="265"/>
                  <a:pt x="445" y="316"/>
                  <a:pt x="445" y="372"/>
                </a:cubicBezTo>
                <a:cubicBezTo>
                  <a:pt x="445" y="516"/>
                  <a:pt x="562" y="633"/>
                  <a:pt x="707" y="633"/>
                </a:cubicBezTo>
                <a:cubicBezTo>
                  <a:pt x="851" y="633"/>
                  <a:pt x="968" y="516"/>
                  <a:pt x="968" y="372"/>
                </a:cubicBezTo>
                <a:cubicBezTo>
                  <a:pt x="968" y="316"/>
                  <a:pt x="951" y="265"/>
                  <a:pt x="922" y="222"/>
                </a:cubicBezTo>
                <a:cubicBezTo>
                  <a:pt x="1012" y="255"/>
                  <a:pt x="1093" y="309"/>
                  <a:pt x="1161" y="378"/>
                </a:cubicBezTo>
                <a:cubicBezTo>
                  <a:pt x="1111" y="583"/>
                  <a:pt x="926" y="735"/>
                  <a:pt x="707" y="735"/>
                </a:cubicBezTo>
                <a:cubicBezTo>
                  <a:pt x="487" y="735"/>
                  <a:pt x="304" y="583"/>
                  <a:pt x="254" y="378"/>
                </a:cubicBezTo>
                <a:cubicBezTo>
                  <a:pt x="322" y="309"/>
                  <a:pt x="403" y="255"/>
                  <a:pt x="493" y="222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3" name="사각형: 둥근 모서리 102">
            <a:extLst>
              <a:ext uri="{FF2B5EF4-FFF2-40B4-BE49-F238E27FC236}">
                <a16:creationId xmlns:a16="http://schemas.microsoft.com/office/drawing/2014/main" id="{F67D1FE1-A152-7545-F1FA-92E4794F6CDF}"/>
              </a:ext>
            </a:extLst>
          </p:cNvPr>
          <p:cNvSpPr/>
          <p:nvPr/>
        </p:nvSpPr>
        <p:spPr>
          <a:xfrm>
            <a:off x="3523354" y="4085055"/>
            <a:ext cx="3191585" cy="1293046"/>
          </a:xfrm>
          <a:prstGeom prst="roundRect">
            <a:avLst>
              <a:gd name="adj" fmla="val 3091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78FEAC3-7237-5679-AAE7-1FF5F087304B}"/>
              </a:ext>
            </a:extLst>
          </p:cNvPr>
          <p:cNvSpPr txBox="1"/>
          <p:nvPr/>
        </p:nvSpPr>
        <p:spPr>
          <a:xfrm>
            <a:off x="3593640" y="4164579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비밀번호 </a:t>
            </a:r>
            <a:r>
              <a:rPr lang="en-US" altLang="ko-KR" sz="800" b="1" dirty="0">
                <a:solidFill>
                  <a:srgbClr val="FF0000"/>
                </a:solidFill>
              </a:rPr>
              <a:t>*</a:t>
            </a:r>
            <a:endParaRPr lang="ko-KR" altLang="en-US" sz="800" b="1" dirty="0"/>
          </a:p>
        </p:txBody>
      </p:sp>
      <p:sp>
        <p:nvSpPr>
          <p:cNvPr id="105" name="사각형: 둥근 모서리 104">
            <a:extLst>
              <a:ext uri="{FF2B5EF4-FFF2-40B4-BE49-F238E27FC236}">
                <a16:creationId xmlns:a16="http://schemas.microsoft.com/office/drawing/2014/main" id="{9D62E0ED-8A6D-C9E6-63EE-0272A13CDF81}"/>
              </a:ext>
            </a:extLst>
          </p:cNvPr>
          <p:cNvSpPr/>
          <p:nvPr/>
        </p:nvSpPr>
        <p:spPr>
          <a:xfrm>
            <a:off x="204861" y="4069555"/>
            <a:ext cx="3191585" cy="1307089"/>
          </a:xfrm>
          <a:prstGeom prst="roundRect">
            <a:avLst>
              <a:gd name="adj" fmla="val 3091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87F1B06F-90E9-5534-F55B-2A93DA49871A}"/>
              </a:ext>
            </a:extLst>
          </p:cNvPr>
          <p:cNvSpPr txBox="1"/>
          <p:nvPr/>
        </p:nvSpPr>
        <p:spPr>
          <a:xfrm>
            <a:off x="275147" y="4149080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비밀번호 </a:t>
            </a:r>
            <a:r>
              <a:rPr lang="en-US" altLang="ko-KR" sz="800" b="1" dirty="0">
                <a:solidFill>
                  <a:srgbClr val="FF0000"/>
                </a:solidFill>
              </a:rPr>
              <a:t>*</a:t>
            </a:r>
            <a:endParaRPr lang="ko-KR" altLang="en-US" sz="800" b="1" dirty="0"/>
          </a:p>
        </p:txBody>
      </p:sp>
      <p:sp>
        <p:nvSpPr>
          <p:cNvPr id="107" name="타원 106">
            <a:extLst>
              <a:ext uri="{FF2B5EF4-FFF2-40B4-BE49-F238E27FC236}">
                <a16:creationId xmlns:a16="http://schemas.microsoft.com/office/drawing/2014/main" id="{3D2E78D6-E10D-3EF0-F330-195CCFB0A318}"/>
              </a:ext>
            </a:extLst>
          </p:cNvPr>
          <p:cNvSpPr/>
          <p:nvPr/>
        </p:nvSpPr>
        <p:spPr>
          <a:xfrm>
            <a:off x="100885" y="4005064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4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08" name="타원 107">
            <a:extLst>
              <a:ext uri="{FF2B5EF4-FFF2-40B4-BE49-F238E27FC236}">
                <a16:creationId xmlns:a16="http://schemas.microsoft.com/office/drawing/2014/main" id="{2CDDDC1A-B0F3-FE05-4A14-768B844F3BEB}"/>
              </a:ext>
            </a:extLst>
          </p:cNvPr>
          <p:cNvSpPr/>
          <p:nvPr/>
        </p:nvSpPr>
        <p:spPr>
          <a:xfrm>
            <a:off x="3462495" y="4021210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5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09" name="사각형: 둥근 모서리 108">
            <a:extLst>
              <a:ext uri="{FF2B5EF4-FFF2-40B4-BE49-F238E27FC236}">
                <a16:creationId xmlns:a16="http://schemas.microsoft.com/office/drawing/2014/main" id="{EB543C31-248D-0732-612A-810687E82B7F}"/>
              </a:ext>
            </a:extLst>
          </p:cNvPr>
          <p:cNvSpPr/>
          <p:nvPr/>
        </p:nvSpPr>
        <p:spPr>
          <a:xfrm>
            <a:off x="3626710" y="4407031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</a:rPr>
              <a:t>********</a:t>
            </a:r>
            <a:endParaRPr lang="ko-KR" altLang="en-US" sz="8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0" name="Eye">
            <a:extLst>
              <a:ext uri="{FF2B5EF4-FFF2-40B4-BE49-F238E27FC236}">
                <a16:creationId xmlns:a16="http://schemas.microsoft.com/office/drawing/2014/main" id="{BFAE4E98-FC21-AE43-EEAC-935C391D0921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385189" y="4498409"/>
            <a:ext cx="163513" cy="93663"/>
          </a:xfrm>
          <a:custGeom>
            <a:avLst/>
            <a:gdLst>
              <a:gd name="T0" fmla="*/ 707 w 1415"/>
              <a:gd name="T1" fmla="*/ 0 h 804"/>
              <a:gd name="T2" fmla="*/ 28 w 1415"/>
              <a:gd name="T3" fmla="*/ 361 h 804"/>
              <a:gd name="T4" fmla="*/ 52 w 1415"/>
              <a:gd name="T5" fmla="*/ 490 h 804"/>
              <a:gd name="T6" fmla="*/ 105 w 1415"/>
              <a:gd name="T7" fmla="*/ 506 h 804"/>
              <a:gd name="T8" fmla="*/ 181 w 1415"/>
              <a:gd name="T9" fmla="*/ 465 h 804"/>
              <a:gd name="T10" fmla="*/ 200 w 1415"/>
              <a:gd name="T11" fmla="*/ 440 h 804"/>
              <a:gd name="T12" fmla="*/ 707 w 1415"/>
              <a:gd name="T13" fmla="*/ 804 h 804"/>
              <a:gd name="T14" fmla="*/ 1215 w 1415"/>
              <a:gd name="T15" fmla="*/ 440 h 804"/>
              <a:gd name="T16" fmla="*/ 1234 w 1415"/>
              <a:gd name="T17" fmla="*/ 465 h 804"/>
              <a:gd name="T18" fmla="*/ 1361 w 1415"/>
              <a:gd name="T19" fmla="*/ 490 h 804"/>
              <a:gd name="T20" fmla="*/ 1387 w 1415"/>
              <a:gd name="T21" fmla="*/ 361 h 804"/>
              <a:gd name="T22" fmla="*/ 707 w 1415"/>
              <a:gd name="T23" fmla="*/ 0 h 804"/>
              <a:gd name="T24" fmla="*/ 707 w 1415"/>
              <a:gd name="T25" fmla="*/ 199 h 804"/>
              <a:gd name="T26" fmla="*/ 881 w 1415"/>
              <a:gd name="T27" fmla="*/ 372 h 804"/>
              <a:gd name="T28" fmla="*/ 707 w 1415"/>
              <a:gd name="T29" fmla="*/ 546 h 804"/>
              <a:gd name="T30" fmla="*/ 534 w 1415"/>
              <a:gd name="T31" fmla="*/ 372 h 804"/>
              <a:gd name="T32" fmla="*/ 707 w 1415"/>
              <a:gd name="T33" fmla="*/ 199 h 804"/>
              <a:gd name="T34" fmla="*/ 493 w 1415"/>
              <a:gd name="T35" fmla="*/ 222 h 804"/>
              <a:gd name="T36" fmla="*/ 445 w 1415"/>
              <a:gd name="T37" fmla="*/ 372 h 804"/>
              <a:gd name="T38" fmla="*/ 707 w 1415"/>
              <a:gd name="T39" fmla="*/ 633 h 804"/>
              <a:gd name="T40" fmla="*/ 968 w 1415"/>
              <a:gd name="T41" fmla="*/ 372 h 804"/>
              <a:gd name="T42" fmla="*/ 922 w 1415"/>
              <a:gd name="T43" fmla="*/ 222 h 804"/>
              <a:gd name="T44" fmla="*/ 1161 w 1415"/>
              <a:gd name="T45" fmla="*/ 378 h 804"/>
              <a:gd name="T46" fmla="*/ 707 w 1415"/>
              <a:gd name="T47" fmla="*/ 735 h 804"/>
              <a:gd name="T48" fmla="*/ 254 w 1415"/>
              <a:gd name="T49" fmla="*/ 378 h 804"/>
              <a:gd name="T50" fmla="*/ 493 w 1415"/>
              <a:gd name="T51" fmla="*/ 222 h 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415" h="804">
                <a:moveTo>
                  <a:pt x="707" y="0"/>
                </a:moveTo>
                <a:cubicBezTo>
                  <a:pt x="434" y="0"/>
                  <a:pt x="181" y="136"/>
                  <a:pt x="28" y="361"/>
                </a:cubicBezTo>
                <a:cubicBezTo>
                  <a:pt x="0" y="404"/>
                  <a:pt x="10" y="462"/>
                  <a:pt x="52" y="490"/>
                </a:cubicBezTo>
                <a:cubicBezTo>
                  <a:pt x="68" y="501"/>
                  <a:pt x="87" y="506"/>
                  <a:pt x="105" y="506"/>
                </a:cubicBezTo>
                <a:cubicBezTo>
                  <a:pt x="134" y="506"/>
                  <a:pt x="163" y="491"/>
                  <a:pt x="181" y="465"/>
                </a:cubicBezTo>
                <a:cubicBezTo>
                  <a:pt x="187" y="456"/>
                  <a:pt x="193" y="448"/>
                  <a:pt x="200" y="440"/>
                </a:cubicBezTo>
                <a:cubicBezTo>
                  <a:pt x="272" y="651"/>
                  <a:pt x="471" y="804"/>
                  <a:pt x="707" y="804"/>
                </a:cubicBezTo>
                <a:cubicBezTo>
                  <a:pt x="943" y="804"/>
                  <a:pt x="1143" y="651"/>
                  <a:pt x="1215" y="440"/>
                </a:cubicBezTo>
                <a:cubicBezTo>
                  <a:pt x="1222" y="448"/>
                  <a:pt x="1228" y="456"/>
                  <a:pt x="1234" y="465"/>
                </a:cubicBezTo>
                <a:cubicBezTo>
                  <a:pt x="1263" y="507"/>
                  <a:pt x="1319" y="519"/>
                  <a:pt x="1361" y="490"/>
                </a:cubicBezTo>
                <a:cubicBezTo>
                  <a:pt x="1404" y="462"/>
                  <a:pt x="1415" y="404"/>
                  <a:pt x="1387" y="361"/>
                </a:cubicBezTo>
                <a:cubicBezTo>
                  <a:pt x="1234" y="135"/>
                  <a:pt x="979" y="0"/>
                  <a:pt x="707" y="0"/>
                </a:cubicBezTo>
                <a:close/>
                <a:moveTo>
                  <a:pt x="707" y="199"/>
                </a:moveTo>
                <a:cubicBezTo>
                  <a:pt x="803" y="199"/>
                  <a:pt x="881" y="275"/>
                  <a:pt x="881" y="372"/>
                </a:cubicBezTo>
                <a:cubicBezTo>
                  <a:pt x="881" y="468"/>
                  <a:pt x="803" y="546"/>
                  <a:pt x="707" y="546"/>
                </a:cubicBezTo>
                <a:cubicBezTo>
                  <a:pt x="611" y="546"/>
                  <a:pt x="534" y="468"/>
                  <a:pt x="534" y="372"/>
                </a:cubicBezTo>
                <a:cubicBezTo>
                  <a:pt x="534" y="276"/>
                  <a:pt x="611" y="199"/>
                  <a:pt x="707" y="199"/>
                </a:cubicBezTo>
                <a:close/>
                <a:moveTo>
                  <a:pt x="493" y="222"/>
                </a:moveTo>
                <a:cubicBezTo>
                  <a:pt x="463" y="265"/>
                  <a:pt x="445" y="316"/>
                  <a:pt x="445" y="372"/>
                </a:cubicBezTo>
                <a:cubicBezTo>
                  <a:pt x="445" y="516"/>
                  <a:pt x="562" y="633"/>
                  <a:pt x="707" y="633"/>
                </a:cubicBezTo>
                <a:cubicBezTo>
                  <a:pt x="851" y="633"/>
                  <a:pt x="968" y="516"/>
                  <a:pt x="968" y="372"/>
                </a:cubicBezTo>
                <a:cubicBezTo>
                  <a:pt x="968" y="316"/>
                  <a:pt x="951" y="265"/>
                  <a:pt x="922" y="222"/>
                </a:cubicBezTo>
                <a:cubicBezTo>
                  <a:pt x="1012" y="255"/>
                  <a:pt x="1093" y="309"/>
                  <a:pt x="1161" y="378"/>
                </a:cubicBezTo>
                <a:cubicBezTo>
                  <a:pt x="1111" y="583"/>
                  <a:pt x="926" y="735"/>
                  <a:pt x="707" y="735"/>
                </a:cubicBezTo>
                <a:cubicBezTo>
                  <a:pt x="487" y="735"/>
                  <a:pt x="304" y="583"/>
                  <a:pt x="254" y="378"/>
                </a:cubicBezTo>
                <a:cubicBezTo>
                  <a:pt x="322" y="309"/>
                  <a:pt x="403" y="255"/>
                  <a:pt x="493" y="222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2" name="사각형: 둥근 모서리 111">
            <a:extLst>
              <a:ext uri="{FF2B5EF4-FFF2-40B4-BE49-F238E27FC236}">
                <a16:creationId xmlns:a16="http://schemas.microsoft.com/office/drawing/2014/main" id="{E2051758-A1D5-64A1-466A-B810209AD3C6}"/>
              </a:ext>
            </a:extLst>
          </p:cNvPr>
          <p:cNvSpPr/>
          <p:nvPr/>
        </p:nvSpPr>
        <p:spPr>
          <a:xfrm>
            <a:off x="329651" y="4395395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</a:rPr>
              <a:t>********</a:t>
            </a:r>
            <a:endParaRPr lang="ko-KR" altLang="en-US" sz="8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3" name="Eye">
            <a:extLst>
              <a:ext uri="{FF2B5EF4-FFF2-40B4-BE49-F238E27FC236}">
                <a16:creationId xmlns:a16="http://schemas.microsoft.com/office/drawing/2014/main" id="{7E1EB6E5-45D3-2BA0-8AA1-A2728C632207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088130" y="4486773"/>
            <a:ext cx="163513" cy="93663"/>
          </a:xfrm>
          <a:custGeom>
            <a:avLst/>
            <a:gdLst>
              <a:gd name="T0" fmla="*/ 707 w 1415"/>
              <a:gd name="T1" fmla="*/ 0 h 804"/>
              <a:gd name="T2" fmla="*/ 28 w 1415"/>
              <a:gd name="T3" fmla="*/ 361 h 804"/>
              <a:gd name="T4" fmla="*/ 52 w 1415"/>
              <a:gd name="T5" fmla="*/ 490 h 804"/>
              <a:gd name="T6" fmla="*/ 105 w 1415"/>
              <a:gd name="T7" fmla="*/ 506 h 804"/>
              <a:gd name="T8" fmla="*/ 181 w 1415"/>
              <a:gd name="T9" fmla="*/ 465 h 804"/>
              <a:gd name="T10" fmla="*/ 200 w 1415"/>
              <a:gd name="T11" fmla="*/ 440 h 804"/>
              <a:gd name="T12" fmla="*/ 707 w 1415"/>
              <a:gd name="T13" fmla="*/ 804 h 804"/>
              <a:gd name="T14" fmla="*/ 1215 w 1415"/>
              <a:gd name="T15" fmla="*/ 440 h 804"/>
              <a:gd name="T16" fmla="*/ 1234 w 1415"/>
              <a:gd name="T17" fmla="*/ 465 h 804"/>
              <a:gd name="T18" fmla="*/ 1361 w 1415"/>
              <a:gd name="T19" fmla="*/ 490 h 804"/>
              <a:gd name="T20" fmla="*/ 1387 w 1415"/>
              <a:gd name="T21" fmla="*/ 361 h 804"/>
              <a:gd name="T22" fmla="*/ 707 w 1415"/>
              <a:gd name="T23" fmla="*/ 0 h 804"/>
              <a:gd name="T24" fmla="*/ 707 w 1415"/>
              <a:gd name="T25" fmla="*/ 199 h 804"/>
              <a:gd name="T26" fmla="*/ 881 w 1415"/>
              <a:gd name="T27" fmla="*/ 372 h 804"/>
              <a:gd name="T28" fmla="*/ 707 w 1415"/>
              <a:gd name="T29" fmla="*/ 546 h 804"/>
              <a:gd name="T30" fmla="*/ 534 w 1415"/>
              <a:gd name="T31" fmla="*/ 372 h 804"/>
              <a:gd name="T32" fmla="*/ 707 w 1415"/>
              <a:gd name="T33" fmla="*/ 199 h 804"/>
              <a:gd name="T34" fmla="*/ 493 w 1415"/>
              <a:gd name="T35" fmla="*/ 222 h 804"/>
              <a:gd name="T36" fmla="*/ 445 w 1415"/>
              <a:gd name="T37" fmla="*/ 372 h 804"/>
              <a:gd name="T38" fmla="*/ 707 w 1415"/>
              <a:gd name="T39" fmla="*/ 633 h 804"/>
              <a:gd name="T40" fmla="*/ 968 w 1415"/>
              <a:gd name="T41" fmla="*/ 372 h 804"/>
              <a:gd name="T42" fmla="*/ 922 w 1415"/>
              <a:gd name="T43" fmla="*/ 222 h 804"/>
              <a:gd name="T44" fmla="*/ 1161 w 1415"/>
              <a:gd name="T45" fmla="*/ 378 h 804"/>
              <a:gd name="T46" fmla="*/ 707 w 1415"/>
              <a:gd name="T47" fmla="*/ 735 h 804"/>
              <a:gd name="T48" fmla="*/ 254 w 1415"/>
              <a:gd name="T49" fmla="*/ 378 h 804"/>
              <a:gd name="T50" fmla="*/ 493 w 1415"/>
              <a:gd name="T51" fmla="*/ 222 h 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415" h="804">
                <a:moveTo>
                  <a:pt x="707" y="0"/>
                </a:moveTo>
                <a:cubicBezTo>
                  <a:pt x="434" y="0"/>
                  <a:pt x="181" y="136"/>
                  <a:pt x="28" y="361"/>
                </a:cubicBezTo>
                <a:cubicBezTo>
                  <a:pt x="0" y="404"/>
                  <a:pt x="10" y="462"/>
                  <a:pt x="52" y="490"/>
                </a:cubicBezTo>
                <a:cubicBezTo>
                  <a:pt x="68" y="501"/>
                  <a:pt x="87" y="506"/>
                  <a:pt x="105" y="506"/>
                </a:cubicBezTo>
                <a:cubicBezTo>
                  <a:pt x="134" y="506"/>
                  <a:pt x="163" y="491"/>
                  <a:pt x="181" y="465"/>
                </a:cubicBezTo>
                <a:cubicBezTo>
                  <a:pt x="187" y="456"/>
                  <a:pt x="193" y="448"/>
                  <a:pt x="200" y="440"/>
                </a:cubicBezTo>
                <a:cubicBezTo>
                  <a:pt x="272" y="651"/>
                  <a:pt x="471" y="804"/>
                  <a:pt x="707" y="804"/>
                </a:cubicBezTo>
                <a:cubicBezTo>
                  <a:pt x="943" y="804"/>
                  <a:pt x="1143" y="651"/>
                  <a:pt x="1215" y="440"/>
                </a:cubicBezTo>
                <a:cubicBezTo>
                  <a:pt x="1222" y="448"/>
                  <a:pt x="1228" y="456"/>
                  <a:pt x="1234" y="465"/>
                </a:cubicBezTo>
                <a:cubicBezTo>
                  <a:pt x="1263" y="507"/>
                  <a:pt x="1319" y="519"/>
                  <a:pt x="1361" y="490"/>
                </a:cubicBezTo>
                <a:cubicBezTo>
                  <a:pt x="1404" y="462"/>
                  <a:pt x="1415" y="404"/>
                  <a:pt x="1387" y="361"/>
                </a:cubicBezTo>
                <a:cubicBezTo>
                  <a:pt x="1234" y="135"/>
                  <a:pt x="979" y="0"/>
                  <a:pt x="707" y="0"/>
                </a:cubicBezTo>
                <a:close/>
                <a:moveTo>
                  <a:pt x="707" y="199"/>
                </a:moveTo>
                <a:cubicBezTo>
                  <a:pt x="803" y="199"/>
                  <a:pt x="881" y="275"/>
                  <a:pt x="881" y="372"/>
                </a:cubicBezTo>
                <a:cubicBezTo>
                  <a:pt x="881" y="468"/>
                  <a:pt x="803" y="546"/>
                  <a:pt x="707" y="546"/>
                </a:cubicBezTo>
                <a:cubicBezTo>
                  <a:pt x="611" y="546"/>
                  <a:pt x="534" y="468"/>
                  <a:pt x="534" y="372"/>
                </a:cubicBezTo>
                <a:cubicBezTo>
                  <a:pt x="534" y="276"/>
                  <a:pt x="611" y="199"/>
                  <a:pt x="707" y="199"/>
                </a:cubicBezTo>
                <a:close/>
                <a:moveTo>
                  <a:pt x="493" y="222"/>
                </a:moveTo>
                <a:cubicBezTo>
                  <a:pt x="463" y="265"/>
                  <a:pt x="445" y="316"/>
                  <a:pt x="445" y="372"/>
                </a:cubicBezTo>
                <a:cubicBezTo>
                  <a:pt x="445" y="516"/>
                  <a:pt x="562" y="633"/>
                  <a:pt x="707" y="633"/>
                </a:cubicBezTo>
                <a:cubicBezTo>
                  <a:pt x="851" y="633"/>
                  <a:pt x="968" y="516"/>
                  <a:pt x="968" y="372"/>
                </a:cubicBezTo>
                <a:cubicBezTo>
                  <a:pt x="968" y="316"/>
                  <a:pt x="951" y="265"/>
                  <a:pt x="922" y="222"/>
                </a:cubicBezTo>
                <a:cubicBezTo>
                  <a:pt x="1012" y="255"/>
                  <a:pt x="1093" y="309"/>
                  <a:pt x="1161" y="378"/>
                </a:cubicBezTo>
                <a:cubicBezTo>
                  <a:pt x="1111" y="583"/>
                  <a:pt x="926" y="735"/>
                  <a:pt x="707" y="735"/>
                </a:cubicBezTo>
                <a:cubicBezTo>
                  <a:pt x="487" y="735"/>
                  <a:pt x="304" y="583"/>
                  <a:pt x="254" y="378"/>
                </a:cubicBezTo>
                <a:cubicBezTo>
                  <a:pt x="322" y="309"/>
                  <a:pt x="403" y="255"/>
                  <a:pt x="493" y="222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0" name="사각형: 둥근 모서리 119">
            <a:extLst>
              <a:ext uri="{FF2B5EF4-FFF2-40B4-BE49-F238E27FC236}">
                <a16:creationId xmlns:a16="http://schemas.microsoft.com/office/drawing/2014/main" id="{E431A300-E3D8-1787-E250-25678971E0EC}"/>
              </a:ext>
            </a:extLst>
          </p:cNvPr>
          <p:cNvSpPr/>
          <p:nvPr/>
        </p:nvSpPr>
        <p:spPr>
          <a:xfrm>
            <a:off x="329651" y="4758228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비밀번호를 한 번 더 입력해 주세요</a:t>
            </a:r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endParaRPr lang="ko-KR" altLang="en-US" sz="8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3" name="Eye">
            <a:extLst>
              <a:ext uri="{FF2B5EF4-FFF2-40B4-BE49-F238E27FC236}">
                <a16:creationId xmlns:a16="http://schemas.microsoft.com/office/drawing/2014/main" id="{02450A8E-AD92-7268-372C-C90774666633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088131" y="4865410"/>
            <a:ext cx="163513" cy="93663"/>
          </a:xfrm>
          <a:custGeom>
            <a:avLst/>
            <a:gdLst>
              <a:gd name="T0" fmla="*/ 707 w 1415"/>
              <a:gd name="T1" fmla="*/ 0 h 804"/>
              <a:gd name="T2" fmla="*/ 28 w 1415"/>
              <a:gd name="T3" fmla="*/ 361 h 804"/>
              <a:gd name="T4" fmla="*/ 52 w 1415"/>
              <a:gd name="T5" fmla="*/ 490 h 804"/>
              <a:gd name="T6" fmla="*/ 105 w 1415"/>
              <a:gd name="T7" fmla="*/ 506 h 804"/>
              <a:gd name="T8" fmla="*/ 181 w 1415"/>
              <a:gd name="T9" fmla="*/ 465 h 804"/>
              <a:gd name="T10" fmla="*/ 200 w 1415"/>
              <a:gd name="T11" fmla="*/ 440 h 804"/>
              <a:gd name="T12" fmla="*/ 707 w 1415"/>
              <a:gd name="T13" fmla="*/ 804 h 804"/>
              <a:gd name="T14" fmla="*/ 1215 w 1415"/>
              <a:gd name="T15" fmla="*/ 440 h 804"/>
              <a:gd name="T16" fmla="*/ 1234 w 1415"/>
              <a:gd name="T17" fmla="*/ 465 h 804"/>
              <a:gd name="T18" fmla="*/ 1361 w 1415"/>
              <a:gd name="T19" fmla="*/ 490 h 804"/>
              <a:gd name="T20" fmla="*/ 1387 w 1415"/>
              <a:gd name="T21" fmla="*/ 361 h 804"/>
              <a:gd name="T22" fmla="*/ 707 w 1415"/>
              <a:gd name="T23" fmla="*/ 0 h 804"/>
              <a:gd name="T24" fmla="*/ 707 w 1415"/>
              <a:gd name="T25" fmla="*/ 199 h 804"/>
              <a:gd name="T26" fmla="*/ 881 w 1415"/>
              <a:gd name="T27" fmla="*/ 372 h 804"/>
              <a:gd name="T28" fmla="*/ 707 w 1415"/>
              <a:gd name="T29" fmla="*/ 546 h 804"/>
              <a:gd name="T30" fmla="*/ 534 w 1415"/>
              <a:gd name="T31" fmla="*/ 372 h 804"/>
              <a:gd name="T32" fmla="*/ 707 w 1415"/>
              <a:gd name="T33" fmla="*/ 199 h 804"/>
              <a:gd name="T34" fmla="*/ 493 w 1415"/>
              <a:gd name="T35" fmla="*/ 222 h 804"/>
              <a:gd name="T36" fmla="*/ 445 w 1415"/>
              <a:gd name="T37" fmla="*/ 372 h 804"/>
              <a:gd name="T38" fmla="*/ 707 w 1415"/>
              <a:gd name="T39" fmla="*/ 633 h 804"/>
              <a:gd name="T40" fmla="*/ 968 w 1415"/>
              <a:gd name="T41" fmla="*/ 372 h 804"/>
              <a:gd name="T42" fmla="*/ 922 w 1415"/>
              <a:gd name="T43" fmla="*/ 222 h 804"/>
              <a:gd name="T44" fmla="*/ 1161 w 1415"/>
              <a:gd name="T45" fmla="*/ 378 h 804"/>
              <a:gd name="T46" fmla="*/ 707 w 1415"/>
              <a:gd name="T47" fmla="*/ 735 h 804"/>
              <a:gd name="T48" fmla="*/ 254 w 1415"/>
              <a:gd name="T49" fmla="*/ 378 h 804"/>
              <a:gd name="T50" fmla="*/ 493 w 1415"/>
              <a:gd name="T51" fmla="*/ 222 h 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415" h="804">
                <a:moveTo>
                  <a:pt x="707" y="0"/>
                </a:moveTo>
                <a:cubicBezTo>
                  <a:pt x="434" y="0"/>
                  <a:pt x="181" y="136"/>
                  <a:pt x="28" y="361"/>
                </a:cubicBezTo>
                <a:cubicBezTo>
                  <a:pt x="0" y="404"/>
                  <a:pt x="10" y="462"/>
                  <a:pt x="52" y="490"/>
                </a:cubicBezTo>
                <a:cubicBezTo>
                  <a:pt x="68" y="501"/>
                  <a:pt x="87" y="506"/>
                  <a:pt x="105" y="506"/>
                </a:cubicBezTo>
                <a:cubicBezTo>
                  <a:pt x="134" y="506"/>
                  <a:pt x="163" y="491"/>
                  <a:pt x="181" y="465"/>
                </a:cubicBezTo>
                <a:cubicBezTo>
                  <a:pt x="187" y="456"/>
                  <a:pt x="193" y="448"/>
                  <a:pt x="200" y="440"/>
                </a:cubicBezTo>
                <a:cubicBezTo>
                  <a:pt x="272" y="651"/>
                  <a:pt x="471" y="804"/>
                  <a:pt x="707" y="804"/>
                </a:cubicBezTo>
                <a:cubicBezTo>
                  <a:pt x="943" y="804"/>
                  <a:pt x="1143" y="651"/>
                  <a:pt x="1215" y="440"/>
                </a:cubicBezTo>
                <a:cubicBezTo>
                  <a:pt x="1222" y="448"/>
                  <a:pt x="1228" y="456"/>
                  <a:pt x="1234" y="465"/>
                </a:cubicBezTo>
                <a:cubicBezTo>
                  <a:pt x="1263" y="507"/>
                  <a:pt x="1319" y="519"/>
                  <a:pt x="1361" y="490"/>
                </a:cubicBezTo>
                <a:cubicBezTo>
                  <a:pt x="1404" y="462"/>
                  <a:pt x="1415" y="404"/>
                  <a:pt x="1387" y="361"/>
                </a:cubicBezTo>
                <a:cubicBezTo>
                  <a:pt x="1234" y="135"/>
                  <a:pt x="979" y="0"/>
                  <a:pt x="707" y="0"/>
                </a:cubicBezTo>
                <a:close/>
                <a:moveTo>
                  <a:pt x="707" y="199"/>
                </a:moveTo>
                <a:cubicBezTo>
                  <a:pt x="803" y="199"/>
                  <a:pt x="881" y="275"/>
                  <a:pt x="881" y="372"/>
                </a:cubicBezTo>
                <a:cubicBezTo>
                  <a:pt x="881" y="468"/>
                  <a:pt x="803" y="546"/>
                  <a:pt x="707" y="546"/>
                </a:cubicBezTo>
                <a:cubicBezTo>
                  <a:pt x="611" y="546"/>
                  <a:pt x="534" y="468"/>
                  <a:pt x="534" y="372"/>
                </a:cubicBezTo>
                <a:cubicBezTo>
                  <a:pt x="534" y="276"/>
                  <a:pt x="611" y="199"/>
                  <a:pt x="707" y="199"/>
                </a:cubicBezTo>
                <a:close/>
                <a:moveTo>
                  <a:pt x="493" y="222"/>
                </a:moveTo>
                <a:cubicBezTo>
                  <a:pt x="463" y="265"/>
                  <a:pt x="445" y="316"/>
                  <a:pt x="445" y="372"/>
                </a:cubicBezTo>
                <a:cubicBezTo>
                  <a:pt x="445" y="516"/>
                  <a:pt x="562" y="633"/>
                  <a:pt x="707" y="633"/>
                </a:cubicBezTo>
                <a:cubicBezTo>
                  <a:pt x="851" y="633"/>
                  <a:pt x="968" y="516"/>
                  <a:pt x="968" y="372"/>
                </a:cubicBezTo>
                <a:cubicBezTo>
                  <a:pt x="968" y="316"/>
                  <a:pt x="951" y="265"/>
                  <a:pt x="922" y="222"/>
                </a:cubicBezTo>
                <a:cubicBezTo>
                  <a:pt x="1012" y="255"/>
                  <a:pt x="1093" y="309"/>
                  <a:pt x="1161" y="378"/>
                </a:cubicBezTo>
                <a:cubicBezTo>
                  <a:pt x="1111" y="583"/>
                  <a:pt x="926" y="735"/>
                  <a:pt x="707" y="735"/>
                </a:cubicBezTo>
                <a:cubicBezTo>
                  <a:pt x="487" y="735"/>
                  <a:pt x="304" y="583"/>
                  <a:pt x="254" y="378"/>
                </a:cubicBezTo>
                <a:cubicBezTo>
                  <a:pt x="322" y="309"/>
                  <a:pt x="403" y="255"/>
                  <a:pt x="493" y="222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1" name="사각형: 둥근 모서리 130">
            <a:extLst>
              <a:ext uri="{FF2B5EF4-FFF2-40B4-BE49-F238E27FC236}">
                <a16:creationId xmlns:a16="http://schemas.microsoft.com/office/drawing/2014/main" id="{9C805962-0253-C5CB-9A59-A90194C9FB58}"/>
              </a:ext>
            </a:extLst>
          </p:cNvPr>
          <p:cNvSpPr/>
          <p:nvPr/>
        </p:nvSpPr>
        <p:spPr>
          <a:xfrm>
            <a:off x="3614695" y="4766145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*****</a:t>
            </a:r>
            <a:endParaRPr lang="ko-KR" altLang="en-US" sz="8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2" name="Eye">
            <a:extLst>
              <a:ext uri="{FF2B5EF4-FFF2-40B4-BE49-F238E27FC236}">
                <a16:creationId xmlns:a16="http://schemas.microsoft.com/office/drawing/2014/main" id="{75B705D0-4C97-2E6E-F0A2-FFA1A2D6B6DA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373175" y="4873327"/>
            <a:ext cx="163513" cy="93663"/>
          </a:xfrm>
          <a:custGeom>
            <a:avLst/>
            <a:gdLst>
              <a:gd name="T0" fmla="*/ 707 w 1415"/>
              <a:gd name="T1" fmla="*/ 0 h 804"/>
              <a:gd name="T2" fmla="*/ 28 w 1415"/>
              <a:gd name="T3" fmla="*/ 361 h 804"/>
              <a:gd name="T4" fmla="*/ 52 w 1415"/>
              <a:gd name="T5" fmla="*/ 490 h 804"/>
              <a:gd name="T6" fmla="*/ 105 w 1415"/>
              <a:gd name="T7" fmla="*/ 506 h 804"/>
              <a:gd name="T8" fmla="*/ 181 w 1415"/>
              <a:gd name="T9" fmla="*/ 465 h 804"/>
              <a:gd name="T10" fmla="*/ 200 w 1415"/>
              <a:gd name="T11" fmla="*/ 440 h 804"/>
              <a:gd name="T12" fmla="*/ 707 w 1415"/>
              <a:gd name="T13" fmla="*/ 804 h 804"/>
              <a:gd name="T14" fmla="*/ 1215 w 1415"/>
              <a:gd name="T15" fmla="*/ 440 h 804"/>
              <a:gd name="T16" fmla="*/ 1234 w 1415"/>
              <a:gd name="T17" fmla="*/ 465 h 804"/>
              <a:gd name="T18" fmla="*/ 1361 w 1415"/>
              <a:gd name="T19" fmla="*/ 490 h 804"/>
              <a:gd name="T20" fmla="*/ 1387 w 1415"/>
              <a:gd name="T21" fmla="*/ 361 h 804"/>
              <a:gd name="T22" fmla="*/ 707 w 1415"/>
              <a:gd name="T23" fmla="*/ 0 h 804"/>
              <a:gd name="T24" fmla="*/ 707 w 1415"/>
              <a:gd name="T25" fmla="*/ 199 h 804"/>
              <a:gd name="T26" fmla="*/ 881 w 1415"/>
              <a:gd name="T27" fmla="*/ 372 h 804"/>
              <a:gd name="T28" fmla="*/ 707 w 1415"/>
              <a:gd name="T29" fmla="*/ 546 h 804"/>
              <a:gd name="T30" fmla="*/ 534 w 1415"/>
              <a:gd name="T31" fmla="*/ 372 h 804"/>
              <a:gd name="T32" fmla="*/ 707 w 1415"/>
              <a:gd name="T33" fmla="*/ 199 h 804"/>
              <a:gd name="T34" fmla="*/ 493 w 1415"/>
              <a:gd name="T35" fmla="*/ 222 h 804"/>
              <a:gd name="T36" fmla="*/ 445 w 1415"/>
              <a:gd name="T37" fmla="*/ 372 h 804"/>
              <a:gd name="T38" fmla="*/ 707 w 1415"/>
              <a:gd name="T39" fmla="*/ 633 h 804"/>
              <a:gd name="T40" fmla="*/ 968 w 1415"/>
              <a:gd name="T41" fmla="*/ 372 h 804"/>
              <a:gd name="T42" fmla="*/ 922 w 1415"/>
              <a:gd name="T43" fmla="*/ 222 h 804"/>
              <a:gd name="T44" fmla="*/ 1161 w 1415"/>
              <a:gd name="T45" fmla="*/ 378 h 804"/>
              <a:gd name="T46" fmla="*/ 707 w 1415"/>
              <a:gd name="T47" fmla="*/ 735 h 804"/>
              <a:gd name="T48" fmla="*/ 254 w 1415"/>
              <a:gd name="T49" fmla="*/ 378 h 804"/>
              <a:gd name="T50" fmla="*/ 493 w 1415"/>
              <a:gd name="T51" fmla="*/ 222 h 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415" h="804">
                <a:moveTo>
                  <a:pt x="707" y="0"/>
                </a:moveTo>
                <a:cubicBezTo>
                  <a:pt x="434" y="0"/>
                  <a:pt x="181" y="136"/>
                  <a:pt x="28" y="361"/>
                </a:cubicBezTo>
                <a:cubicBezTo>
                  <a:pt x="0" y="404"/>
                  <a:pt x="10" y="462"/>
                  <a:pt x="52" y="490"/>
                </a:cubicBezTo>
                <a:cubicBezTo>
                  <a:pt x="68" y="501"/>
                  <a:pt x="87" y="506"/>
                  <a:pt x="105" y="506"/>
                </a:cubicBezTo>
                <a:cubicBezTo>
                  <a:pt x="134" y="506"/>
                  <a:pt x="163" y="491"/>
                  <a:pt x="181" y="465"/>
                </a:cubicBezTo>
                <a:cubicBezTo>
                  <a:pt x="187" y="456"/>
                  <a:pt x="193" y="448"/>
                  <a:pt x="200" y="440"/>
                </a:cubicBezTo>
                <a:cubicBezTo>
                  <a:pt x="272" y="651"/>
                  <a:pt x="471" y="804"/>
                  <a:pt x="707" y="804"/>
                </a:cubicBezTo>
                <a:cubicBezTo>
                  <a:pt x="943" y="804"/>
                  <a:pt x="1143" y="651"/>
                  <a:pt x="1215" y="440"/>
                </a:cubicBezTo>
                <a:cubicBezTo>
                  <a:pt x="1222" y="448"/>
                  <a:pt x="1228" y="456"/>
                  <a:pt x="1234" y="465"/>
                </a:cubicBezTo>
                <a:cubicBezTo>
                  <a:pt x="1263" y="507"/>
                  <a:pt x="1319" y="519"/>
                  <a:pt x="1361" y="490"/>
                </a:cubicBezTo>
                <a:cubicBezTo>
                  <a:pt x="1404" y="462"/>
                  <a:pt x="1415" y="404"/>
                  <a:pt x="1387" y="361"/>
                </a:cubicBezTo>
                <a:cubicBezTo>
                  <a:pt x="1234" y="135"/>
                  <a:pt x="979" y="0"/>
                  <a:pt x="707" y="0"/>
                </a:cubicBezTo>
                <a:close/>
                <a:moveTo>
                  <a:pt x="707" y="199"/>
                </a:moveTo>
                <a:cubicBezTo>
                  <a:pt x="803" y="199"/>
                  <a:pt x="881" y="275"/>
                  <a:pt x="881" y="372"/>
                </a:cubicBezTo>
                <a:cubicBezTo>
                  <a:pt x="881" y="468"/>
                  <a:pt x="803" y="546"/>
                  <a:pt x="707" y="546"/>
                </a:cubicBezTo>
                <a:cubicBezTo>
                  <a:pt x="611" y="546"/>
                  <a:pt x="534" y="468"/>
                  <a:pt x="534" y="372"/>
                </a:cubicBezTo>
                <a:cubicBezTo>
                  <a:pt x="534" y="276"/>
                  <a:pt x="611" y="199"/>
                  <a:pt x="707" y="199"/>
                </a:cubicBezTo>
                <a:close/>
                <a:moveTo>
                  <a:pt x="493" y="222"/>
                </a:moveTo>
                <a:cubicBezTo>
                  <a:pt x="463" y="265"/>
                  <a:pt x="445" y="316"/>
                  <a:pt x="445" y="372"/>
                </a:cubicBezTo>
                <a:cubicBezTo>
                  <a:pt x="445" y="516"/>
                  <a:pt x="562" y="633"/>
                  <a:pt x="707" y="633"/>
                </a:cubicBezTo>
                <a:cubicBezTo>
                  <a:pt x="851" y="633"/>
                  <a:pt x="968" y="516"/>
                  <a:pt x="968" y="372"/>
                </a:cubicBezTo>
                <a:cubicBezTo>
                  <a:pt x="968" y="316"/>
                  <a:pt x="951" y="265"/>
                  <a:pt x="922" y="222"/>
                </a:cubicBezTo>
                <a:cubicBezTo>
                  <a:pt x="1012" y="255"/>
                  <a:pt x="1093" y="309"/>
                  <a:pt x="1161" y="378"/>
                </a:cubicBezTo>
                <a:cubicBezTo>
                  <a:pt x="1111" y="583"/>
                  <a:pt x="926" y="735"/>
                  <a:pt x="707" y="735"/>
                </a:cubicBezTo>
                <a:cubicBezTo>
                  <a:pt x="487" y="735"/>
                  <a:pt x="304" y="583"/>
                  <a:pt x="254" y="378"/>
                </a:cubicBezTo>
                <a:cubicBezTo>
                  <a:pt x="322" y="309"/>
                  <a:pt x="403" y="255"/>
                  <a:pt x="493" y="222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A7C8508-6C05-9EE5-90DF-1448C1404A33}"/>
              </a:ext>
            </a:extLst>
          </p:cNvPr>
          <p:cNvSpPr txBox="1"/>
          <p:nvPr/>
        </p:nvSpPr>
        <p:spPr>
          <a:xfrm>
            <a:off x="3578315" y="5049180"/>
            <a:ext cx="3030869" cy="253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FF0000"/>
                </a:solidFill>
              </a:rPr>
              <a:t>입력한 비밀번호가 일치하지 않습니다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36" name="사각형: 둥근 모서리 135">
            <a:extLst>
              <a:ext uri="{FF2B5EF4-FFF2-40B4-BE49-F238E27FC236}">
                <a16:creationId xmlns:a16="http://schemas.microsoft.com/office/drawing/2014/main" id="{7460A9A4-B56A-94A4-2FF5-8C5EB0971455}"/>
              </a:ext>
            </a:extLst>
          </p:cNvPr>
          <p:cNvSpPr/>
          <p:nvPr/>
        </p:nvSpPr>
        <p:spPr>
          <a:xfrm>
            <a:off x="201348" y="5414575"/>
            <a:ext cx="3191585" cy="1049755"/>
          </a:xfrm>
          <a:prstGeom prst="roundRect">
            <a:avLst>
              <a:gd name="adj" fmla="val 3091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123ABB82-BDC5-1335-84B5-A7397E2B3AEF}"/>
              </a:ext>
            </a:extLst>
          </p:cNvPr>
          <p:cNvSpPr txBox="1"/>
          <p:nvPr/>
        </p:nvSpPr>
        <p:spPr>
          <a:xfrm>
            <a:off x="271634" y="5494100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비밀번호 </a:t>
            </a:r>
            <a:r>
              <a:rPr lang="en-US" altLang="ko-KR" sz="800" b="1" dirty="0">
                <a:solidFill>
                  <a:srgbClr val="FF0000"/>
                </a:solidFill>
              </a:rPr>
              <a:t>*</a:t>
            </a:r>
            <a:endParaRPr lang="ko-KR" altLang="en-US" sz="800" b="1" dirty="0"/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B528BA1C-7E73-8FD7-9859-69AF49AC4BF0}"/>
              </a:ext>
            </a:extLst>
          </p:cNvPr>
          <p:cNvSpPr/>
          <p:nvPr/>
        </p:nvSpPr>
        <p:spPr>
          <a:xfrm>
            <a:off x="97372" y="5350084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6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49" name="사각형: 둥근 모서리 148">
            <a:extLst>
              <a:ext uri="{FF2B5EF4-FFF2-40B4-BE49-F238E27FC236}">
                <a16:creationId xmlns:a16="http://schemas.microsoft.com/office/drawing/2014/main" id="{6845700E-702C-7A06-2E6D-41EF973AF6A4}"/>
              </a:ext>
            </a:extLst>
          </p:cNvPr>
          <p:cNvSpPr/>
          <p:nvPr/>
        </p:nvSpPr>
        <p:spPr>
          <a:xfrm>
            <a:off x="402535" y="7055122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********</a:t>
            </a:r>
            <a:endParaRPr lang="ko-KR" altLang="en-US" sz="8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0" name="사각형: 둥근 모서리 149">
            <a:extLst>
              <a:ext uri="{FF2B5EF4-FFF2-40B4-BE49-F238E27FC236}">
                <a16:creationId xmlns:a16="http://schemas.microsoft.com/office/drawing/2014/main" id="{321444A9-D123-0CE0-74FA-2BBC77253B12}"/>
              </a:ext>
            </a:extLst>
          </p:cNvPr>
          <p:cNvSpPr/>
          <p:nvPr/>
        </p:nvSpPr>
        <p:spPr>
          <a:xfrm>
            <a:off x="402534" y="7399358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</a:rPr>
              <a:t>********</a:t>
            </a:r>
            <a:endParaRPr lang="ko-KR" altLang="en-US" sz="8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2" name="Eye">
            <a:extLst>
              <a:ext uri="{FF2B5EF4-FFF2-40B4-BE49-F238E27FC236}">
                <a16:creationId xmlns:a16="http://schemas.microsoft.com/office/drawing/2014/main" id="{DC2C523D-C439-E67D-9F0A-0C905663925B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161014" y="7146500"/>
            <a:ext cx="163513" cy="93663"/>
          </a:xfrm>
          <a:custGeom>
            <a:avLst/>
            <a:gdLst>
              <a:gd name="T0" fmla="*/ 707 w 1415"/>
              <a:gd name="T1" fmla="*/ 0 h 804"/>
              <a:gd name="T2" fmla="*/ 28 w 1415"/>
              <a:gd name="T3" fmla="*/ 361 h 804"/>
              <a:gd name="T4" fmla="*/ 52 w 1415"/>
              <a:gd name="T5" fmla="*/ 490 h 804"/>
              <a:gd name="T6" fmla="*/ 105 w 1415"/>
              <a:gd name="T7" fmla="*/ 506 h 804"/>
              <a:gd name="T8" fmla="*/ 181 w 1415"/>
              <a:gd name="T9" fmla="*/ 465 h 804"/>
              <a:gd name="T10" fmla="*/ 200 w 1415"/>
              <a:gd name="T11" fmla="*/ 440 h 804"/>
              <a:gd name="T12" fmla="*/ 707 w 1415"/>
              <a:gd name="T13" fmla="*/ 804 h 804"/>
              <a:gd name="T14" fmla="*/ 1215 w 1415"/>
              <a:gd name="T15" fmla="*/ 440 h 804"/>
              <a:gd name="T16" fmla="*/ 1234 w 1415"/>
              <a:gd name="T17" fmla="*/ 465 h 804"/>
              <a:gd name="T18" fmla="*/ 1361 w 1415"/>
              <a:gd name="T19" fmla="*/ 490 h 804"/>
              <a:gd name="T20" fmla="*/ 1387 w 1415"/>
              <a:gd name="T21" fmla="*/ 361 h 804"/>
              <a:gd name="T22" fmla="*/ 707 w 1415"/>
              <a:gd name="T23" fmla="*/ 0 h 804"/>
              <a:gd name="T24" fmla="*/ 707 w 1415"/>
              <a:gd name="T25" fmla="*/ 199 h 804"/>
              <a:gd name="T26" fmla="*/ 881 w 1415"/>
              <a:gd name="T27" fmla="*/ 372 h 804"/>
              <a:gd name="T28" fmla="*/ 707 w 1415"/>
              <a:gd name="T29" fmla="*/ 546 h 804"/>
              <a:gd name="T30" fmla="*/ 534 w 1415"/>
              <a:gd name="T31" fmla="*/ 372 h 804"/>
              <a:gd name="T32" fmla="*/ 707 w 1415"/>
              <a:gd name="T33" fmla="*/ 199 h 804"/>
              <a:gd name="T34" fmla="*/ 493 w 1415"/>
              <a:gd name="T35" fmla="*/ 222 h 804"/>
              <a:gd name="T36" fmla="*/ 445 w 1415"/>
              <a:gd name="T37" fmla="*/ 372 h 804"/>
              <a:gd name="T38" fmla="*/ 707 w 1415"/>
              <a:gd name="T39" fmla="*/ 633 h 804"/>
              <a:gd name="T40" fmla="*/ 968 w 1415"/>
              <a:gd name="T41" fmla="*/ 372 h 804"/>
              <a:gd name="T42" fmla="*/ 922 w 1415"/>
              <a:gd name="T43" fmla="*/ 222 h 804"/>
              <a:gd name="T44" fmla="*/ 1161 w 1415"/>
              <a:gd name="T45" fmla="*/ 378 h 804"/>
              <a:gd name="T46" fmla="*/ 707 w 1415"/>
              <a:gd name="T47" fmla="*/ 735 h 804"/>
              <a:gd name="T48" fmla="*/ 254 w 1415"/>
              <a:gd name="T49" fmla="*/ 378 h 804"/>
              <a:gd name="T50" fmla="*/ 493 w 1415"/>
              <a:gd name="T51" fmla="*/ 222 h 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415" h="804">
                <a:moveTo>
                  <a:pt x="707" y="0"/>
                </a:moveTo>
                <a:cubicBezTo>
                  <a:pt x="434" y="0"/>
                  <a:pt x="181" y="136"/>
                  <a:pt x="28" y="361"/>
                </a:cubicBezTo>
                <a:cubicBezTo>
                  <a:pt x="0" y="404"/>
                  <a:pt x="10" y="462"/>
                  <a:pt x="52" y="490"/>
                </a:cubicBezTo>
                <a:cubicBezTo>
                  <a:pt x="68" y="501"/>
                  <a:pt x="87" y="506"/>
                  <a:pt x="105" y="506"/>
                </a:cubicBezTo>
                <a:cubicBezTo>
                  <a:pt x="134" y="506"/>
                  <a:pt x="163" y="491"/>
                  <a:pt x="181" y="465"/>
                </a:cubicBezTo>
                <a:cubicBezTo>
                  <a:pt x="187" y="456"/>
                  <a:pt x="193" y="448"/>
                  <a:pt x="200" y="440"/>
                </a:cubicBezTo>
                <a:cubicBezTo>
                  <a:pt x="272" y="651"/>
                  <a:pt x="471" y="804"/>
                  <a:pt x="707" y="804"/>
                </a:cubicBezTo>
                <a:cubicBezTo>
                  <a:pt x="943" y="804"/>
                  <a:pt x="1143" y="651"/>
                  <a:pt x="1215" y="440"/>
                </a:cubicBezTo>
                <a:cubicBezTo>
                  <a:pt x="1222" y="448"/>
                  <a:pt x="1228" y="456"/>
                  <a:pt x="1234" y="465"/>
                </a:cubicBezTo>
                <a:cubicBezTo>
                  <a:pt x="1263" y="507"/>
                  <a:pt x="1319" y="519"/>
                  <a:pt x="1361" y="490"/>
                </a:cubicBezTo>
                <a:cubicBezTo>
                  <a:pt x="1404" y="462"/>
                  <a:pt x="1415" y="404"/>
                  <a:pt x="1387" y="361"/>
                </a:cubicBezTo>
                <a:cubicBezTo>
                  <a:pt x="1234" y="135"/>
                  <a:pt x="979" y="0"/>
                  <a:pt x="707" y="0"/>
                </a:cubicBezTo>
                <a:close/>
                <a:moveTo>
                  <a:pt x="707" y="199"/>
                </a:moveTo>
                <a:cubicBezTo>
                  <a:pt x="803" y="199"/>
                  <a:pt x="881" y="275"/>
                  <a:pt x="881" y="372"/>
                </a:cubicBezTo>
                <a:cubicBezTo>
                  <a:pt x="881" y="468"/>
                  <a:pt x="803" y="546"/>
                  <a:pt x="707" y="546"/>
                </a:cubicBezTo>
                <a:cubicBezTo>
                  <a:pt x="611" y="546"/>
                  <a:pt x="534" y="468"/>
                  <a:pt x="534" y="372"/>
                </a:cubicBezTo>
                <a:cubicBezTo>
                  <a:pt x="534" y="276"/>
                  <a:pt x="611" y="199"/>
                  <a:pt x="707" y="199"/>
                </a:cubicBezTo>
                <a:close/>
                <a:moveTo>
                  <a:pt x="493" y="222"/>
                </a:moveTo>
                <a:cubicBezTo>
                  <a:pt x="463" y="265"/>
                  <a:pt x="445" y="316"/>
                  <a:pt x="445" y="372"/>
                </a:cubicBezTo>
                <a:cubicBezTo>
                  <a:pt x="445" y="516"/>
                  <a:pt x="562" y="633"/>
                  <a:pt x="707" y="633"/>
                </a:cubicBezTo>
                <a:cubicBezTo>
                  <a:pt x="851" y="633"/>
                  <a:pt x="968" y="516"/>
                  <a:pt x="968" y="372"/>
                </a:cubicBezTo>
                <a:cubicBezTo>
                  <a:pt x="968" y="316"/>
                  <a:pt x="951" y="265"/>
                  <a:pt x="922" y="222"/>
                </a:cubicBezTo>
                <a:cubicBezTo>
                  <a:pt x="1012" y="255"/>
                  <a:pt x="1093" y="309"/>
                  <a:pt x="1161" y="378"/>
                </a:cubicBezTo>
                <a:cubicBezTo>
                  <a:pt x="1111" y="583"/>
                  <a:pt x="926" y="735"/>
                  <a:pt x="707" y="735"/>
                </a:cubicBezTo>
                <a:cubicBezTo>
                  <a:pt x="487" y="735"/>
                  <a:pt x="304" y="583"/>
                  <a:pt x="254" y="378"/>
                </a:cubicBezTo>
                <a:cubicBezTo>
                  <a:pt x="322" y="309"/>
                  <a:pt x="403" y="255"/>
                  <a:pt x="493" y="222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3" name="Eye">
            <a:extLst>
              <a:ext uri="{FF2B5EF4-FFF2-40B4-BE49-F238E27FC236}">
                <a16:creationId xmlns:a16="http://schemas.microsoft.com/office/drawing/2014/main" id="{903EFE1E-20F6-CA21-CDED-DBFBB9202795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161014" y="7506540"/>
            <a:ext cx="163513" cy="93663"/>
          </a:xfrm>
          <a:custGeom>
            <a:avLst/>
            <a:gdLst>
              <a:gd name="T0" fmla="*/ 707 w 1415"/>
              <a:gd name="T1" fmla="*/ 0 h 804"/>
              <a:gd name="T2" fmla="*/ 28 w 1415"/>
              <a:gd name="T3" fmla="*/ 361 h 804"/>
              <a:gd name="T4" fmla="*/ 52 w 1415"/>
              <a:gd name="T5" fmla="*/ 490 h 804"/>
              <a:gd name="T6" fmla="*/ 105 w 1415"/>
              <a:gd name="T7" fmla="*/ 506 h 804"/>
              <a:gd name="T8" fmla="*/ 181 w 1415"/>
              <a:gd name="T9" fmla="*/ 465 h 804"/>
              <a:gd name="T10" fmla="*/ 200 w 1415"/>
              <a:gd name="T11" fmla="*/ 440 h 804"/>
              <a:gd name="T12" fmla="*/ 707 w 1415"/>
              <a:gd name="T13" fmla="*/ 804 h 804"/>
              <a:gd name="T14" fmla="*/ 1215 w 1415"/>
              <a:gd name="T15" fmla="*/ 440 h 804"/>
              <a:gd name="T16" fmla="*/ 1234 w 1415"/>
              <a:gd name="T17" fmla="*/ 465 h 804"/>
              <a:gd name="T18" fmla="*/ 1361 w 1415"/>
              <a:gd name="T19" fmla="*/ 490 h 804"/>
              <a:gd name="T20" fmla="*/ 1387 w 1415"/>
              <a:gd name="T21" fmla="*/ 361 h 804"/>
              <a:gd name="T22" fmla="*/ 707 w 1415"/>
              <a:gd name="T23" fmla="*/ 0 h 804"/>
              <a:gd name="T24" fmla="*/ 707 w 1415"/>
              <a:gd name="T25" fmla="*/ 199 h 804"/>
              <a:gd name="T26" fmla="*/ 881 w 1415"/>
              <a:gd name="T27" fmla="*/ 372 h 804"/>
              <a:gd name="T28" fmla="*/ 707 w 1415"/>
              <a:gd name="T29" fmla="*/ 546 h 804"/>
              <a:gd name="T30" fmla="*/ 534 w 1415"/>
              <a:gd name="T31" fmla="*/ 372 h 804"/>
              <a:gd name="T32" fmla="*/ 707 w 1415"/>
              <a:gd name="T33" fmla="*/ 199 h 804"/>
              <a:gd name="T34" fmla="*/ 493 w 1415"/>
              <a:gd name="T35" fmla="*/ 222 h 804"/>
              <a:gd name="T36" fmla="*/ 445 w 1415"/>
              <a:gd name="T37" fmla="*/ 372 h 804"/>
              <a:gd name="T38" fmla="*/ 707 w 1415"/>
              <a:gd name="T39" fmla="*/ 633 h 804"/>
              <a:gd name="T40" fmla="*/ 968 w 1415"/>
              <a:gd name="T41" fmla="*/ 372 h 804"/>
              <a:gd name="T42" fmla="*/ 922 w 1415"/>
              <a:gd name="T43" fmla="*/ 222 h 804"/>
              <a:gd name="T44" fmla="*/ 1161 w 1415"/>
              <a:gd name="T45" fmla="*/ 378 h 804"/>
              <a:gd name="T46" fmla="*/ 707 w 1415"/>
              <a:gd name="T47" fmla="*/ 735 h 804"/>
              <a:gd name="T48" fmla="*/ 254 w 1415"/>
              <a:gd name="T49" fmla="*/ 378 h 804"/>
              <a:gd name="T50" fmla="*/ 493 w 1415"/>
              <a:gd name="T51" fmla="*/ 222 h 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415" h="804">
                <a:moveTo>
                  <a:pt x="707" y="0"/>
                </a:moveTo>
                <a:cubicBezTo>
                  <a:pt x="434" y="0"/>
                  <a:pt x="181" y="136"/>
                  <a:pt x="28" y="361"/>
                </a:cubicBezTo>
                <a:cubicBezTo>
                  <a:pt x="0" y="404"/>
                  <a:pt x="10" y="462"/>
                  <a:pt x="52" y="490"/>
                </a:cubicBezTo>
                <a:cubicBezTo>
                  <a:pt x="68" y="501"/>
                  <a:pt x="87" y="506"/>
                  <a:pt x="105" y="506"/>
                </a:cubicBezTo>
                <a:cubicBezTo>
                  <a:pt x="134" y="506"/>
                  <a:pt x="163" y="491"/>
                  <a:pt x="181" y="465"/>
                </a:cubicBezTo>
                <a:cubicBezTo>
                  <a:pt x="187" y="456"/>
                  <a:pt x="193" y="448"/>
                  <a:pt x="200" y="440"/>
                </a:cubicBezTo>
                <a:cubicBezTo>
                  <a:pt x="272" y="651"/>
                  <a:pt x="471" y="804"/>
                  <a:pt x="707" y="804"/>
                </a:cubicBezTo>
                <a:cubicBezTo>
                  <a:pt x="943" y="804"/>
                  <a:pt x="1143" y="651"/>
                  <a:pt x="1215" y="440"/>
                </a:cubicBezTo>
                <a:cubicBezTo>
                  <a:pt x="1222" y="448"/>
                  <a:pt x="1228" y="456"/>
                  <a:pt x="1234" y="465"/>
                </a:cubicBezTo>
                <a:cubicBezTo>
                  <a:pt x="1263" y="507"/>
                  <a:pt x="1319" y="519"/>
                  <a:pt x="1361" y="490"/>
                </a:cubicBezTo>
                <a:cubicBezTo>
                  <a:pt x="1404" y="462"/>
                  <a:pt x="1415" y="404"/>
                  <a:pt x="1387" y="361"/>
                </a:cubicBezTo>
                <a:cubicBezTo>
                  <a:pt x="1234" y="135"/>
                  <a:pt x="979" y="0"/>
                  <a:pt x="707" y="0"/>
                </a:cubicBezTo>
                <a:close/>
                <a:moveTo>
                  <a:pt x="707" y="199"/>
                </a:moveTo>
                <a:cubicBezTo>
                  <a:pt x="803" y="199"/>
                  <a:pt x="881" y="275"/>
                  <a:pt x="881" y="372"/>
                </a:cubicBezTo>
                <a:cubicBezTo>
                  <a:pt x="881" y="468"/>
                  <a:pt x="803" y="546"/>
                  <a:pt x="707" y="546"/>
                </a:cubicBezTo>
                <a:cubicBezTo>
                  <a:pt x="611" y="546"/>
                  <a:pt x="534" y="468"/>
                  <a:pt x="534" y="372"/>
                </a:cubicBezTo>
                <a:cubicBezTo>
                  <a:pt x="534" y="276"/>
                  <a:pt x="611" y="199"/>
                  <a:pt x="707" y="199"/>
                </a:cubicBezTo>
                <a:close/>
                <a:moveTo>
                  <a:pt x="493" y="222"/>
                </a:moveTo>
                <a:cubicBezTo>
                  <a:pt x="463" y="265"/>
                  <a:pt x="445" y="316"/>
                  <a:pt x="445" y="372"/>
                </a:cubicBezTo>
                <a:cubicBezTo>
                  <a:pt x="445" y="516"/>
                  <a:pt x="562" y="633"/>
                  <a:pt x="707" y="633"/>
                </a:cubicBezTo>
                <a:cubicBezTo>
                  <a:pt x="851" y="633"/>
                  <a:pt x="968" y="516"/>
                  <a:pt x="968" y="372"/>
                </a:cubicBezTo>
                <a:cubicBezTo>
                  <a:pt x="968" y="316"/>
                  <a:pt x="951" y="265"/>
                  <a:pt x="922" y="222"/>
                </a:cubicBezTo>
                <a:cubicBezTo>
                  <a:pt x="1012" y="255"/>
                  <a:pt x="1093" y="309"/>
                  <a:pt x="1161" y="378"/>
                </a:cubicBezTo>
                <a:cubicBezTo>
                  <a:pt x="1111" y="583"/>
                  <a:pt x="926" y="735"/>
                  <a:pt x="707" y="735"/>
                </a:cubicBezTo>
                <a:cubicBezTo>
                  <a:pt x="487" y="735"/>
                  <a:pt x="304" y="583"/>
                  <a:pt x="254" y="378"/>
                </a:cubicBezTo>
                <a:cubicBezTo>
                  <a:pt x="322" y="309"/>
                  <a:pt x="403" y="255"/>
                  <a:pt x="493" y="222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5" name="사각형: 둥근 모서리 154">
            <a:extLst>
              <a:ext uri="{FF2B5EF4-FFF2-40B4-BE49-F238E27FC236}">
                <a16:creationId xmlns:a16="http://schemas.microsoft.com/office/drawing/2014/main" id="{8B085274-9C99-D553-B95F-7DF8788B1F79}"/>
              </a:ext>
            </a:extLst>
          </p:cNvPr>
          <p:cNvSpPr/>
          <p:nvPr/>
        </p:nvSpPr>
        <p:spPr>
          <a:xfrm>
            <a:off x="272481" y="5733256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qwe</a:t>
            </a:r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~!137</a:t>
            </a:r>
            <a:endParaRPr lang="ko-KR" altLang="en-US" sz="8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6" name="사각형: 둥근 모서리 155">
            <a:extLst>
              <a:ext uri="{FF2B5EF4-FFF2-40B4-BE49-F238E27FC236}">
                <a16:creationId xmlns:a16="http://schemas.microsoft.com/office/drawing/2014/main" id="{3D76469A-83B2-DD4E-3298-D8FCF2D13169}"/>
              </a:ext>
            </a:extLst>
          </p:cNvPr>
          <p:cNvSpPr/>
          <p:nvPr/>
        </p:nvSpPr>
        <p:spPr>
          <a:xfrm>
            <a:off x="272480" y="6077492"/>
            <a:ext cx="2973559" cy="288032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</a:rPr>
              <a:t>********</a:t>
            </a:r>
            <a:endParaRPr lang="ko-KR" altLang="en-US" sz="8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8" name="Eye">
            <a:extLst>
              <a:ext uri="{FF2B5EF4-FFF2-40B4-BE49-F238E27FC236}">
                <a16:creationId xmlns:a16="http://schemas.microsoft.com/office/drawing/2014/main" id="{E98AF937-81DF-3E48-675C-2877C5218A52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2981611" y="6176362"/>
            <a:ext cx="163513" cy="93663"/>
          </a:xfrm>
          <a:custGeom>
            <a:avLst/>
            <a:gdLst>
              <a:gd name="T0" fmla="*/ 707 w 1415"/>
              <a:gd name="T1" fmla="*/ 0 h 804"/>
              <a:gd name="T2" fmla="*/ 28 w 1415"/>
              <a:gd name="T3" fmla="*/ 361 h 804"/>
              <a:gd name="T4" fmla="*/ 52 w 1415"/>
              <a:gd name="T5" fmla="*/ 490 h 804"/>
              <a:gd name="T6" fmla="*/ 105 w 1415"/>
              <a:gd name="T7" fmla="*/ 506 h 804"/>
              <a:gd name="T8" fmla="*/ 181 w 1415"/>
              <a:gd name="T9" fmla="*/ 465 h 804"/>
              <a:gd name="T10" fmla="*/ 200 w 1415"/>
              <a:gd name="T11" fmla="*/ 440 h 804"/>
              <a:gd name="T12" fmla="*/ 707 w 1415"/>
              <a:gd name="T13" fmla="*/ 804 h 804"/>
              <a:gd name="T14" fmla="*/ 1215 w 1415"/>
              <a:gd name="T15" fmla="*/ 440 h 804"/>
              <a:gd name="T16" fmla="*/ 1234 w 1415"/>
              <a:gd name="T17" fmla="*/ 465 h 804"/>
              <a:gd name="T18" fmla="*/ 1361 w 1415"/>
              <a:gd name="T19" fmla="*/ 490 h 804"/>
              <a:gd name="T20" fmla="*/ 1387 w 1415"/>
              <a:gd name="T21" fmla="*/ 361 h 804"/>
              <a:gd name="T22" fmla="*/ 707 w 1415"/>
              <a:gd name="T23" fmla="*/ 0 h 804"/>
              <a:gd name="T24" fmla="*/ 707 w 1415"/>
              <a:gd name="T25" fmla="*/ 199 h 804"/>
              <a:gd name="T26" fmla="*/ 881 w 1415"/>
              <a:gd name="T27" fmla="*/ 372 h 804"/>
              <a:gd name="T28" fmla="*/ 707 w 1415"/>
              <a:gd name="T29" fmla="*/ 546 h 804"/>
              <a:gd name="T30" fmla="*/ 534 w 1415"/>
              <a:gd name="T31" fmla="*/ 372 h 804"/>
              <a:gd name="T32" fmla="*/ 707 w 1415"/>
              <a:gd name="T33" fmla="*/ 199 h 804"/>
              <a:gd name="T34" fmla="*/ 493 w 1415"/>
              <a:gd name="T35" fmla="*/ 222 h 804"/>
              <a:gd name="T36" fmla="*/ 445 w 1415"/>
              <a:gd name="T37" fmla="*/ 372 h 804"/>
              <a:gd name="T38" fmla="*/ 707 w 1415"/>
              <a:gd name="T39" fmla="*/ 633 h 804"/>
              <a:gd name="T40" fmla="*/ 968 w 1415"/>
              <a:gd name="T41" fmla="*/ 372 h 804"/>
              <a:gd name="T42" fmla="*/ 922 w 1415"/>
              <a:gd name="T43" fmla="*/ 222 h 804"/>
              <a:gd name="T44" fmla="*/ 1161 w 1415"/>
              <a:gd name="T45" fmla="*/ 378 h 804"/>
              <a:gd name="T46" fmla="*/ 707 w 1415"/>
              <a:gd name="T47" fmla="*/ 735 h 804"/>
              <a:gd name="T48" fmla="*/ 254 w 1415"/>
              <a:gd name="T49" fmla="*/ 378 h 804"/>
              <a:gd name="T50" fmla="*/ 493 w 1415"/>
              <a:gd name="T51" fmla="*/ 222 h 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415" h="804">
                <a:moveTo>
                  <a:pt x="707" y="0"/>
                </a:moveTo>
                <a:cubicBezTo>
                  <a:pt x="434" y="0"/>
                  <a:pt x="181" y="136"/>
                  <a:pt x="28" y="361"/>
                </a:cubicBezTo>
                <a:cubicBezTo>
                  <a:pt x="0" y="404"/>
                  <a:pt x="10" y="462"/>
                  <a:pt x="52" y="490"/>
                </a:cubicBezTo>
                <a:cubicBezTo>
                  <a:pt x="68" y="501"/>
                  <a:pt x="87" y="506"/>
                  <a:pt x="105" y="506"/>
                </a:cubicBezTo>
                <a:cubicBezTo>
                  <a:pt x="134" y="506"/>
                  <a:pt x="163" y="491"/>
                  <a:pt x="181" y="465"/>
                </a:cubicBezTo>
                <a:cubicBezTo>
                  <a:pt x="187" y="456"/>
                  <a:pt x="193" y="448"/>
                  <a:pt x="200" y="440"/>
                </a:cubicBezTo>
                <a:cubicBezTo>
                  <a:pt x="272" y="651"/>
                  <a:pt x="471" y="804"/>
                  <a:pt x="707" y="804"/>
                </a:cubicBezTo>
                <a:cubicBezTo>
                  <a:pt x="943" y="804"/>
                  <a:pt x="1143" y="651"/>
                  <a:pt x="1215" y="440"/>
                </a:cubicBezTo>
                <a:cubicBezTo>
                  <a:pt x="1222" y="448"/>
                  <a:pt x="1228" y="456"/>
                  <a:pt x="1234" y="465"/>
                </a:cubicBezTo>
                <a:cubicBezTo>
                  <a:pt x="1263" y="507"/>
                  <a:pt x="1319" y="519"/>
                  <a:pt x="1361" y="490"/>
                </a:cubicBezTo>
                <a:cubicBezTo>
                  <a:pt x="1404" y="462"/>
                  <a:pt x="1415" y="404"/>
                  <a:pt x="1387" y="361"/>
                </a:cubicBezTo>
                <a:cubicBezTo>
                  <a:pt x="1234" y="135"/>
                  <a:pt x="979" y="0"/>
                  <a:pt x="707" y="0"/>
                </a:cubicBezTo>
                <a:close/>
                <a:moveTo>
                  <a:pt x="707" y="199"/>
                </a:moveTo>
                <a:cubicBezTo>
                  <a:pt x="803" y="199"/>
                  <a:pt x="881" y="275"/>
                  <a:pt x="881" y="372"/>
                </a:cubicBezTo>
                <a:cubicBezTo>
                  <a:pt x="881" y="468"/>
                  <a:pt x="803" y="546"/>
                  <a:pt x="707" y="546"/>
                </a:cubicBezTo>
                <a:cubicBezTo>
                  <a:pt x="611" y="546"/>
                  <a:pt x="534" y="468"/>
                  <a:pt x="534" y="372"/>
                </a:cubicBezTo>
                <a:cubicBezTo>
                  <a:pt x="534" y="276"/>
                  <a:pt x="611" y="199"/>
                  <a:pt x="707" y="199"/>
                </a:cubicBezTo>
                <a:close/>
                <a:moveTo>
                  <a:pt x="493" y="222"/>
                </a:moveTo>
                <a:cubicBezTo>
                  <a:pt x="463" y="265"/>
                  <a:pt x="445" y="316"/>
                  <a:pt x="445" y="372"/>
                </a:cubicBezTo>
                <a:cubicBezTo>
                  <a:pt x="445" y="516"/>
                  <a:pt x="562" y="633"/>
                  <a:pt x="707" y="633"/>
                </a:cubicBezTo>
                <a:cubicBezTo>
                  <a:pt x="851" y="633"/>
                  <a:pt x="968" y="516"/>
                  <a:pt x="968" y="372"/>
                </a:cubicBezTo>
                <a:cubicBezTo>
                  <a:pt x="968" y="316"/>
                  <a:pt x="951" y="265"/>
                  <a:pt x="922" y="222"/>
                </a:cubicBezTo>
                <a:cubicBezTo>
                  <a:pt x="1012" y="255"/>
                  <a:pt x="1093" y="309"/>
                  <a:pt x="1161" y="378"/>
                </a:cubicBezTo>
                <a:cubicBezTo>
                  <a:pt x="1111" y="583"/>
                  <a:pt x="926" y="735"/>
                  <a:pt x="707" y="735"/>
                </a:cubicBezTo>
                <a:cubicBezTo>
                  <a:pt x="487" y="735"/>
                  <a:pt x="304" y="583"/>
                  <a:pt x="254" y="378"/>
                </a:cubicBezTo>
                <a:cubicBezTo>
                  <a:pt x="322" y="309"/>
                  <a:pt x="403" y="255"/>
                  <a:pt x="493" y="222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9" name="Eye">
            <a:extLst>
              <a:ext uri="{FF2B5EF4-FFF2-40B4-BE49-F238E27FC236}">
                <a16:creationId xmlns:a16="http://schemas.microsoft.com/office/drawing/2014/main" id="{1BC71260-8BA0-CA49-4C9D-0B83616E5103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2981611" y="5852759"/>
            <a:ext cx="163513" cy="93663"/>
          </a:xfrm>
          <a:custGeom>
            <a:avLst/>
            <a:gdLst>
              <a:gd name="T0" fmla="*/ 707 w 1415"/>
              <a:gd name="T1" fmla="*/ 0 h 804"/>
              <a:gd name="T2" fmla="*/ 28 w 1415"/>
              <a:gd name="T3" fmla="*/ 361 h 804"/>
              <a:gd name="T4" fmla="*/ 52 w 1415"/>
              <a:gd name="T5" fmla="*/ 490 h 804"/>
              <a:gd name="T6" fmla="*/ 105 w 1415"/>
              <a:gd name="T7" fmla="*/ 506 h 804"/>
              <a:gd name="T8" fmla="*/ 181 w 1415"/>
              <a:gd name="T9" fmla="*/ 465 h 804"/>
              <a:gd name="T10" fmla="*/ 200 w 1415"/>
              <a:gd name="T11" fmla="*/ 440 h 804"/>
              <a:gd name="T12" fmla="*/ 707 w 1415"/>
              <a:gd name="T13" fmla="*/ 804 h 804"/>
              <a:gd name="T14" fmla="*/ 1215 w 1415"/>
              <a:gd name="T15" fmla="*/ 440 h 804"/>
              <a:gd name="T16" fmla="*/ 1234 w 1415"/>
              <a:gd name="T17" fmla="*/ 465 h 804"/>
              <a:gd name="T18" fmla="*/ 1361 w 1415"/>
              <a:gd name="T19" fmla="*/ 490 h 804"/>
              <a:gd name="T20" fmla="*/ 1387 w 1415"/>
              <a:gd name="T21" fmla="*/ 361 h 804"/>
              <a:gd name="T22" fmla="*/ 707 w 1415"/>
              <a:gd name="T23" fmla="*/ 0 h 804"/>
              <a:gd name="T24" fmla="*/ 707 w 1415"/>
              <a:gd name="T25" fmla="*/ 199 h 804"/>
              <a:gd name="T26" fmla="*/ 881 w 1415"/>
              <a:gd name="T27" fmla="*/ 372 h 804"/>
              <a:gd name="T28" fmla="*/ 707 w 1415"/>
              <a:gd name="T29" fmla="*/ 546 h 804"/>
              <a:gd name="T30" fmla="*/ 534 w 1415"/>
              <a:gd name="T31" fmla="*/ 372 h 804"/>
              <a:gd name="T32" fmla="*/ 707 w 1415"/>
              <a:gd name="T33" fmla="*/ 199 h 804"/>
              <a:gd name="T34" fmla="*/ 493 w 1415"/>
              <a:gd name="T35" fmla="*/ 222 h 804"/>
              <a:gd name="T36" fmla="*/ 445 w 1415"/>
              <a:gd name="T37" fmla="*/ 372 h 804"/>
              <a:gd name="T38" fmla="*/ 707 w 1415"/>
              <a:gd name="T39" fmla="*/ 633 h 804"/>
              <a:gd name="T40" fmla="*/ 968 w 1415"/>
              <a:gd name="T41" fmla="*/ 372 h 804"/>
              <a:gd name="T42" fmla="*/ 922 w 1415"/>
              <a:gd name="T43" fmla="*/ 222 h 804"/>
              <a:gd name="T44" fmla="*/ 1161 w 1415"/>
              <a:gd name="T45" fmla="*/ 378 h 804"/>
              <a:gd name="T46" fmla="*/ 707 w 1415"/>
              <a:gd name="T47" fmla="*/ 735 h 804"/>
              <a:gd name="T48" fmla="*/ 254 w 1415"/>
              <a:gd name="T49" fmla="*/ 378 h 804"/>
              <a:gd name="T50" fmla="*/ 493 w 1415"/>
              <a:gd name="T51" fmla="*/ 222 h 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415" h="804">
                <a:moveTo>
                  <a:pt x="707" y="0"/>
                </a:moveTo>
                <a:cubicBezTo>
                  <a:pt x="434" y="0"/>
                  <a:pt x="181" y="136"/>
                  <a:pt x="28" y="361"/>
                </a:cubicBezTo>
                <a:cubicBezTo>
                  <a:pt x="0" y="404"/>
                  <a:pt x="10" y="462"/>
                  <a:pt x="52" y="490"/>
                </a:cubicBezTo>
                <a:cubicBezTo>
                  <a:pt x="68" y="501"/>
                  <a:pt x="87" y="506"/>
                  <a:pt x="105" y="506"/>
                </a:cubicBezTo>
                <a:cubicBezTo>
                  <a:pt x="134" y="506"/>
                  <a:pt x="163" y="491"/>
                  <a:pt x="181" y="465"/>
                </a:cubicBezTo>
                <a:cubicBezTo>
                  <a:pt x="187" y="456"/>
                  <a:pt x="193" y="448"/>
                  <a:pt x="200" y="440"/>
                </a:cubicBezTo>
                <a:cubicBezTo>
                  <a:pt x="272" y="651"/>
                  <a:pt x="471" y="804"/>
                  <a:pt x="707" y="804"/>
                </a:cubicBezTo>
                <a:cubicBezTo>
                  <a:pt x="943" y="804"/>
                  <a:pt x="1143" y="651"/>
                  <a:pt x="1215" y="440"/>
                </a:cubicBezTo>
                <a:cubicBezTo>
                  <a:pt x="1222" y="448"/>
                  <a:pt x="1228" y="456"/>
                  <a:pt x="1234" y="465"/>
                </a:cubicBezTo>
                <a:cubicBezTo>
                  <a:pt x="1263" y="507"/>
                  <a:pt x="1319" y="519"/>
                  <a:pt x="1361" y="490"/>
                </a:cubicBezTo>
                <a:cubicBezTo>
                  <a:pt x="1404" y="462"/>
                  <a:pt x="1415" y="404"/>
                  <a:pt x="1387" y="361"/>
                </a:cubicBezTo>
                <a:cubicBezTo>
                  <a:pt x="1234" y="135"/>
                  <a:pt x="979" y="0"/>
                  <a:pt x="707" y="0"/>
                </a:cubicBezTo>
                <a:close/>
                <a:moveTo>
                  <a:pt x="707" y="199"/>
                </a:moveTo>
                <a:cubicBezTo>
                  <a:pt x="803" y="199"/>
                  <a:pt x="881" y="275"/>
                  <a:pt x="881" y="372"/>
                </a:cubicBezTo>
                <a:cubicBezTo>
                  <a:pt x="881" y="468"/>
                  <a:pt x="803" y="546"/>
                  <a:pt x="707" y="546"/>
                </a:cubicBezTo>
                <a:cubicBezTo>
                  <a:pt x="611" y="546"/>
                  <a:pt x="534" y="468"/>
                  <a:pt x="534" y="372"/>
                </a:cubicBezTo>
                <a:cubicBezTo>
                  <a:pt x="534" y="276"/>
                  <a:pt x="611" y="199"/>
                  <a:pt x="707" y="199"/>
                </a:cubicBezTo>
                <a:close/>
                <a:moveTo>
                  <a:pt x="493" y="222"/>
                </a:moveTo>
                <a:cubicBezTo>
                  <a:pt x="463" y="265"/>
                  <a:pt x="445" y="316"/>
                  <a:pt x="445" y="372"/>
                </a:cubicBezTo>
                <a:cubicBezTo>
                  <a:pt x="445" y="516"/>
                  <a:pt x="562" y="633"/>
                  <a:pt x="707" y="633"/>
                </a:cubicBezTo>
                <a:cubicBezTo>
                  <a:pt x="851" y="633"/>
                  <a:pt x="968" y="516"/>
                  <a:pt x="968" y="372"/>
                </a:cubicBezTo>
                <a:cubicBezTo>
                  <a:pt x="968" y="316"/>
                  <a:pt x="951" y="265"/>
                  <a:pt x="922" y="222"/>
                </a:cubicBezTo>
                <a:cubicBezTo>
                  <a:pt x="1012" y="255"/>
                  <a:pt x="1093" y="309"/>
                  <a:pt x="1161" y="378"/>
                </a:cubicBezTo>
                <a:cubicBezTo>
                  <a:pt x="1111" y="583"/>
                  <a:pt x="926" y="735"/>
                  <a:pt x="707" y="735"/>
                </a:cubicBezTo>
                <a:cubicBezTo>
                  <a:pt x="487" y="735"/>
                  <a:pt x="304" y="583"/>
                  <a:pt x="254" y="378"/>
                </a:cubicBezTo>
                <a:cubicBezTo>
                  <a:pt x="322" y="309"/>
                  <a:pt x="403" y="255"/>
                  <a:pt x="493" y="222"/>
                </a:cubicBezTo>
                <a:close/>
              </a:path>
            </a:pathLst>
          </a:cu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60" name="Double Tap">
            <a:extLst>
              <a:ext uri="{FF2B5EF4-FFF2-40B4-BE49-F238E27FC236}">
                <a16:creationId xmlns:a16="http://schemas.microsoft.com/office/drawing/2014/main" id="{F1D426C8-0D37-0F25-EA31-B01E8A850DA4}"/>
              </a:ext>
            </a:extLst>
          </p:cNvPr>
          <p:cNvGrpSpPr>
            <a:grpSpLocks noChangeAspect="1"/>
          </p:cNvGrpSpPr>
          <p:nvPr/>
        </p:nvGrpSpPr>
        <p:grpSpPr>
          <a:xfrm>
            <a:off x="3079029" y="5888330"/>
            <a:ext cx="392008" cy="576000"/>
            <a:chOff x="2640013" y="1482726"/>
            <a:chExt cx="984250" cy="1446213"/>
          </a:xfrm>
        </p:grpSpPr>
        <p:sp>
          <p:nvSpPr>
            <p:cNvPr id="161" name="Touch Point Inner">
              <a:extLst>
                <a:ext uri="{FF2B5EF4-FFF2-40B4-BE49-F238E27FC236}">
                  <a16:creationId xmlns:a16="http://schemas.microsoft.com/office/drawing/2014/main" id="{6C74AB9F-D8A9-E909-B870-D8D77804E52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25763" y="1555751"/>
              <a:ext cx="327025" cy="327025"/>
            </a:xfrm>
            <a:prstGeom prst="ellipse">
              <a:avLst/>
            </a:prstGeom>
            <a:noFill/>
            <a:ln w="25400" cap="sq">
              <a:solidFill>
                <a:srgbClr val="5B9BD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62" name="Touch Point Outer">
              <a:extLst>
                <a:ext uri="{FF2B5EF4-FFF2-40B4-BE49-F238E27FC236}">
                  <a16:creationId xmlns:a16="http://schemas.microsoft.com/office/drawing/2014/main" id="{DFB52C78-EA60-99D5-C0FC-8B6B67BE05D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52738" y="1482726"/>
              <a:ext cx="474663" cy="473075"/>
            </a:xfrm>
            <a:prstGeom prst="ellipse">
              <a:avLst/>
            </a:prstGeom>
            <a:noFill/>
            <a:ln w="25400" cap="sq">
              <a:solidFill>
                <a:srgbClr val="5B9BD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63" name="Hand">
              <a:extLst>
                <a:ext uri="{FF2B5EF4-FFF2-40B4-BE49-F238E27FC236}">
                  <a16:creationId xmlns:a16="http://schemas.microsoft.com/office/drawing/2014/main" id="{D075D3BF-FDF5-DA5B-E1B7-C940E50949A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640013" y="1631951"/>
              <a:ext cx="984250" cy="1296988"/>
            </a:xfrm>
            <a:custGeom>
              <a:avLst/>
              <a:gdLst>
                <a:gd name="T0" fmla="*/ 466 w 962"/>
                <a:gd name="T1" fmla="*/ 1268 h 1268"/>
                <a:gd name="T2" fmla="*/ 391 w 962"/>
                <a:gd name="T3" fmla="*/ 1087 h 1268"/>
                <a:gd name="T4" fmla="*/ 213 w 962"/>
                <a:gd name="T5" fmla="*/ 831 h 1268"/>
                <a:gd name="T6" fmla="*/ 59 w 962"/>
                <a:gd name="T7" fmla="*/ 593 h 1268"/>
                <a:gd name="T8" fmla="*/ 77 w 962"/>
                <a:gd name="T9" fmla="*/ 487 h 1268"/>
                <a:gd name="T10" fmla="*/ 371 w 962"/>
                <a:gd name="T11" fmla="*/ 690 h 1268"/>
                <a:gd name="T12" fmla="*/ 369 w 962"/>
                <a:gd name="T13" fmla="*/ 117 h 1268"/>
                <a:gd name="T14" fmla="*/ 516 w 962"/>
                <a:gd name="T15" fmla="*/ 117 h 1268"/>
                <a:gd name="T16" fmla="*/ 516 w 962"/>
                <a:gd name="T17" fmla="*/ 533 h 1268"/>
                <a:gd name="T18" fmla="*/ 516 w 962"/>
                <a:gd name="T19" fmla="*/ 399 h 1268"/>
                <a:gd name="T20" fmla="*/ 662 w 962"/>
                <a:gd name="T21" fmla="*/ 399 h 1268"/>
                <a:gd name="T22" fmla="*/ 662 w 962"/>
                <a:gd name="T23" fmla="*/ 610 h 1268"/>
                <a:gd name="T24" fmla="*/ 662 w 962"/>
                <a:gd name="T25" fmla="*/ 479 h 1268"/>
                <a:gd name="T26" fmla="*/ 807 w 962"/>
                <a:gd name="T27" fmla="*/ 488 h 1268"/>
                <a:gd name="T28" fmla="*/ 807 w 962"/>
                <a:gd name="T29" fmla="*/ 678 h 1268"/>
                <a:gd name="T30" fmla="*/ 807 w 962"/>
                <a:gd name="T31" fmla="*/ 542 h 1268"/>
                <a:gd name="T32" fmla="*/ 946 w 962"/>
                <a:gd name="T33" fmla="*/ 555 h 1268"/>
                <a:gd name="T34" fmla="*/ 946 w 962"/>
                <a:gd name="T35" fmla="*/ 949 h 1268"/>
                <a:gd name="T36" fmla="*/ 851 w 962"/>
                <a:gd name="T37" fmla="*/ 1268 h 1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2" h="1268">
                  <a:moveTo>
                    <a:pt x="466" y="1268"/>
                  </a:moveTo>
                  <a:cubicBezTo>
                    <a:pt x="466" y="1187"/>
                    <a:pt x="449" y="1130"/>
                    <a:pt x="391" y="1087"/>
                  </a:cubicBezTo>
                  <a:cubicBezTo>
                    <a:pt x="328" y="1041"/>
                    <a:pt x="243" y="917"/>
                    <a:pt x="213" y="831"/>
                  </a:cubicBezTo>
                  <a:cubicBezTo>
                    <a:pt x="182" y="745"/>
                    <a:pt x="105" y="653"/>
                    <a:pt x="59" y="593"/>
                  </a:cubicBezTo>
                  <a:cubicBezTo>
                    <a:pt x="17" y="554"/>
                    <a:pt x="0" y="519"/>
                    <a:pt x="77" y="487"/>
                  </a:cubicBezTo>
                  <a:cubicBezTo>
                    <a:pt x="247" y="462"/>
                    <a:pt x="310" y="775"/>
                    <a:pt x="371" y="690"/>
                  </a:cubicBezTo>
                  <a:cubicBezTo>
                    <a:pt x="371" y="537"/>
                    <a:pt x="369" y="216"/>
                    <a:pt x="369" y="117"/>
                  </a:cubicBezTo>
                  <a:cubicBezTo>
                    <a:pt x="369" y="0"/>
                    <a:pt x="516" y="1"/>
                    <a:pt x="516" y="117"/>
                  </a:cubicBezTo>
                  <a:lnTo>
                    <a:pt x="516" y="533"/>
                  </a:lnTo>
                  <a:lnTo>
                    <a:pt x="516" y="399"/>
                  </a:lnTo>
                  <a:cubicBezTo>
                    <a:pt x="516" y="284"/>
                    <a:pt x="662" y="325"/>
                    <a:pt x="662" y="399"/>
                  </a:cubicBezTo>
                  <a:lnTo>
                    <a:pt x="662" y="610"/>
                  </a:lnTo>
                  <a:lnTo>
                    <a:pt x="662" y="479"/>
                  </a:lnTo>
                  <a:cubicBezTo>
                    <a:pt x="662" y="359"/>
                    <a:pt x="807" y="404"/>
                    <a:pt x="807" y="488"/>
                  </a:cubicBezTo>
                  <a:lnTo>
                    <a:pt x="807" y="678"/>
                  </a:lnTo>
                  <a:lnTo>
                    <a:pt x="807" y="542"/>
                  </a:lnTo>
                  <a:cubicBezTo>
                    <a:pt x="807" y="440"/>
                    <a:pt x="946" y="483"/>
                    <a:pt x="946" y="555"/>
                  </a:cubicBezTo>
                  <a:cubicBezTo>
                    <a:pt x="946" y="555"/>
                    <a:pt x="962" y="827"/>
                    <a:pt x="946" y="949"/>
                  </a:cubicBezTo>
                  <a:cubicBezTo>
                    <a:pt x="935" y="1042"/>
                    <a:pt x="851" y="1115"/>
                    <a:pt x="851" y="1268"/>
                  </a:cubicBezTo>
                </a:path>
              </a:pathLst>
            </a:custGeom>
            <a:solidFill>
              <a:srgbClr val="FFFFFF"/>
            </a:solidFill>
            <a:ln w="25400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68" name="TextBox 167">
            <a:extLst>
              <a:ext uri="{FF2B5EF4-FFF2-40B4-BE49-F238E27FC236}">
                <a16:creationId xmlns:a16="http://schemas.microsoft.com/office/drawing/2014/main" id="{1978E4C7-0208-CA6C-F9E0-04F69B9DD093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휴대전화번호 </a:t>
            </a:r>
            <a:r>
              <a:rPr lang="ko-KR" altLang="en-US" sz="800" dirty="0" err="1">
                <a:solidFill>
                  <a:prstClr val="black"/>
                </a:solidFill>
              </a:rPr>
              <a:t>알럿</a:t>
            </a:r>
            <a:r>
              <a:rPr lang="ko-KR" altLang="en-US" sz="800" dirty="0">
                <a:solidFill>
                  <a:prstClr val="black"/>
                </a:solidFill>
              </a:rPr>
              <a:t> 메시지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28C7FE20-D150-F362-096E-BC1CD9E02412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>
                <a:solidFill>
                  <a:prstClr val="black"/>
                </a:solidFill>
              </a:rPr>
              <a:t>홈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회원가입</a:t>
            </a:r>
          </a:p>
        </p:txBody>
      </p:sp>
      <p:graphicFrame>
        <p:nvGraphicFramePr>
          <p:cNvPr id="170" name="Group 260">
            <a:extLst>
              <a:ext uri="{FF2B5EF4-FFF2-40B4-BE49-F238E27FC236}">
                <a16:creationId xmlns:a16="http://schemas.microsoft.com/office/drawing/2014/main" id="{4048335B-4F08-EFF6-FE7B-D98DD43485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064042"/>
              </p:ext>
            </p:extLst>
          </p:nvPr>
        </p:nvGraphicFramePr>
        <p:xfrm>
          <a:off x="6969418" y="2548005"/>
          <a:ext cx="2772114" cy="2785558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회원가입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비밀번호 입력 </a:t>
                      </a:r>
                      <a:r>
                        <a:rPr kumimoji="1" lang="ko-KR" altLang="en-US" sz="7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알럿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최초 변경 신청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최초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입력시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노출 화면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비밀번호 입력 안내 문구 노출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자릿수 미만 </a:t>
                      </a:r>
                      <a:r>
                        <a:rPr kumimoji="1" lang="en-US" altLang="ko-KR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or </a:t>
                      </a: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정책에 맞지 않는 번호 </a:t>
                      </a:r>
                      <a:r>
                        <a:rPr kumimoji="1" lang="ko-KR" altLang="en-US" sz="7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입력시</a:t>
                      </a: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자릿수 미만 비밀번호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입력시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오류 메시지 노출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정책에 맞지 않은 비밀번호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입력시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오류 메시지 노출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98225"/>
                  </a:ext>
                </a:extLst>
              </a:tr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연속된 숫자</a:t>
                      </a: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or </a:t>
                      </a: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아이디와 동일한 비밀번호 </a:t>
                      </a:r>
                      <a:r>
                        <a:rPr kumimoji="1" lang="ko-KR" altLang="en-US" sz="7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입력시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연속된 숫자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입력시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오류 메시지 노출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아이디와 동일한 비밀번호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입력시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오류 메시지 노출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767904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정상 번호 입력 완료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정상 비밀번호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입력시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재확인 비밀번호 입력 활성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512549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재확인 비밀번호 오류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비밀번호와 다른 재확인 비밀번호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입력시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오류 메시지 노출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5929651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재확인 비밀번호 정상 입력 완료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비밀번호와 동일한 재확인 비밀번호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입력시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정상 처리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비밀번호 활성 아이콘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비밀번호 문자 표시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68243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734221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C1329-9B04-7EC6-45D4-42F1A909A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260">
            <a:extLst>
              <a:ext uri="{FF2B5EF4-FFF2-40B4-BE49-F238E27FC236}">
                <a16:creationId xmlns:a16="http://schemas.microsoft.com/office/drawing/2014/main" id="{C9A6FA66-C426-E2CF-2E84-143C5BFECC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679757"/>
              </p:ext>
            </p:extLst>
          </p:nvPr>
        </p:nvGraphicFramePr>
        <p:xfrm>
          <a:off x="6969418" y="2548005"/>
          <a:ext cx="2772114" cy="1064998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회원가입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약관동의 </a:t>
                      </a:r>
                      <a:r>
                        <a:rPr kumimoji="1" lang="ko-KR" altLang="en-US" sz="7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알럿메시지</a:t>
                      </a: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노출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약관동의 미 </a:t>
                      </a:r>
                      <a:r>
                        <a:rPr kumimoji="1" lang="ko-KR" altLang="en-US" sz="7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선택시</a:t>
                      </a:r>
                      <a:endParaRPr kumimoji="1" lang="ko-KR" altLang="en-US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약관동의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항목중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필수정보 미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선택시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안내 문구 노출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약관동의 선택 </a:t>
                      </a:r>
                      <a:r>
                        <a:rPr kumimoji="1" lang="ko-KR" altLang="en-US" sz="7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완료시</a:t>
                      </a:r>
                      <a:endParaRPr kumimoji="1" lang="ko-KR" altLang="en-US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약관동의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항목중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필수정보 선택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완료시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안내 문구 숨김 처리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98225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C1D4936A-267C-67AF-D373-DCC57E8A1A1F}"/>
              </a:ext>
            </a:extLst>
          </p:cNvPr>
          <p:cNvSpPr txBox="1"/>
          <p:nvPr/>
        </p:nvSpPr>
        <p:spPr>
          <a:xfrm>
            <a:off x="236476" y="1463878"/>
            <a:ext cx="9969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약관동의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A9FC52F1-0A03-1CB3-0122-0A35B9E5B341}"/>
              </a:ext>
            </a:extLst>
          </p:cNvPr>
          <p:cNvGrpSpPr/>
          <p:nvPr/>
        </p:nvGrpSpPr>
        <p:grpSpPr>
          <a:xfrm>
            <a:off x="281367" y="1719186"/>
            <a:ext cx="3075500" cy="1436880"/>
            <a:chOff x="3679367" y="1812100"/>
            <a:chExt cx="3075500" cy="1436880"/>
          </a:xfrm>
        </p:grpSpPr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2ECF22F7-1974-0953-5FEB-536C19705B4D}"/>
                </a:ext>
              </a:extLst>
            </p:cNvPr>
            <p:cNvSpPr/>
            <p:nvPr/>
          </p:nvSpPr>
          <p:spPr>
            <a:xfrm>
              <a:off x="3679367" y="1812100"/>
              <a:ext cx="3065876" cy="1436880"/>
            </a:xfrm>
            <a:prstGeom prst="roundRect">
              <a:avLst>
                <a:gd name="adj" fmla="val 4685"/>
              </a:avLst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 lang="ko-KR" altLang="en-US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00C611B-AE1D-3BBF-65C8-CA53B88E3554}"/>
                </a:ext>
              </a:extLst>
            </p:cNvPr>
            <p:cNvSpPr txBox="1"/>
            <p:nvPr/>
          </p:nvSpPr>
          <p:spPr>
            <a:xfrm>
              <a:off x="3762411" y="1957746"/>
              <a:ext cx="239686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□ 전체동의</a:t>
              </a:r>
            </a:p>
          </p:txBody>
        </p: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72BA8EDC-E83B-1443-2AD7-CD517097D75E}"/>
                </a:ext>
              </a:extLst>
            </p:cNvPr>
            <p:cNvCxnSpPr/>
            <p:nvPr/>
          </p:nvCxnSpPr>
          <p:spPr>
            <a:xfrm>
              <a:off x="3793113" y="2220223"/>
              <a:ext cx="2880000" cy="0"/>
            </a:xfrm>
            <a:prstGeom prst="line">
              <a:avLst/>
            </a:prstGeom>
            <a:ln w="6350" cmpd="sng">
              <a:solidFill>
                <a:schemeClr val="bg1">
                  <a:lumMod val="50000"/>
                </a:schemeClr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22F63FF1-375D-9F63-3940-A8A14597F5CE}"/>
                </a:ext>
              </a:extLst>
            </p:cNvPr>
            <p:cNvGrpSpPr/>
            <p:nvPr/>
          </p:nvGrpSpPr>
          <p:grpSpPr>
            <a:xfrm>
              <a:off x="3758227" y="2304906"/>
              <a:ext cx="2996640" cy="573254"/>
              <a:chOff x="3758227" y="2304906"/>
              <a:chExt cx="2996640" cy="573254"/>
            </a:xfrm>
          </p:grpSpPr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52C31CF-B9D9-A9A3-C5AD-82341C1C09E6}"/>
                  </a:ext>
                </a:extLst>
              </p:cNvPr>
              <p:cNvSpPr txBox="1"/>
              <p:nvPr/>
            </p:nvSpPr>
            <p:spPr>
              <a:xfrm>
                <a:off x="6081678" y="2332561"/>
                <a:ext cx="673189" cy="5455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200000"/>
                  </a:lnSpc>
                </a:pPr>
                <a:r>
                  <a:rPr lang="ko-KR" altLang="en-US" sz="800" b="1" dirty="0"/>
                  <a:t>전문보기</a:t>
                </a:r>
                <a:endParaRPr lang="en-US" altLang="ko-KR" sz="800" b="1" dirty="0"/>
              </a:p>
              <a:p>
                <a:pPr algn="ctr">
                  <a:lnSpc>
                    <a:spcPct val="200000"/>
                  </a:lnSpc>
                </a:pPr>
                <a:r>
                  <a:rPr lang="ko-KR" altLang="en-US" sz="800" b="1" dirty="0"/>
                  <a:t>전문보기</a:t>
                </a:r>
                <a:endParaRPr lang="en-US" altLang="ko-KR" sz="800" b="1" dirty="0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61AD9DE-1150-67A6-5609-194BF6EDDCFC}"/>
                  </a:ext>
                </a:extLst>
              </p:cNvPr>
              <p:cNvSpPr txBox="1"/>
              <p:nvPr/>
            </p:nvSpPr>
            <p:spPr>
              <a:xfrm>
                <a:off x="3758227" y="2304906"/>
                <a:ext cx="2396868" cy="5455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800" dirty="0"/>
                  <a:t>□ 이용약관 동의 </a:t>
                </a:r>
                <a:r>
                  <a:rPr lang="en-US" altLang="ko-KR" sz="800" dirty="0"/>
                  <a:t>(</a:t>
                </a:r>
                <a:r>
                  <a:rPr lang="ko-KR" altLang="en-US" sz="800" dirty="0"/>
                  <a:t>필수</a:t>
                </a:r>
                <a:r>
                  <a:rPr lang="en-US" altLang="ko-KR" sz="800" dirty="0"/>
                  <a:t>)</a:t>
                </a:r>
              </a:p>
              <a:p>
                <a:pPr>
                  <a:lnSpc>
                    <a:spcPct val="200000"/>
                  </a:lnSpc>
                </a:pPr>
                <a:r>
                  <a:rPr lang="ko-KR" altLang="en-US" sz="800" dirty="0"/>
                  <a:t>□ 개인정보 수집</a:t>
                </a:r>
                <a:r>
                  <a:rPr lang="en-US" altLang="ko-KR" sz="800" dirty="0"/>
                  <a:t>·</a:t>
                </a:r>
                <a:r>
                  <a:rPr lang="ko-KR" altLang="en-US" sz="800" dirty="0"/>
                  <a:t>이용 동의 </a:t>
                </a:r>
                <a:r>
                  <a:rPr lang="en-US" altLang="ko-KR" sz="800" dirty="0"/>
                  <a:t>(</a:t>
                </a:r>
                <a:r>
                  <a:rPr lang="ko-KR" altLang="en-US" sz="800" dirty="0"/>
                  <a:t>필수</a:t>
                </a:r>
                <a:r>
                  <a:rPr lang="en-US" altLang="ko-KR" sz="800" dirty="0"/>
                  <a:t>)</a:t>
                </a:r>
                <a:endParaRPr lang="ko-KR" altLang="en-US" sz="800" dirty="0"/>
              </a:p>
            </p:txBody>
          </p:sp>
        </p:grp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BD382575-B0E2-F56D-4027-1103AE63CD66}"/>
              </a:ext>
            </a:extLst>
          </p:cNvPr>
          <p:cNvSpPr txBox="1"/>
          <p:nvPr/>
        </p:nvSpPr>
        <p:spPr>
          <a:xfrm>
            <a:off x="284916" y="3171487"/>
            <a:ext cx="2973559" cy="253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FF0000"/>
                </a:solidFill>
              </a:rPr>
              <a:t>서비스 이용을 위해 필수 약관에 동의해 주세요</a:t>
            </a: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3E920365-DFB9-3702-4423-1208E9761582}"/>
              </a:ext>
            </a:extLst>
          </p:cNvPr>
          <p:cNvGrpSpPr/>
          <p:nvPr/>
        </p:nvGrpSpPr>
        <p:grpSpPr>
          <a:xfrm>
            <a:off x="3632159" y="1719186"/>
            <a:ext cx="3075500" cy="1436880"/>
            <a:chOff x="3679367" y="1812100"/>
            <a:chExt cx="3075500" cy="1436880"/>
          </a:xfrm>
        </p:grpSpPr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BB117DE4-04CE-4BED-533B-9EBBBE5A9203}"/>
                </a:ext>
              </a:extLst>
            </p:cNvPr>
            <p:cNvSpPr/>
            <p:nvPr/>
          </p:nvSpPr>
          <p:spPr>
            <a:xfrm>
              <a:off x="3679367" y="1812100"/>
              <a:ext cx="3065876" cy="1436880"/>
            </a:xfrm>
            <a:prstGeom prst="roundRect">
              <a:avLst>
                <a:gd name="adj" fmla="val 4685"/>
              </a:avLst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 lang="ko-KR" altLang="en-US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E392517-6882-2961-FDE4-62EBC57125BE}"/>
                </a:ext>
              </a:extLst>
            </p:cNvPr>
            <p:cNvSpPr txBox="1"/>
            <p:nvPr/>
          </p:nvSpPr>
          <p:spPr>
            <a:xfrm>
              <a:off x="3762411" y="1957746"/>
              <a:ext cx="239686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■ 전체동의</a:t>
              </a:r>
            </a:p>
          </p:txBody>
        </p: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4B3280F3-B47D-093E-C664-0A0CA2C4E3BD}"/>
                </a:ext>
              </a:extLst>
            </p:cNvPr>
            <p:cNvCxnSpPr/>
            <p:nvPr/>
          </p:nvCxnSpPr>
          <p:spPr>
            <a:xfrm>
              <a:off x="3793113" y="2220223"/>
              <a:ext cx="2880000" cy="0"/>
            </a:xfrm>
            <a:prstGeom prst="line">
              <a:avLst/>
            </a:prstGeom>
            <a:ln w="6350" cmpd="sng">
              <a:solidFill>
                <a:schemeClr val="bg1">
                  <a:lumMod val="50000"/>
                </a:schemeClr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50C96DF5-F807-04EA-071F-35FFDB14E922}"/>
                </a:ext>
              </a:extLst>
            </p:cNvPr>
            <p:cNvGrpSpPr/>
            <p:nvPr/>
          </p:nvGrpSpPr>
          <p:grpSpPr>
            <a:xfrm>
              <a:off x="3758227" y="2304906"/>
              <a:ext cx="2996640" cy="573254"/>
              <a:chOff x="3758227" y="2304906"/>
              <a:chExt cx="2996640" cy="573254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6C5D193-4802-6856-9214-6767F137ABAD}"/>
                  </a:ext>
                </a:extLst>
              </p:cNvPr>
              <p:cNvSpPr txBox="1"/>
              <p:nvPr/>
            </p:nvSpPr>
            <p:spPr>
              <a:xfrm>
                <a:off x="6081678" y="2332561"/>
                <a:ext cx="673189" cy="5455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200000"/>
                  </a:lnSpc>
                </a:pPr>
                <a:r>
                  <a:rPr lang="ko-KR" altLang="en-US" sz="800" b="1" dirty="0"/>
                  <a:t>전문보기</a:t>
                </a:r>
                <a:endParaRPr lang="en-US" altLang="ko-KR" sz="800" b="1" dirty="0"/>
              </a:p>
              <a:p>
                <a:pPr algn="ctr">
                  <a:lnSpc>
                    <a:spcPct val="200000"/>
                  </a:lnSpc>
                </a:pPr>
                <a:r>
                  <a:rPr lang="ko-KR" altLang="en-US" sz="800" b="1" dirty="0"/>
                  <a:t>전문보기</a:t>
                </a:r>
                <a:endParaRPr lang="en-US" altLang="ko-KR" sz="800" b="1" dirty="0"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72BCDA3-853C-EFEF-951A-43BCD834BEEA}"/>
                  </a:ext>
                </a:extLst>
              </p:cNvPr>
              <p:cNvSpPr txBox="1"/>
              <p:nvPr/>
            </p:nvSpPr>
            <p:spPr>
              <a:xfrm>
                <a:off x="3758227" y="2304906"/>
                <a:ext cx="2396868" cy="5455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800" dirty="0"/>
                  <a:t>■ 이용약관 동의 </a:t>
                </a:r>
                <a:r>
                  <a:rPr lang="en-US" altLang="ko-KR" sz="800" dirty="0"/>
                  <a:t>(</a:t>
                </a:r>
                <a:r>
                  <a:rPr lang="ko-KR" altLang="en-US" sz="800" dirty="0"/>
                  <a:t>필수</a:t>
                </a:r>
                <a:r>
                  <a:rPr lang="en-US" altLang="ko-KR" sz="800" dirty="0"/>
                  <a:t>)</a:t>
                </a:r>
              </a:p>
              <a:p>
                <a:pPr>
                  <a:lnSpc>
                    <a:spcPct val="200000"/>
                  </a:lnSpc>
                </a:pPr>
                <a:r>
                  <a:rPr lang="ko-KR" altLang="en-US" sz="800" dirty="0"/>
                  <a:t>■ 개인정보 수집</a:t>
                </a:r>
                <a:r>
                  <a:rPr lang="en-US" altLang="ko-KR" sz="800" dirty="0"/>
                  <a:t>·</a:t>
                </a:r>
                <a:r>
                  <a:rPr lang="ko-KR" altLang="en-US" sz="800" dirty="0"/>
                  <a:t>이용 동의 </a:t>
                </a:r>
                <a:r>
                  <a:rPr lang="en-US" altLang="ko-KR" sz="800" dirty="0"/>
                  <a:t>(</a:t>
                </a:r>
                <a:r>
                  <a:rPr lang="ko-KR" altLang="en-US" sz="800" dirty="0"/>
                  <a:t>필수</a:t>
                </a:r>
                <a:r>
                  <a:rPr lang="en-US" altLang="ko-KR" sz="800" dirty="0"/>
                  <a:t>)</a:t>
                </a:r>
                <a:endParaRPr lang="ko-KR" altLang="en-US" sz="800" dirty="0"/>
              </a:p>
            </p:txBody>
          </p:sp>
        </p:grp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4893C30B-63BD-B3C6-3A0D-B36C6643D6C4}"/>
              </a:ext>
            </a:extLst>
          </p:cNvPr>
          <p:cNvGrpSpPr/>
          <p:nvPr/>
        </p:nvGrpSpPr>
        <p:grpSpPr>
          <a:xfrm>
            <a:off x="286989" y="3650467"/>
            <a:ext cx="3075500" cy="1436880"/>
            <a:chOff x="3679367" y="1812100"/>
            <a:chExt cx="3075500" cy="1436880"/>
          </a:xfrm>
        </p:grpSpPr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1229FE8E-E418-1084-475F-E2DEE3F07EB0}"/>
                </a:ext>
              </a:extLst>
            </p:cNvPr>
            <p:cNvSpPr/>
            <p:nvPr/>
          </p:nvSpPr>
          <p:spPr>
            <a:xfrm>
              <a:off x="3679367" y="1812100"/>
              <a:ext cx="3065876" cy="1436880"/>
            </a:xfrm>
            <a:prstGeom prst="roundRect">
              <a:avLst>
                <a:gd name="adj" fmla="val 4685"/>
              </a:avLst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 lang="ko-KR" altLang="en-US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D1B76EA-594D-9794-3AE7-1B68EA3A6B8B}"/>
                </a:ext>
              </a:extLst>
            </p:cNvPr>
            <p:cNvSpPr txBox="1"/>
            <p:nvPr/>
          </p:nvSpPr>
          <p:spPr>
            <a:xfrm>
              <a:off x="3762411" y="1957746"/>
              <a:ext cx="239686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□ 전체동의</a:t>
              </a:r>
            </a:p>
          </p:txBody>
        </p: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1BFB7E50-2480-238A-02C5-9B8B7F7DA88D}"/>
                </a:ext>
              </a:extLst>
            </p:cNvPr>
            <p:cNvCxnSpPr/>
            <p:nvPr/>
          </p:nvCxnSpPr>
          <p:spPr>
            <a:xfrm>
              <a:off x="3793113" y="2220223"/>
              <a:ext cx="2880000" cy="0"/>
            </a:xfrm>
            <a:prstGeom prst="line">
              <a:avLst/>
            </a:prstGeom>
            <a:ln w="6350" cmpd="sng">
              <a:solidFill>
                <a:schemeClr val="bg1">
                  <a:lumMod val="50000"/>
                </a:schemeClr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395D1D80-76FC-31D1-63E5-2F21373B2D36}"/>
                </a:ext>
              </a:extLst>
            </p:cNvPr>
            <p:cNvGrpSpPr/>
            <p:nvPr/>
          </p:nvGrpSpPr>
          <p:grpSpPr>
            <a:xfrm>
              <a:off x="3758227" y="2304906"/>
              <a:ext cx="2996640" cy="573254"/>
              <a:chOff x="3758227" y="2304906"/>
              <a:chExt cx="2996640" cy="573254"/>
            </a:xfrm>
          </p:grpSpPr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FF4B587-3451-157C-3DD8-E99230233BE3}"/>
                  </a:ext>
                </a:extLst>
              </p:cNvPr>
              <p:cNvSpPr txBox="1"/>
              <p:nvPr/>
            </p:nvSpPr>
            <p:spPr>
              <a:xfrm>
                <a:off x="6081678" y="2332561"/>
                <a:ext cx="673189" cy="5455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200000"/>
                  </a:lnSpc>
                </a:pPr>
                <a:r>
                  <a:rPr lang="ko-KR" altLang="en-US" sz="800" b="1" dirty="0"/>
                  <a:t>전문보기</a:t>
                </a:r>
                <a:endParaRPr lang="en-US" altLang="ko-KR" sz="800" b="1" dirty="0"/>
              </a:p>
              <a:p>
                <a:pPr algn="ctr">
                  <a:lnSpc>
                    <a:spcPct val="200000"/>
                  </a:lnSpc>
                </a:pPr>
                <a:r>
                  <a:rPr lang="ko-KR" altLang="en-US" sz="800" b="1" dirty="0"/>
                  <a:t>전문보기</a:t>
                </a:r>
                <a:endParaRPr lang="en-US" altLang="ko-KR" sz="800" b="1" dirty="0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E08093D-831C-05A7-2514-9D5839EADC03}"/>
                  </a:ext>
                </a:extLst>
              </p:cNvPr>
              <p:cNvSpPr txBox="1"/>
              <p:nvPr/>
            </p:nvSpPr>
            <p:spPr>
              <a:xfrm>
                <a:off x="3758227" y="2304906"/>
                <a:ext cx="2396868" cy="5455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800" dirty="0"/>
                  <a:t>■ 이용약관 동의 </a:t>
                </a:r>
                <a:r>
                  <a:rPr lang="en-US" altLang="ko-KR" sz="800" dirty="0"/>
                  <a:t>(</a:t>
                </a:r>
                <a:r>
                  <a:rPr lang="ko-KR" altLang="en-US" sz="800" dirty="0"/>
                  <a:t>필수</a:t>
                </a:r>
                <a:r>
                  <a:rPr lang="en-US" altLang="ko-KR" sz="800" dirty="0"/>
                  <a:t>)</a:t>
                </a:r>
              </a:p>
              <a:p>
                <a:pPr>
                  <a:lnSpc>
                    <a:spcPct val="200000"/>
                  </a:lnSpc>
                </a:pPr>
                <a:r>
                  <a:rPr lang="ko-KR" altLang="en-US" sz="800" dirty="0"/>
                  <a:t>□ 개인정보 수집</a:t>
                </a:r>
                <a:r>
                  <a:rPr lang="en-US" altLang="ko-KR" sz="800" dirty="0"/>
                  <a:t>·</a:t>
                </a:r>
                <a:r>
                  <a:rPr lang="ko-KR" altLang="en-US" sz="800" dirty="0"/>
                  <a:t>이용 동의 </a:t>
                </a:r>
                <a:r>
                  <a:rPr lang="en-US" altLang="ko-KR" sz="800" dirty="0"/>
                  <a:t>(</a:t>
                </a:r>
                <a:r>
                  <a:rPr lang="ko-KR" altLang="en-US" sz="800" dirty="0"/>
                  <a:t>필수</a:t>
                </a:r>
                <a:r>
                  <a:rPr lang="en-US" altLang="ko-KR" sz="800" dirty="0"/>
                  <a:t>)</a:t>
                </a:r>
                <a:endParaRPr lang="ko-KR" altLang="en-US" sz="800" dirty="0"/>
              </a:p>
            </p:txBody>
          </p:sp>
        </p:grp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750F90A3-7C85-D296-ADAA-94E3A4EB08D1}"/>
              </a:ext>
            </a:extLst>
          </p:cNvPr>
          <p:cNvSpPr txBox="1"/>
          <p:nvPr/>
        </p:nvSpPr>
        <p:spPr>
          <a:xfrm>
            <a:off x="290538" y="5102768"/>
            <a:ext cx="2973559" cy="253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FF0000"/>
                </a:solidFill>
              </a:rPr>
              <a:t>서비스 이용을 위해 필수 약관에 동의해 주세요</a:t>
            </a: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09CBA4F9-50B4-4BDA-1DE6-9B8FA003C571}"/>
              </a:ext>
            </a:extLst>
          </p:cNvPr>
          <p:cNvGrpSpPr/>
          <p:nvPr/>
        </p:nvGrpSpPr>
        <p:grpSpPr>
          <a:xfrm>
            <a:off x="3589232" y="3645024"/>
            <a:ext cx="3075500" cy="1436880"/>
            <a:chOff x="3679367" y="1812100"/>
            <a:chExt cx="3075500" cy="1436880"/>
          </a:xfrm>
        </p:grpSpPr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957520A4-A2E4-516E-F920-8DB42E57200C}"/>
                </a:ext>
              </a:extLst>
            </p:cNvPr>
            <p:cNvSpPr/>
            <p:nvPr/>
          </p:nvSpPr>
          <p:spPr>
            <a:xfrm>
              <a:off x="3679367" y="1812100"/>
              <a:ext cx="3065876" cy="1436880"/>
            </a:xfrm>
            <a:prstGeom prst="roundRect">
              <a:avLst>
                <a:gd name="adj" fmla="val 4685"/>
              </a:avLst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 lang="ko-KR" altLang="en-US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A54A819-FB02-8D5B-70AF-2A403AEC8847}"/>
                </a:ext>
              </a:extLst>
            </p:cNvPr>
            <p:cNvSpPr txBox="1"/>
            <p:nvPr/>
          </p:nvSpPr>
          <p:spPr>
            <a:xfrm>
              <a:off x="3762411" y="1957746"/>
              <a:ext cx="239686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□ 전체동의</a:t>
              </a:r>
            </a:p>
          </p:txBody>
        </p:sp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D1379C73-935B-CA10-F765-01B837492D8B}"/>
                </a:ext>
              </a:extLst>
            </p:cNvPr>
            <p:cNvCxnSpPr/>
            <p:nvPr/>
          </p:nvCxnSpPr>
          <p:spPr>
            <a:xfrm>
              <a:off x="3793113" y="2220223"/>
              <a:ext cx="2880000" cy="0"/>
            </a:xfrm>
            <a:prstGeom prst="line">
              <a:avLst/>
            </a:prstGeom>
            <a:ln w="6350" cmpd="sng">
              <a:solidFill>
                <a:schemeClr val="bg1">
                  <a:lumMod val="50000"/>
                </a:schemeClr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494960C8-E9D8-05DD-A86C-4A95E4AE4D54}"/>
                </a:ext>
              </a:extLst>
            </p:cNvPr>
            <p:cNvGrpSpPr/>
            <p:nvPr/>
          </p:nvGrpSpPr>
          <p:grpSpPr>
            <a:xfrm>
              <a:off x="3758227" y="2304906"/>
              <a:ext cx="2996640" cy="573254"/>
              <a:chOff x="3758227" y="2304906"/>
              <a:chExt cx="2996640" cy="573254"/>
            </a:xfrm>
          </p:grpSpPr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1A66AD1-DB8A-8279-537A-F7C1C36ABF0E}"/>
                  </a:ext>
                </a:extLst>
              </p:cNvPr>
              <p:cNvSpPr txBox="1"/>
              <p:nvPr/>
            </p:nvSpPr>
            <p:spPr>
              <a:xfrm>
                <a:off x="6081678" y="2332561"/>
                <a:ext cx="673189" cy="5455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200000"/>
                  </a:lnSpc>
                </a:pPr>
                <a:r>
                  <a:rPr lang="ko-KR" altLang="en-US" sz="800" b="1" dirty="0"/>
                  <a:t>전문보기</a:t>
                </a:r>
                <a:endParaRPr lang="en-US" altLang="ko-KR" sz="800" b="1" dirty="0"/>
              </a:p>
              <a:p>
                <a:pPr algn="ctr">
                  <a:lnSpc>
                    <a:spcPct val="200000"/>
                  </a:lnSpc>
                </a:pPr>
                <a:r>
                  <a:rPr lang="ko-KR" altLang="en-US" sz="800" b="1" dirty="0"/>
                  <a:t>전문보기</a:t>
                </a:r>
                <a:endParaRPr lang="en-US" altLang="ko-KR" sz="800" b="1" dirty="0"/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A9D5A40A-02FD-E537-8116-14D28C425EA5}"/>
                  </a:ext>
                </a:extLst>
              </p:cNvPr>
              <p:cNvSpPr txBox="1"/>
              <p:nvPr/>
            </p:nvSpPr>
            <p:spPr>
              <a:xfrm>
                <a:off x="3758227" y="2304906"/>
                <a:ext cx="2396868" cy="5455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800" dirty="0"/>
                  <a:t>□ 이용약관 동의 </a:t>
                </a:r>
                <a:r>
                  <a:rPr lang="en-US" altLang="ko-KR" sz="800" dirty="0"/>
                  <a:t>(</a:t>
                </a:r>
                <a:r>
                  <a:rPr lang="ko-KR" altLang="en-US" sz="800" dirty="0"/>
                  <a:t>필수</a:t>
                </a:r>
                <a:r>
                  <a:rPr lang="en-US" altLang="ko-KR" sz="800" dirty="0"/>
                  <a:t>)</a:t>
                </a:r>
              </a:p>
              <a:p>
                <a:pPr>
                  <a:lnSpc>
                    <a:spcPct val="200000"/>
                  </a:lnSpc>
                </a:pPr>
                <a:r>
                  <a:rPr lang="ko-KR" altLang="en-US" sz="800" dirty="0"/>
                  <a:t>■ 개인정보 수집</a:t>
                </a:r>
                <a:r>
                  <a:rPr lang="en-US" altLang="ko-KR" sz="800" dirty="0"/>
                  <a:t>·</a:t>
                </a:r>
                <a:r>
                  <a:rPr lang="ko-KR" altLang="en-US" sz="800" dirty="0"/>
                  <a:t>이용 동의 </a:t>
                </a:r>
                <a:r>
                  <a:rPr lang="en-US" altLang="ko-KR" sz="800" dirty="0"/>
                  <a:t>(</a:t>
                </a:r>
                <a:r>
                  <a:rPr lang="ko-KR" altLang="en-US" sz="800" dirty="0"/>
                  <a:t>필수</a:t>
                </a:r>
                <a:r>
                  <a:rPr lang="en-US" altLang="ko-KR" sz="800" dirty="0"/>
                  <a:t>)</a:t>
                </a:r>
                <a:endParaRPr lang="ko-KR" altLang="en-US" sz="800" dirty="0"/>
              </a:p>
            </p:txBody>
          </p:sp>
        </p:grp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BF9C9255-1804-8A75-A588-9EC618BB15D1}"/>
              </a:ext>
            </a:extLst>
          </p:cNvPr>
          <p:cNvSpPr txBox="1"/>
          <p:nvPr/>
        </p:nvSpPr>
        <p:spPr>
          <a:xfrm>
            <a:off x="3592781" y="5097325"/>
            <a:ext cx="2973559" cy="253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FF0000"/>
                </a:solidFill>
              </a:rPr>
              <a:t>서비스 이용을 위해 필수 약관에 동의해 주세요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DA31E2-61AD-0A08-AA4C-23BEC7D7C1E9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>
                <a:solidFill>
                  <a:prstClr val="black"/>
                </a:solidFill>
              </a:rPr>
              <a:t>홈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회원가입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62FC0F-6577-0B9F-5BE8-BB260D01A970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회원가입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0DEEB7-D943-087C-C2D5-9D49CEFC8D8D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약관동의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7F05601B-39BF-1593-79DC-31EBB6FE8F25}"/>
              </a:ext>
            </a:extLst>
          </p:cNvPr>
          <p:cNvSpPr/>
          <p:nvPr/>
        </p:nvSpPr>
        <p:spPr>
          <a:xfrm>
            <a:off x="128464" y="1664804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1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7204493-1A50-C386-3BC5-1161CB450FA1}"/>
              </a:ext>
            </a:extLst>
          </p:cNvPr>
          <p:cNvSpPr/>
          <p:nvPr/>
        </p:nvSpPr>
        <p:spPr>
          <a:xfrm>
            <a:off x="3514535" y="1621177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2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B7555B15-7F1D-9092-45AE-B0C926B59427}"/>
              </a:ext>
            </a:extLst>
          </p:cNvPr>
          <p:cNvSpPr/>
          <p:nvPr/>
        </p:nvSpPr>
        <p:spPr>
          <a:xfrm>
            <a:off x="182033" y="3555807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1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AADA2782-9DF4-C6EF-B0DB-095059AAB6B3}"/>
              </a:ext>
            </a:extLst>
          </p:cNvPr>
          <p:cNvSpPr/>
          <p:nvPr/>
        </p:nvSpPr>
        <p:spPr>
          <a:xfrm>
            <a:off x="3451175" y="3551928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1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423072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C404D-B93E-C6C7-B0B8-2A5274FF3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260">
            <a:extLst>
              <a:ext uri="{FF2B5EF4-FFF2-40B4-BE49-F238E27FC236}">
                <a16:creationId xmlns:a16="http://schemas.microsoft.com/office/drawing/2014/main" id="{299244BB-18B2-96ED-1F8E-0FAF61ADB9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1197959"/>
              </p:ext>
            </p:extLst>
          </p:nvPr>
        </p:nvGraphicFramePr>
        <p:xfrm>
          <a:off x="6969418" y="2548005"/>
          <a:ext cx="2772114" cy="647558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회원가입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전문보기 팝업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전문 내용 조회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HTML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페이지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</a:tbl>
          </a:graphicData>
        </a:graphic>
      </p:graphicFrame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E66C2F6-104A-FC8C-AAAC-F8544E3A4401}"/>
              </a:ext>
            </a:extLst>
          </p:cNvPr>
          <p:cNvSpPr/>
          <p:nvPr/>
        </p:nvSpPr>
        <p:spPr>
          <a:xfrm>
            <a:off x="277701" y="1412776"/>
            <a:ext cx="3207008" cy="5040560"/>
          </a:xfrm>
          <a:prstGeom prst="roundRect">
            <a:avLst>
              <a:gd name="adj" fmla="val 4362"/>
            </a:avLst>
          </a:prstGeom>
          <a:solidFill>
            <a:schemeClr val="tx1">
              <a:alpha val="2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C5F3A819-2633-6D3D-0CF5-D138E1B51D9D}"/>
              </a:ext>
            </a:extLst>
          </p:cNvPr>
          <p:cNvSpPr/>
          <p:nvPr/>
        </p:nvSpPr>
        <p:spPr>
          <a:xfrm>
            <a:off x="3632777" y="1412776"/>
            <a:ext cx="3207008" cy="5040560"/>
          </a:xfrm>
          <a:prstGeom prst="roundRect">
            <a:avLst>
              <a:gd name="adj" fmla="val 4362"/>
            </a:avLst>
          </a:prstGeom>
          <a:solidFill>
            <a:schemeClr val="tx1">
              <a:alpha val="2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6934B7BC-48DC-FB1E-B207-18226E0ADBA9}"/>
              </a:ext>
            </a:extLst>
          </p:cNvPr>
          <p:cNvGrpSpPr/>
          <p:nvPr/>
        </p:nvGrpSpPr>
        <p:grpSpPr>
          <a:xfrm>
            <a:off x="3641243" y="1412776"/>
            <a:ext cx="3218634" cy="4644516"/>
            <a:chOff x="3641243" y="1412776"/>
            <a:chExt cx="3218634" cy="4644516"/>
          </a:xfrm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FADE2013-4264-9C70-766E-2EA9FF4BB927}"/>
                </a:ext>
              </a:extLst>
            </p:cNvPr>
            <p:cNvGrpSpPr/>
            <p:nvPr/>
          </p:nvGrpSpPr>
          <p:grpSpPr>
            <a:xfrm>
              <a:off x="3641243" y="1412776"/>
              <a:ext cx="3191585" cy="4644516"/>
              <a:chOff x="3657876" y="1412776"/>
              <a:chExt cx="3191585" cy="4644516"/>
            </a:xfrm>
          </p:grpSpPr>
          <p:sp>
            <p:nvSpPr>
              <p:cNvPr id="26" name="사각형: 둥근 모서리 25">
                <a:extLst>
                  <a:ext uri="{FF2B5EF4-FFF2-40B4-BE49-F238E27FC236}">
                    <a16:creationId xmlns:a16="http://schemas.microsoft.com/office/drawing/2014/main" id="{6E5EA189-9286-E22F-F65F-917497127148}"/>
                  </a:ext>
                </a:extLst>
              </p:cNvPr>
              <p:cNvSpPr/>
              <p:nvPr/>
            </p:nvSpPr>
            <p:spPr>
              <a:xfrm>
                <a:off x="3657876" y="1448779"/>
                <a:ext cx="3191585" cy="4608513"/>
              </a:xfrm>
              <a:prstGeom prst="roundRect">
                <a:avLst>
                  <a:gd name="adj" fmla="val 3091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47E0C84-E719-4A59-7280-8301EA043DD2}"/>
                  </a:ext>
                </a:extLst>
              </p:cNvPr>
              <p:cNvSpPr txBox="1"/>
              <p:nvPr/>
            </p:nvSpPr>
            <p:spPr>
              <a:xfrm>
                <a:off x="6502192" y="1412776"/>
                <a:ext cx="2788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/>
                  <a:t>×</a:t>
                </a:r>
                <a:endParaRPr lang="ko-KR" altLang="en-US" b="1" dirty="0"/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8ED296D-33A0-0EC3-076B-3376C54478A8}"/>
                </a:ext>
              </a:extLst>
            </p:cNvPr>
            <p:cNvSpPr txBox="1"/>
            <p:nvPr/>
          </p:nvSpPr>
          <p:spPr>
            <a:xfrm>
              <a:off x="3643686" y="1592796"/>
              <a:ext cx="320700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/>
                <a:t>개인정보처리방침</a:t>
              </a:r>
              <a:endParaRPr lang="en-US" altLang="ko-KR" sz="1000" b="1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69F7B12-0D51-4D7E-9F9B-78875B10451C}"/>
                </a:ext>
              </a:extLst>
            </p:cNvPr>
            <p:cNvSpPr txBox="1"/>
            <p:nvPr/>
          </p:nvSpPr>
          <p:spPr>
            <a:xfrm>
              <a:off x="3668292" y="5241394"/>
              <a:ext cx="319158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/>
                <a:t>부칙</a:t>
              </a:r>
              <a:endParaRPr lang="en-US" altLang="ko-KR" sz="1000" b="1" dirty="0"/>
            </a:p>
            <a:p>
              <a:endParaRPr lang="en-US" altLang="ko-KR" sz="1000" b="1" dirty="0"/>
            </a:p>
            <a:p>
              <a:r>
                <a:rPr lang="en-US" altLang="ko-KR" sz="1000" dirty="0"/>
                <a:t>1. </a:t>
              </a:r>
              <a:r>
                <a:rPr lang="ko-KR" altLang="en-US" sz="1000" dirty="0"/>
                <a:t>공지일자 </a:t>
              </a:r>
              <a:r>
                <a:rPr lang="en-US" altLang="ko-KR" sz="1000" dirty="0"/>
                <a:t>: 2026</a:t>
              </a:r>
              <a:r>
                <a:rPr lang="ko-KR" altLang="en-US" sz="1000" dirty="0"/>
                <a:t>년 </a:t>
              </a:r>
              <a:r>
                <a:rPr lang="en-US" altLang="ko-KR" sz="1000" dirty="0"/>
                <a:t>6</a:t>
              </a:r>
              <a:r>
                <a:rPr lang="ko-KR" altLang="en-US" sz="1000" dirty="0"/>
                <a:t>월 </a:t>
              </a:r>
              <a:r>
                <a:rPr lang="en-US" altLang="ko-KR" sz="1000" dirty="0"/>
                <a:t>1</a:t>
              </a:r>
              <a:r>
                <a:rPr lang="ko-KR" altLang="en-US" sz="1000" dirty="0"/>
                <a:t>일</a:t>
              </a:r>
              <a:br>
                <a:rPr lang="en-US" altLang="ko-KR" sz="1000" dirty="0"/>
              </a:br>
              <a:r>
                <a:rPr lang="en-US" altLang="ko-KR" sz="1000" dirty="0"/>
                <a:t>2. </a:t>
              </a:r>
              <a:r>
                <a:rPr lang="ko-KR" altLang="en-US" sz="1000" dirty="0"/>
                <a:t>적용일자 </a:t>
              </a:r>
              <a:r>
                <a:rPr lang="en-US" altLang="ko-KR" sz="1000" dirty="0"/>
                <a:t>: 2026</a:t>
              </a:r>
              <a:r>
                <a:rPr lang="ko-KR" altLang="en-US" sz="1000" dirty="0"/>
                <a:t>년 </a:t>
              </a:r>
              <a:r>
                <a:rPr lang="en-US" altLang="ko-KR" sz="1000" dirty="0"/>
                <a:t>6</a:t>
              </a:r>
              <a:r>
                <a:rPr lang="ko-KR" altLang="en-US" sz="1000" dirty="0"/>
                <a:t>월 </a:t>
              </a:r>
              <a:r>
                <a:rPr lang="en-US" altLang="ko-KR" sz="1000" dirty="0"/>
                <a:t>1</a:t>
              </a:r>
              <a:r>
                <a:rPr lang="ko-KR" altLang="en-US" sz="1000" dirty="0"/>
                <a:t>일</a:t>
              </a:r>
              <a:endParaRPr lang="ko-KR" altLang="en-US" sz="1000" b="1" dirty="0">
                <a:solidFill>
                  <a:srgbClr val="0000FF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FF5C9A9-867F-EF10-29AB-A35BEB69F520}"/>
                </a:ext>
              </a:extLst>
            </p:cNvPr>
            <p:cNvSpPr txBox="1"/>
            <p:nvPr/>
          </p:nvSpPr>
          <p:spPr>
            <a:xfrm>
              <a:off x="3641243" y="2024844"/>
              <a:ext cx="3191585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/>
                <a:t>제</a:t>
              </a:r>
              <a:r>
                <a:rPr lang="en-US" altLang="ko-KR" sz="1000" b="1" dirty="0"/>
                <a:t>1</a:t>
              </a:r>
              <a:r>
                <a:rPr lang="ko-KR" altLang="en-US" sz="1000" b="1" dirty="0"/>
                <a:t>조 </a:t>
              </a:r>
              <a:r>
                <a:rPr lang="en-US" altLang="ko-KR" sz="1000" b="1" dirty="0"/>
                <a:t>(</a:t>
              </a:r>
              <a:r>
                <a:rPr lang="ko-KR" altLang="en-US" sz="1000" b="1" dirty="0"/>
                <a:t>개인정보 수집에 대한 동의</a:t>
              </a:r>
              <a:r>
                <a:rPr lang="en-US" altLang="ko-KR" sz="1000" b="1" dirty="0"/>
                <a:t>)</a:t>
              </a:r>
            </a:p>
            <a:p>
              <a:endParaRPr lang="en-US" altLang="ko-KR" sz="1000" dirty="0"/>
            </a:p>
            <a:p>
              <a:r>
                <a:rPr lang="ko-KR" altLang="en-US" sz="1000" dirty="0"/>
                <a:t>이용자가 개인정보처리방침 또는 이용약관의 내용에 동의한다 또는 동의하지 않는다 버튼을 클릭할 수 있는 절차를 마련하고 있으며</a:t>
              </a:r>
              <a:r>
                <a:rPr lang="en-US" altLang="ko-KR" sz="1000" dirty="0"/>
                <a:t>, </a:t>
              </a:r>
              <a:r>
                <a:rPr lang="ko-KR" altLang="en-US" sz="1000" dirty="0"/>
                <a:t>동의한다 버튼을 클릭하면 개인정보 수집 에 동의한 것으로 봅니다</a:t>
              </a:r>
              <a:r>
                <a:rPr lang="en-US" altLang="ko-KR" sz="1000" dirty="0"/>
                <a:t>.</a:t>
              </a:r>
            </a:p>
            <a:p>
              <a:endParaRPr lang="en-US" altLang="ko-KR" sz="1000" dirty="0"/>
            </a:p>
            <a:p>
              <a:r>
                <a:rPr lang="ko-KR" altLang="en-US" sz="1000" b="1" dirty="0"/>
                <a:t>제</a:t>
              </a:r>
              <a:r>
                <a:rPr lang="en-US" altLang="ko-KR" sz="1000" b="1" dirty="0"/>
                <a:t>2</a:t>
              </a:r>
              <a:r>
                <a:rPr lang="ko-KR" altLang="en-US" sz="1000" b="1" dirty="0"/>
                <a:t>조 </a:t>
              </a:r>
              <a:r>
                <a:rPr lang="en-US" altLang="ko-KR" sz="1000" b="1" dirty="0"/>
                <a:t>(</a:t>
              </a:r>
              <a:r>
                <a:rPr lang="ko-KR" altLang="en-US" sz="1000" b="1" dirty="0"/>
                <a:t>개인정보 수집</a:t>
              </a:r>
              <a:r>
                <a:rPr lang="en-US" altLang="ko-KR" sz="1000" b="1" dirty="0"/>
                <a:t>, </a:t>
              </a:r>
              <a:r>
                <a:rPr lang="ko-KR" altLang="en-US" sz="1000" b="1" dirty="0"/>
                <a:t>이용</a:t>
              </a:r>
              <a:r>
                <a:rPr lang="en-US" altLang="ko-KR" sz="1000" b="1" dirty="0"/>
                <a:t>, </a:t>
              </a:r>
              <a:r>
                <a:rPr lang="ko-KR" altLang="en-US" sz="1000" b="1" dirty="0"/>
                <a:t>제공에 대한 동의철회</a:t>
              </a:r>
              <a:r>
                <a:rPr lang="en-US" altLang="ko-KR" sz="1000" b="1" dirty="0"/>
                <a:t>)</a:t>
              </a:r>
            </a:p>
            <a:p>
              <a:r>
                <a:rPr lang="ko-KR" altLang="en-US" sz="1000" dirty="0"/>
                <a:t>회원가입 등을 통한 개인정보의 수집</a:t>
              </a:r>
              <a:r>
                <a:rPr lang="en-US" altLang="ko-KR" sz="1000" dirty="0"/>
                <a:t>, </a:t>
              </a:r>
              <a:r>
                <a:rPr lang="ko-KR" altLang="en-US" sz="1000" dirty="0"/>
                <a:t>이용</a:t>
              </a:r>
              <a:r>
                <a:rPr lang="en-US" altLang="ko-KR" sz="1000" dirty="0"/>
                <a:t>, </a:t>
              </a:r>
              <a:r>
                <a:rPr lang="ko-KR" altLang="en-US" sz="1000" dirty="0"/>
                <a:t>제공과 관련해 귀하는 동의하신 내용을 언제든지 철회 하실 수 있습니다</a:t>
              </a:r>
              <a:r>
                <a:rPr lang="en-US" altLang="ko-KR" sz="1000" dirty="0"/>
                <a:t>. </a:t>
              </a:r>
              <a:r>
                <a:rPr lang="ko-KR" altLang="en-US" sz="1000" dirty="0"/>
                <a:t>동의철회는 홈페이지 프로필 버튼을 누른 후 마이페이지의 회원정보 수정에서 </a:t>
              </a:r>
              <a:r>
                <a:rPr lang="en-US" altLang="ko-KR" sz="1000" dirty="0"/>
                <a:t>"</a:t>
              </a:r>
              <a:r>
                <a:rPr lang="ko-KR" altLang="en-US" sz="1000" dirty="0"/>
                <a:t>회원탈퇴</a:t>
              </a:r>
              <a:r>
                <a:rPr lang="en-US" altLang="ko-KR" sz="1000" dirty="0"/>
                <a:t>"</a:t>
              </a:r>
              <a:r>
                <a:rPr lang="ko-KR" altLang="en-US" sz="1000" dirty="0"/>
                <a:t>를</a:t>
              </a:r>
              <a:endParaRPr lang="en-US" altLang="ko-KR" sz="1000" dirty="0"/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DC95D2C1-2C4D-C9AD-B242-4C438F520FA0}"/>
              </a:ext>
            </a:extLst>
          </p:cNvPr>
          <p:cNvGrpSpPr/>
          <p:nvPr/>
        </p:nvGrpSpPr>
        <p:grpSpPr>
          <a:xfrm>
            <a:off x="281493" y="1448380"/>
            <a:ext cx="3218634" cy="4644516"/>
            <a:chOff x="3641243" y="1412776"/>
            <a:chExt cx="3218634" cy="4644516"/>
          </a:xfrm>
        </p:grpSpPr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D350B688-86BF-64F2-B5CA-E227C55FB775}"/>
                </a:ext>
              </a:extLst>
            </p:cNvPr>
            <p:cNvGrpSpPr/>
            <p:nvPr/>
          </p:nvGrpSpPr>
          <p:grpSpPr>
            <a:xfrm>
              <a:off x="3641243" y="1412776"/>
              <a:ext cx="3191585" cy="4644516"/>
              <a:chOff x="3657876" y="1412776"/>
              <a:chExt cx="3191585" cy="4644516"/>
            </a:xfrm>
          </p:grpSpPr>
          <p:sp>
            <p:nvSpPr>
              <p:cNvPr id="41" name="사각형: 둥근 모서리 40">
                <a:extLst>
                  <a:ext uri="{FF2B5EF4-FFF2-40B4-BE49-F238E27FC236}">
                    <a16:creationId xmlns:a16="http://schemas.microsoft.com/office/drawing/2014/main" id="{32BCC0C2-4C50-30C4-05CA-2F83738521A9}"/>
                  </a:ext>
                </a:extLst>
              </p:cNvPr>
              <p:cNvSpPr/>
              <p:nvPr/>
            </p:nvSpPr>
            <p:spPr>
              <a:xfrm>
                <a:off x="3657876" y="1448779"/>
                <a:ext cx="3191585" cy="4608513"/>
              </a:xfrm>
              <a:prstGeom prst="roundRect">
                <a:avLst>
                  <a:gd name="adj" fmla="val 3091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9768745-D7E1-3829-2F00-E2A314411771}"/>
                  </a:ext>
                </a:extLst>
              </p:cNvPr>
              <p:cNvSpPr txBox="1"/>
              <p:nvPr/>
            </p:nvSpPr>
            <p:spPr>
              <a:xfrm>
                <a:off x="6502192" y="1412776"/>
                <a:ext cx="2788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/>
                  <a:t>×</a:t>
                </a:r>
                <a:endParaRPr lang="ko-KR" altLang="en-US" b="1" dirty="0"/>
              </a:p>
            </p:txBody>
          </p: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3A0093B-759F-8086-40D3-DEAA73C2DE72}"/>
                </a:ext>
              </a:extLst>
            </p:cNvPr>
            <p:cNvSpPr txBox="1"/>
            <p:nvPr/>
          </p:nvSpPr>
          <p:spPr>
            <a:xfrm>
              <a:off x="3643686" y="1592796"/>
              <a:ext cx="320700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/>
                <a:t>이용약관</a:t>
              </a:r>
              <a:endParaRPr lang="en-US" altLang="ko-KR" sz="1000" b="1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105A1ED-7748-7D0D-21E1-8F761C9E84DD}"/>
                </a:ext>
              </a:extLst>
            </p:cNvPr>
            <p:cNvSpPr txBox="1"/>
            <p:nvPr/>
          </p:nvSpPr>
          <p:spPr>
            <a:xfrm>
              <a:off x="3668292" y="5241394"/>
              <a:ext cx="319158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/>
                <a:t>부칙</a:t>
              </a:r>
              <a:endParaRPr lang="en-US" altLang="ko-KR" sz="1000" b="1" dirty="0"/>
            </a:p>
            <a:p>
              <a:endParaRPr lang="en-US" altLang="ko-KR" sz="1000" b="1" dirty="0"/>
            </a:p>
            <a:p>
              <a:r>
                <a:rPr lang="en-US" altLang="ko-KR" sz="1000" dirty="0"/>
                <a:t>1. </a:t>
              </a:r>
              <a:r>
                <a:rPr lang="ko-KR" altLang="en-US" sz="1000" dirty="0"/>
                <a:t>공지일자 </a:t>
              </a:r>
              <a:r>
                <a:rPr lang="en-US" altLang="ko-KR" sz="1000" dirty="0"/>
                <a:t>: 2026</a:t>
              </a:r>
              <a:r>
                <a:rPr lang="ko-KR" altLang="en-US" sz="1000" dirty="0"/>
                <a:t>년 </a:t>
              </a:r>
              <a:r>
                <a:rPr lang="en-US" altLang="ko-KR" sz="1000" dirty="0"/>
                <a:t>6</a:t>
              </a:r>
              <a:r>
                <a:rPr lang="ko-KR" altLang="en-US" sz="1000" dirty="0"/>
                <a:t>월 </a:t>
              </a:r>
              <a:r>
                <a:rPr lang="en-US" altLang="ko-KR" sz="1000" dirty="0"/>
                <a:t>1</a:t>
              </a:r>
              <a:r>
                <a:rPr lang="ko-KR" altLang="en-US" sz="1000" dirty="0"/>
                <a:t>일</a:t>
              </a:r>
              <a:br>
                <a:rPr lang="en-US" altLang="ko-KR" sz="1000" dirty="0"/>
              </a:br>
              <a:r>
                <a:rPr lang="en-US" altLang="ko-KR" sz="1000" dirty="0"/>
                <a:t>2. </a:t>
              </a:r>
              <a:r>
                <a:rPr lang="ko-KR" altLang="en-US" sz="1000" dirty="0"/>
                <a:t>적용일자 </a:t>
              </a:r>
              <a:r>
                <a:rPr lang="en-US" altLang="ko-KR" sz="1000" dirty="0"/>
                <a:t>: 2026</a:t>
              </a:r>
              <a:r>
                <a:rPr lang="ko-KR" altLang="en-US" sz="1000" dirty="0"/>
                <a:t>년 </a:t>
              </a:r>
              <a:r>
                <a:rPr lang="en-US" altLang="ko-KR" sz="1000" dirty="0"/>
                <a:t>6</a:t>
              </a:r>
              <a:r>
                <a:rPr lang="ko-KR" altLang="en-US" sz="1000" dirty="0"/>
                <a:t>월 </a:t>
              </a:r>
              <a:r>
                <a:rPr lang="en-US" altLang="ko-KR" sz="1000" dirty="0"/>
                <a:t>1</a:t>
              </a:r>
              <a:r>
                <a:rPr lang="ko-KR" altLang="en-US" sz="1000" dirty="0"/>
                <a:t>일</a:t>
              </a:r>
              <a:endParaRPr lang="ko-KR" altLang="en-US" sz="1000" b="1" dirty="0">
                <a:solidFill>
                  <a:srgbClr val="0000FF"/>
                </a:solidFill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0783D4A-F050-D097-C17F-969AA0B07475}"/>
                </a:ext>
              </a:extLst>
            </p:cNvPr>
            <p:cNvSpPr txBox="1"/>
            <p:nvPr/>
          </p:nvSpPr>
          <p:spPr>
            <a:xfrm>
              <a:off x="3641243" y="2024844"/>
              <a:ext cx="3191585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/>
                <a:t>제</a:t>
              </a:r>
              <a:r>
                <a:rPr lang="en-US" altLang="ko-KR" sz="1000" b="1" dirty="0"/>
                <a:t>1</a:t>
              </a:r>
              <a:r>
                <a:rPr lang="ko-KR" altLang="en-US" sz="1000" b="1" dirty="0"/>
                <a:t>장 총칙</a:t>
              </a:r>
              <a:endParaRPr lang="en-US" altLang="ko-KR" sz="1000" b="1" dirty="0"/>
            </a:p>
            <a:p>
              <a:endParaRPr lang="en-US" altLang="ko-KR" sz="1000" b="1" dirty="0"/>
            </a:p>
            <a:p>
              <a:r>
                <a:rPr lang="ko-KR" altLang="en-US" sz="1000" dirty="0"/>
                <a:t>제</a:t>
              </a:r>
              <a:r>
                <a:rPr lang="en-US" altLang="ko-KR" sz="1000" dirty="0"/>
                <a:t>1</a:t>
              </a:r>
              <a:r>
                <a:rPr lang="ko-KR" altLang="en-US" sz="1000" dirty="0"/>
                <a:t>조 </a:t>
              </a:r>
              <a:r>
                <a:rPr lang="en-US" altLang="ko-KR" sz="1000" dirty="0"/>
                <a:t>(</a:t>
              </a:r>
              <a:r>
                <a:rPr lang="ko-KR" altLang="en-US" sz="1000" dirty="0"/>
                <a:t>목적</a:t>
              </a:r>
              <a:r>
                <a:rPr lang="en-US" altLang="ko-KR" sz="1000" dirty="0"/>
                <a:t>)</a:t>
              </a:r>
            </a:p>
            <a:p>
              <a:endParaRPr lang="en-US" altLang="ko-KR" sz="1000" dirty="0"/>
            </a:p>
            <a:p>
              <a:r>
                <a:rPr lang="ko-KR" altLang="en-US" sz="1000" dirty="0"/>
                <a:t>본 약관은 ○○ 쇼핑몰</a:t>
              </a:r>
              <a:r>
                <a:rPr lang="en-US" altLang="ko-KR" sz="1000" dirty="0"/>
                <a:t>(</a:t>
              </a:r>
              <a:r>
                <a:rPr lang="ko-KR" altLang="en-US" sz="1000" dirty="0"/>
                <a:t>이하 </a:t>
              </a:r>
              <a:r>
                <a:rPr lang="en-US" altLang="ko-KR" sz="1000" dirty="0"/>
                <a:t>"</a:t>
              </a:r>
              <a:r>
                <a:rPr lang="ko-KR" altLang="en-US" sz="1000" dirty="0"/>
                <a:t>회사</a:t>
              </a:r>
              <a:r>
                <a:rPr lang="en-US" altLang="ko-KR" sz="1000" dirty="0"/>
                <a:t>")</a:t>
              </a:r>
              <a:r>
                <a:rPr lang="ko-KR" altLang="en-US" sz="1000" dirty="0"/>
                <a:t>이 제공하는 온라인 쇼핑몰 서비스</a:t>
              </a:r>
              <a:r>
                <a:rPr lang="en-US" altLang="ko-KR" sz="1000" dirty="0"/>
                <a:t>(</a:t>
              </a:r>
              <a:r>
                <a:rPr lang="ko-KR" altLang="en-US" sz="1000" dirty="0"/>
                <a:t>이하 </a:t>
              </a:r>
              <a:r>
                <a:rPr lang="en-US" altLang="ko-KR" sz="1000" dirty="0"/>
                <a:t>"</a:t>
              </a:r>
              <a:r>
                <a:rPr lang="ko-KR" altLang="en-US" sz="1000" dirty="0"/>
                <a:t>서비스</a:t>
              </a:r>
              <a:r>
                <a:rPr lang="en-US" altLang="ko-KR" sz="1000" dirty="0"/>
                <a:t>")</a:t>
              </a:r>
              <a:r>
                <a:rPr lang="ko-KR" altLang="en-US" sz="1000" dirty="0"/>
                <a:t>의 이용과 관련하여 회사와 이용자의 권리</a:t>
              </a:r>
              <a:r>
                <a:rPr lang="en-US" altLang="ko-KR" sz="1000" dirty="0"/>
                <a:t>·</a:t>
              </a:r>
              <a:r>
                <a:rPr lang="ko-KR" altLang="en-US" sz="1000" dirty="0"/>
                <a:t>의무 및 책임사항을 규정함을 목적으로 합니다</a:t>
              </a:r>
              <a:r>
                <a:rPr lang="en-US" altLang="ko-KR" sz="1000" dirty="0"/>
                <a:t>.</a:t>
              </a:r>
            </a:p>
            <a:p>
              <a:endParaRPr lang="en-US" altLang="ko-KR" sz="1000" dirty="0"/>
            </a:p>
            <a:p>
              <a:r>
                <a:rPr lang="ko-KR" altLang="en-US" sz="1000" dirty="0"/>
                <a:t>제</a:t>
              </a:r>
              <a:r>
                <a:rPr lang="en-US" altLang="ko-KR" sz="1000" dirty="0"/>
                <a:t>2</a:t>
              </a:r>
              <a:r>
                <a:rPr lang="ko-KR" altLang="en-US" sz="1000" dirty="0"/>
                <a:t>조 </a:t>
              </a:r>
              <a:r>
                <a:rPr lang="en-US" altLang="ko-KR" sz="1000" dirty="0"/>
                <a:t>(</a:t>
              </a:r>
              <a:r>
                <a:rPr lang="ko-KR" altLang="en-US" sz="1000" dirty="0"/>
                <a:t>정의</a:t>
              </a:r>
              <a:r>
                <a:rPr lang="en-US" altLang="ko-KR" sz="1000" dirty="0"/>
                <a:t>)</a:t>
              </a:r>
            </a:p>
            <a:p>
              <a:r>
                <a:rPr lang="en-US" altLang="ko-KR" sz="1000" dirty="0"/>
                <a:t>- "</a:t>
              </a:r>
              <a:r>
                <a:rPr lang="ko-KR" altLang="en-US" sz="1000" dirty="0"/>
                <a:t>이용자</a:t>
              </a:r>
              <a:r>
                <a:rPr lang="en-US" altLang="ko-KR" sz="1000" dirty="0"/>
                <a:t>"</a:t>
              </a:r>
              <a:r>
                <a:rPr lang="ko-KR" altLang="en-US" sz="1000" dirty="0"/>
                <a:t>란 본 약관에 따라 회사가 제공하는 서비스를 이용하는 회원 및 비회원을 말합니다</a:t>
              </a:r>
              <a:endParaRPr lang="en-US" altLang="ko-KR" sz="1000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A4A9A2E3-25E2-9E5A-704D-A1A040795937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>
                <a:solidFill>
                  <a:prstClr val="black"/>
                </a:solidFill>
              </a:rPr>
              <a:t>홈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회원가입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8EF436-D054-5FC6-A251-8B33F185F254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회원가입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C4CCAF-D2E1-52DF-1955-823C4C81BEC0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전문 보기 팝업</a:t>
            </a:r>
          </a:p>
        </p:txBody>
      </p:sp>
    </p:spTree>
    <p:extLst>
      <p:ext uri="{BB962C8B-B14F-4D97-AF65-F5344CB8AC3E}">
        <p14:creationId xmlns:p14="http://schemas.microsoft.com/office/powerpoint/2010/main" val="29118608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02180-B347-5219-7324-8FADC1A09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260">
            <a:extLst>
              <a:ext uri="{FF2B5EF4-FFF2-40B4-BE49-F238E27FC236}">
                <a16:creationId xmlns:a16="http://schemas.microsoft.com/office/drawing/2014/main" id="{4D32BBFD-1E90-0F7C-484F-E2C302C80C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608023"/>
              </p:ext>
            </p:extLst>
          </p:nvPr>
        </p:nvGraphicFramePr>
        <p:xfrm>
          <a:off x="6969418" y="2548005"/>
          <a:ext cx="2772114" cy="1507838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회원가입 완료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자체 회원 가입 완료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소셜 회원 가입 완료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회원가입 완료 페이지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회원가입 절차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완료시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이동 페이지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회원가입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완료시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로그인 처리 후 이동</a:t>
                      </a:r>
                      <a:endParaRPr kumimoji="1" lang="en-US" altLang="ko-KR" sz="7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회원가입 안내 문구 노출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승인 요청 안내 문구 노출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98225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마이페이지 확인 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버튼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마이페이지 개인정보 조회 메뉴 이동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767904"/>
                  </a:ext>
                </a:extLst>
              </a:tr>
            </a:tbl>
          </a:graphicData>
        </a:graphic>
      </p:graphicFrame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AEE7C58-7DBF-6561-8FA9-EC3F2FF3D2D6}"/>
              </a:ext>
            </a:extLst>
          </p:cNvPr>
          <p:cNvSpPr/>
          <p:nvPr/>
        </p:nvSpPr>
        <p:spPr>
          <a:xfrm>
            <a:off x="277701" y="1412776"/>
            <a:ext cx="3207008" cy="5040560"/>
          </a:xfrm>
          <a:prstGeom prst="roundRect">
            <a:avLst>
              <a:gd name="adj" fmla="val 4362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0202EB23-F371-E3A9-5798-88AB1CDA4ED2}"/>
              </a:ext>
            </a:extLst>
          </p:cNvPr>
          <p:cNvGrpSpPr/>
          <p:nvPr/>
        </p:nvGrpSpPr>
        <p:grpSpPr>
          <a:xfrm>
            <a:off x="319909" y="1484784"/>
            <a:ext cx="3147767" cy="339407"/>
            <a:chOff x="452487" y="1669762"/>
            <a:chExt cx="3147767" cy="339407"/>
          </a:xfrm>
        </p:grpSpPr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B883481B-E707-EAA5-5633-3FA4B4F67FBE}"/>
                </a:ext>
              </a:extLst>
            </p:cNvPr>
            <p:cNvCxnSpPr/>
            <p:nvPr/>
          </p:nvCxnSpPr>
          <p:spPr>
            <a:xfrm>
              <a:off x="452488" y="2009169"/>
              <a:ext cx="3096000" cy="0"/>
            </a:xfrm>
            <a:prstGeom prst="line">
              <a:avLst/>
            </a:prstGeom>
            <a:ln w="6350" cmpd="sng">
              <a:solidFill>
                <a:schemeClr val="bg1">
                  <a:lumMod val="50000"/>
                </a:schemeClr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D2A1549-3607-61DB-2EB8-6A7395D835AE}"/>
                </a:ext>
              </a:extLst>
            </p:cNvPr>
            <p:cNvSpPr txBox="1"/>
            <p:nvPr/>
          </p:nvSpPr>
          <p:spPr>
            <a:xfrm>
              <a:off x="452487" y="1669762"/>
              <a:ext cx="314776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 err="1">
                  <a:solidFill>
                    <a:srgbClr val="2858A9"/>
                  </a:solidFill>
                </a:rPr>
                <a:t>wiz</a:t>
              </a:r>
              <a:r>
                <a:rPr lang="en-US" altLang="ko-KR" sz="1000" b="1" dirty="0" err="1">
                  <a:solidFill>
                    <a:srgbClr val="E853A1"/>
                  </a:solidFill>
                </a:rPr>
                <a:t>shop</a:t>
              </a:r>
              <a:r>
                <a:rPr lang="en-US" altLang="ko-KR" sz="1000" b="1" dirty="0">
                  <a:solidFill>
                    <a:srgbClr val="E853A1"/>
                  </a:solidFill>
                </a:rPr>
                <a:t> </a:t>
              </a:r>
              <a:r>
                <a:rPr lang="ko-KR" altLang="en-US" sz="1000" b="1" dirty="0"/>
                <a:t>회원가입</a:t>
              </a:r>
            </a:p>
          </p:txBody>
        </p: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ADA61B9A-B4CC-C0A8-0F46-17B360FC2105}"/>
              </a:ext>
            </a:extLst>
          </p:cNvPr>
          <p:cNvSpPr txBox="1"/>
          <p:nvPr/>
        </p:nvSpPr>
        <p:spPr>
          <a:xfrm>
            <a:off x="313705" y="3260013"/>
            <a:ext cx="31477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회원가입 완료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F091C3F-10FC-A84B-BC00-37BE94211887}"/>
              </a:ext>
            </a:extLst>
          </p:cNvPr>
          <p:cNvSpPr/>
          <p:nvPr/>
        </p:nvSpPr>
        <p:spPr>
          <a:xfrm>
            <a:off x="335363" y="4319337"/>
            <a:ext cx="3080545" cy="288032"/>
          </a:xfrm>
          <a:prstGeom prst="round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마이페이지 확인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FC5DAA-5255-9587-F162-839A260E94A3}"/>
              </a:ext>
            </a:extLst>
          </p:cNvPr>
          <p:cNvSpPr txBox="1"/>
          <p:nvPr/>
        </p:nvSpPr>
        <p:spPr>
          <a:xfrm>
            <a:off x="319908" y="3695072"/>
            <a:ext cx="3096001" cy="43787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dirty="0"/>
              <a:t>회원가입 절차가 성공적으로 완료 되었습니다</a:t>
            </a:r>
            <a:r>
              <a:rPr lang="en-US" altLang="ko-KR" sz="800" dirty="0"/>
              <a:t>.</a:t>
            </a:r>
          </a:p>
          <a:p>
            <a:pPr algn="ctr">
              <a:lnSpc>
                <a:spcPct val="150000"/>
              </a:lnSpc>
            </a:pPr>
            <a:r>
              <a:rPr lang="ko-KR" altLang="en-US" sz="800" dirty="0"/>
              <a:t>계정 사용 승인 후 서비스 이용이</a:t>
            </a:r>
            <a:r>
              <a:rPr lang="en-US" altLang="ko-KR" sz="800" dirty="0"/>
              <a:t> </a:t>
            </a:r>
            <a:r>
              <a:rPr lang="ko-KR" altLang="en-US" sz="800" dirty="0"/>
              <a:t>가능합니다</a:t>
            </a:r>
            <a:r>
              <a:rPr lang="en-US" altLang="ko-KR" sz="800" dirty="0"/>
              <a:t>.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983DC3EE-80AB-4C7A-B94C-AE5346C34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298" y="2768317"/>
            <a:ext cx="390580" cy="438211"/>
          </a:xfrm>
          <a:prstGeom prst="rect">
            <a:avLst/>
          </a:prstGeom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27E1D315-726E-AA42-8F3F-46D8AA041D96}"/>
              </a:ext>
            </a:extLst>
          </p:cNvPr>
          <p:cNvSpPr/>
          <p:nvPr/>
        </p:nvSpPr>
        <p:spPr>
          <a:xfrm>
            <a:off x="277701" y="1412776"/>
            <a:ext cx="3207008" cy="5040560"/>
          </a:xfrm>
          <a:prstGeom prst="roundRect">
            <a:avLst>
              <a:gd name="adj" fmla="val 4362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52F808D5-5D50-EED4-827A-877F5DD22B80}"/>
              </a:ext>
            </a:extLst>
          </p:cNvPr>
          <p:cNvGrpSpPr/>
          <p:nvPr/>
        </p:nvGrpSpPr>
        <p:grpSpPr>
          <a:xfrm>
            <a:off x="319909" y="1484784"/>
            <a:ext cx="3147767" cy="339407"/>
            <a:chOff x="452487" y="1669762"/>
            <a:chExt cx="3147767" cy="339407"/>
          </a:xfrm>
        </p:grpSpPr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C21FB578-A62E-8C50-640A-34DB8CA8B67A}"/>
                </a:ext>
              </a:extLst>
            </p:cNvPr>
            <p:cNvCxnSpPr/>
            <p:nvPr/>
          </p:nvCxnSpPr>
          <p:spPr>
            <a:xfrm>
              <a:off x="452488" y="2009169"/>
              <a:ext cx="3096000" cy="0"/>
            </a:xfrm>
            <a:prstGeom prst="line">
              <a:avLst/>
            </a:prstGeom>
            <a:ln w="6350" cmpd="sng">
              <a:solidFill>
                <a:schemeClr val="bg1">
                  <a:lumMod val="50000"/>
                </a:schemeClr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5A0D421-B47E-A49C-D2B2-3D09477D6DE2}"/>
                </a:ext>
              </a:extLst>
            </p:cNvPr>
            <p:cNvSpPr txBox="1"/>
            <p:nvPr/>
          </p:nvSpPr>
          <p:spPr>
            <a:xfrm>
              <a:off x="452487" y="1669762"/>
              <a:ext cx="314776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 err="1">
                  <a:solidFill>
                    <a:srgbClr val="2858A9"/>
                  </a:solidFill>
                </a:rPr>
                <a:t>wiz</a:t>
              </a:r>
              <a:r>
                <a:rPr lang="en-US" altLang="ko-KR" sz="1000" b="1" dirty="0" err="1">
                  <a:solidFill>
                    <a:srgbClr val="E853A1"/>
                  </a:solidFill>
                </a:rPr>
                <a:t>shop</a:t>
              </a:r>
              <a:r>
                <a:rPr lang="en-US" altLang="ko-KR" sz="1000" b="1" dirty="0">
                  <a:solidFill>
                    <a:srgbClr val="E853A1"/>
                  </a:solidFill>
                </a:rPr>
                <a:t> </a:t>
              </a:r>
              <a:r>
                <a:rPr lang="ko-KR" altLang="en-US" sz="1000" b="1" dirty="0"/>
                <a:t>회원가입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588291A1-5A52-82F3-2A23-ABED4C3ECFEC}"/>
              </a:ext>
            </a:extLst>
          </p:cNvPr>
          <p:cNvSpPr txBox="1"/>
          <p:nvPr/>
        </p:nvSpPr>
        <p:spPr>
          <a:xfrm>
            <a:off x="313705" y="2912584"/>
            <a:ext cx="31477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회원가입 완료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25F902F1-EAD3-7B29-320E-D15BDF932CE3}"/>
              </a:ext>
            </a:extLst>
          </p:cNvPr>
          <p:cNvSpPr/>
          <p:nvPr/>
        </p:nvSpPr>
        <p:spPr>
          <a:xfrm>
            <a:off x="335363" y="4319337"/>
            <a:ext cx="3080545" cy="288032"/>
          </a:xfrm>
          <a:prstGeom prst="round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마이페이지 확인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065DA9-9ED0-2FFB-F0F0-A26B9B544D9E}"/>
              </a:ext>
            </a:extLst>
          </p:cNvPr>
          <p:cNvSpPr txBox="1"/>
          <p:nvPr/>
        </p:nvSpPr>
        <p:spPr>
          <a:xfrm>
            <a:off x="319908" y="3347643"/>
            <a:ext cx="3096001" cy="80720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dirty="0"/>
              <a:t>회원가입 절차가 성공적으로 완료 되었습니다</a:t>
            </a:r>
            <a:r>
              <a:rPr lang="en-US" altLang="ko-KR" sz="800" dirty="0"/>
              <a:t>.</a:t>
            </a:r>
          </a:p>
          <a:p>
            <a:pPr algn="ctr">
              <a:lnSpc>
                <a:spcPct val="150000"/>
              </a:lnSpc>
            </a:pPr>
            <a:r>
              <a:rPr lang="ko-KR" altLang="en-US" sz="800" dirty="0"/>
              <a:t>계정 사용 승인 후 서비스 이용이</a:t>
            </a:r>
            <a:r>
              <a:rPr lang="en-US" altLang="ko-KR" sz="800" dirty="0"/>
              <a:t> </a:t>
            </a:r>
            <a:r>
              <a:rPr lang="ko-KR" altLang="en-US" sz="800" dirty="0"/>
              <a:t>가능합니다</a:t>
            </a:r>
            <a:r>
              <a:rPr lang="en-US" altLang="ko-KR" sz="800" dirty="0"/>
              <a:t>.</a:t>
            </a:r>
          </a:p>
          <a:p>
            <a:pPr algn="ctr">
              <a:lnSpc>
                <a:spcPct val="150000"/>
              </a:lnSpc>
            </a:pPr>
            <a:endParaRPr lang="en-US" altLang="ko-KR" sz="800" dirty="0"/>
          </a:p>
          <a:p>
            <a:pPr algn="ctr">
              <a:lnSpc>
                <a:spcPct val="150000"/>
              </a:lnSpc>
            </a:pPr>
            <a:r>
              <a:rPr lang="ko-KR" altLang="en-US" sz="800" dirty="0"/>
              <a:t>계정 승인은 운영 담당자에게 문의하시기 바랍니다</a:t>
            </a:r>
            <a:r>
              <a:rPr lang="en-US" altLang="ko-KR" sz="800" dirty="0"/>
              <a:t>.</a:t>
            </a: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328ACC2E-021E-611A-D798-06147A619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298" y="2420888"/>
            <a:ext cx="390580" cy="4382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17F06A-F063-3A63-DE8D-F8873CB79DB7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>
                <a:solidFill>
                  <a:prstClr val="black"/>
                </a:solidFill>
              </a:rPr>
              <a:t>홈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회원가입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467D44-0480-1571-53C6-D69F677B6100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회원가입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799582-F8BE-E38A-2AF8-C7302DC10E74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회원가입 완료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B57A82C1-F9F3-E21D-DA7D-C707AD4E739A}"/>
              </a:ext>
            </a:extLst>
          </p:cNvPr>
          <p:cNvSpPr/>
          <p:nvPr/>
        </p:nvSpPr>
        <p:spPr>
          <a:xfrm>
            <a:off x="163057" y="1806003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1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040F86C6-01CC-809F-3B03-508BB1AEBDF3}"/>
              </a:ext>
            </a:extLst>
          </p:cNvPr>
          <p:cNvSpPr/>
          <p:nvPr/>
        </p:nvSpPr>
        <p:spPr>
          <a:xfrm>
            <a:off x="263637" y="4255457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3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EE48CCB3-6C5A-FEA8-A287-134165B80C37}"/>
              </a:ext>
            </a:extLst>
          </p:cNvPr>
          <p:cNvSpPr/>
          <p:nvPr/>
        </p:nvSpPr>
        <p:spPr>
          <a:xfrm>
            <a:off x="524508" y="3287577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2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01483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2DAAF-B973-1A63-1BCF-C74FD890B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6">
            <a:extLst>
              <a:ext uri="{FF2B5EF4-FFF2-40B4-BE49-F238E27FC236}">
                <a16:creationId xmlns:a16="http://schemas.microsoft.com/office/drawing/2014/main" id="{8EC02C8B-D97B-F76F-14CE-61252265A13E}"/>
              </a:ext>
            </a:extLst>
          </p:cNvPr>
          <p:cNvSpPr txBox="1">
            <a:spLocks/>
          </p:cNvSpPr>
          <p:nvPr/>
        </p:nvSpPr>
        <p:spPr>
          <a:xfrm>
            <a:off x="2654121" y="3248980"/>
            <a:ext cx="4597757" cy="584487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/>
            <a:r>
              <a:rPr lang="ko-KR" altLang="en-US" sz="3200" b="1" dirty="0">
                <a:latin typeface="나눔고딕" pitchFamily="50" charset="-127"/>
                <a:ea typeface="나눔고딕" pitchFamily="50" charset="-127"/>
              </a:rPr>
              <a:t>감사합니다</a:t>
            </a:r>
            <a:r>
              <a:rPr lang="en-US" altLang="ko-KR" sz="3200" b="1" dirty="0">
                <a:latin typeface="나눔고딕" pitchFamily="50" charset="-127"/>
                <a:ea typeface="나눔고딕" pitchFamily="50" charset="-127"/>
              </a:rPr>
              <a:t>.</a:t>
            </a:r>
            <a:endParaRPr lang="ko-KR" altLang="en-US" sz="3000" b="1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2631298"/>
      </p:ext>
    </p:extLst>
  </p:cSld>
  <p:clrMapOvr>
    <a:masterClrMapping/>
  </p:clrMapOvr>
</p:sld>
</file>

<file path=ppt/theme/theme1.xml><?xml version="1.0" encoding="utf-8"?>
<a:theme xmlns:a="http://schemas.openxmlformats.org/drawingml/2006/main" name="테마 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bg1">
              <a:lumMod val="50000"/>
            </a:schemeClr>
          </a:solidFill>
        </a:ln>
        <a:effectLst>
          <a:outerShdw blurRad="50800" dist="38100" dir="2700000" algn="tl" rotWithShape="0">
            <a:schemeClr val="tx1">
              <a:lumMod val="50000"/>
              <a:lumOff val="50000"/>
              <a:alpha val="40000"/>
            </a:schemeClr>
          </a:outerShdw>
        </a:effectLst>
      </a:spPr>
      <a:bodyPr wrap="none" rtlCol="0" anchor="ctr"/>
      <a:lstStyle>
        <a:defPPr algn="ctr">
          <a:defRPr sz="700" smtClean="0">
            <a:solidFill>
              <a:schemeClr val="tx1">
                <a:lumMod val="95000"/>
                <a:lumOff val="5000"/>
              </a:schemeClr>
            </a:solidFill>
            <a:latin typeface="맑은 고딕" pitchFamily="50" charset="-127"/>
            <a:ea typeface="맑은 고딕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rgbClr val="FF0000"/>
          </a:solidFill>
          <a:prstDash val="sysDash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152871</TotalTime>
  <Words>7619</Words>
  <Application>Microsoft Office PowerPoint</Application>
  <PresentationFormat>A4 용지(210x297mm)</PresentationFormat>
  <Paragraphs>2030</Paragraphs>
  <Slides>67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67</vt:i4>
      </vt:variant>
    </vt:vector>
  </HeadingPairs>
  <TitlesOfParts>
    <vt:vector size="75" baseType="lpstr">
      <vt:lpstr>굴림</vt:lpstr>
      <vt:lpstr>굴림체</vt:lpstr>
      <vt:lpstr>나눔고딕</vt:lpstr>
      <vt:lpstr>맑은 고딕</vt:lpstr>
      <vt:lpstr>Arial</vt:lpstr>
      <vt:lpstr>Noto Sans</vt:lpstr>
      <vt:lpstr>Segoe UI</vt:lpstr>
      <vt:lpstr>테마 A</vt:lpstr>
      <vt:lpstr>WIZ SHOP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Kimkyu</dc:creator>
  <cp:lastModifiedBy>ysh-pc</cp:lastModifiedBy>
  <cp:revision>15190</cp:revision>
  <cp:lastPrinted>2022-07-06T11:39:49Z</cp:lastPrinted>
  <dcterms:created xsi:type="dcterms:W3CDTF">2011-08-08T03:42:49Z</dcterms:created>
  <dcterms:modified xsi:type="dcterms:W3CDTF">2026-03-16T07:18:00Z</dcterms:modified>
</cp:coreProperties>
</file>